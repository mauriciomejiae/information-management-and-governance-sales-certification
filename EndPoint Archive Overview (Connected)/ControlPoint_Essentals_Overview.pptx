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4.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5.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6.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theme/theme7.xml" ContentType="application/vnd.openxmlformats-officedocument.theme+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57" r:id="rId1"/>
    <p:sldMasterId id="2147483921" r:id="rId2"/>
    <p:sldMasterId id="2147483980" r:id="rId3"/>
    <p:sldMasterId id="2147484015" r:id="rId4"/>
    <p:sldMasterId id="2147484049" r:id="rId5"/>
    <p:sldMasterId id="2147484085" r:id="rId6"/>
    <p:sldMasterId id="2147484121" r:id="rId7"/>
    <p:sldMasterId id="2147484156" r:id="rId8"/>
  </p:sldMasterIdLst>
  <p:notesMasterIdLst>
    <p:notesMasterId r:id="rId29"/>
  </p:notesMasterIdLst>
  <p:sldIdLst>
    <p:sldId id="258" r:id="rId9"/>
    <p:sldId id="341" r:id="rId10"/>
    <p:sldId id="285" r:id="rId11"/>
    <p:sldId id="542" r:id="rId12"/>
    <p:sldId id="544" r:id="rId13"/>
    <p:sldId id="296" r:id="rId14"/>
    <p:sldId id="549" r:id="rId15"/>
    <p:sldId id="529" r:id="rId16"/>
    <p:sldId id="297" r:id="rId17"/>
    <p:sldId id="552" r:id="rId18"/>
    <p:sldId id="550" r:id="rId19"/>
    <p:sldId id="551" r:id="rId20"/>
    <p:sldId id="343" r:id="rId21"/>
    <p:sldId id="554" r:id="rId22"/>
    <p:sldId id="344" r:id="rId23"/>
    <p:sldId id="541" r:id="rId24"/>
    <p:sldId id="320" r:id="rId25"/>
    <p:sldId id="556" r:id="rId26"/>
    <p:sldId id="557" r:id="rId27"/>
    <p:sldId id="321" r:id="rId28"/>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4B4C221F-E14F-B142-A344-0B0DC7711EEF}">
          <p14:sldIdLst/>
        </p14:section>
        <p14:section name="Overview" id="{E4F0A0FA-C584-1348-8442-D84B69ABAF5D}">
          <p14:sldIdLst>
            <p14:sldId id="258"/>
            <p14:sldId id="341"/>
            <p14:sldId id="285"/>
            <p14:sldId id="542"/>
            <p14:sldId id="544"/>
            <p14:sldId id="296"/>
            <p14:sldId id="549"/>
            <p14:sldId id="529"/>
            <p14:sldId id="297"/>
            <p14:sldId id="552"/>
            <p14:sldId id="550"/>
            <p14:sldId id="551"/>
            <p14:sldId id="343"/>
            <p14:sldId id="554"/>
            <p14:sldId id="344"/>
            <p14:sldId id="541"/>
            <p14:sldId id="320"/>
            <p14:sldId id="556"/>
            <p14:sldId id="557"/>
          </p14:sldIdLst>
        </p14:section>
        <p14:section name="Summary" id="{9F176DA3-0D70-CB43-9D31-9DE0E4828D73}">
          <p14:sldIdLst>
            <p14:sldId id="321"/>
          </p14:sldIdLst>
        </p14:section>
        <p14:section name="Appendix" id="{A5605A56-FE7F-D846-B21D-49C59850396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lin Stokes" initials="KS" lastIdx="2" clrIdx="0">
    <p:extLst/>
  </p:cmAuthor>
  <p:cmAuthor id="2" name="david groom" initials="dg"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CA5"/>
    <a:srgbClr val="A6A6A6"/>
    <a:srgbClr val="2FD6C3"/>
    <a:srgbClr val="7424AD"/>
    <a:srgbClr val="3896F3"/>
    <a:srgbClr val="C6179D"/>
    <a:srgbClr val="FFFFFF"/>
    <a:srgbClr val="33A9EF"/>
    <a:srgbClr val="2597EE"/>
    <a:srgbClr val="2190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83890" autoAdjust="0"/>
  </p:normalViewPr>
  <p:slideViewPr>
    <p:cSldViewPr snapToGrid="0" showGuides="1">
      <p:cViewPr varScale="1">
        <p:scale>
          <a:sx n="97" d="100"/>
          <a:sy n="97" d="100"/>
        </p:scale>
        <p:origin x="942" y="96"/>
      </p:cViewPr>
      <p:guideLst>
        <p:guide orient="horz" pos="2160"/>
        <p:guide pos="3840"/>
      </p:guideLst>
    </p:cSldViewPr>
  </p:slideViewPr>
  <p:outlineViewPr>
    <p:cViewPr>
      <p:scale>
        <a:sx n="33" d="100"/>
        <a:sy n="33" d="100"/>
      </p:scale>
      <p:origin x="0" y="-20748"/>
    </p:cViewPr>
  </p:outlineViewPr>
  <p:notesTextViewPr>
    <p:cViewPr>
      <p:scale>
        <a:sx n="100" d="100"/>
        <a:sy n="100" d="100"/>
      </p:scale>
      <p:origin x="0" y="0"/>
    </p:cViewPr>
  </p:notesTextViewPr>
  <p:sorterViewPr>
    <p:cViewPr>
      <p:scale>
        <a:sx n="200" d="100"/>
        <a:sy n="200" d="100"/>
      </p:scale>
      <p:origin x="0" y="-7698"/>
    </p:cViewPr>
  </p:sorterViewPr>
  <p:notesViewPr>
    <p:cSldViewPr snapToGrid="0">
      <p:cViewPr varScale="1">
        <p:scale>
          <a:sx n="169" d="100"/>
          <a:sy n="169" d="100"/>
        </p:scale>
        <p:origin x="6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91440" rIns="91440" bIns="45720" rtlCol="0"/>
          <a:lstStyle>
            <a:lvl1pPr algn="l">
              <a:defRPr sz="10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91440" rIns="457200" bIns="91440" rtlCol="0"/>
          <a:lstStyle>
            <a:lvl1pPr algn="r">
              <a:defRPr sz="1000"/>
            </a:lvl1pPr>
          </a:lstStyle>
          <a:p>
            <a:fld id="{D6F4137A-32A9-4E3E-80A1-313294284C14}" type="datetimeFigureOut">
              <a:rPr lang="en-US" smtClean="0"/>
              <a:pPr/>
              <a:t>12/10/2018</a:t>
            </a:fld>
            <a:endParaRPr lang="en-US"/>
          </a:p>
        </p:txBody>
      </p:sp>
      <p:sp>
        <p:nvSpPr>
          <p:cNvPr id="4" name="Slide Image Placeholder 3"/>
          <p:cNvSpPr>
            <a:spLocks noGrp="1" noRot="1" noChangeAspect="1"/>
          </p:cNvSpPr>
          <p:nvPr>
            <p:ph type="sldImg" idx="2"/>
          </p:nvPr>
        </p:nvSpPr>
        <p:spPr>
          <a:xfrm>
            <a:off x="457200" y="457200"/>
            <a:ext cx="5943600" cy="3337560"/>
          </a:xfrm>
          <a:prstGeom prst="rect">
            <a:avLst/>
          </a:prstGeom>
          <a:noFill/>
          <a:ln w="127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931920"/>
            <a:ext cx="5943600" cy="475488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13716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411480" bIns="137160" rtlCol="0" anchor="b"/>
          <a:lstStyle>
            <a:lvl1pPr algn="r">
              <a:defRPr sz="1200"/>
            </a:lvl1pPr>
          </a:lstStyle>
          <a:p>
            <a:fld id="{EF956D5C-5EF9-4233-82C8-1D8C4F6E2EDC}" type="slidenum">
              <a:rPr lang="en-US" smtClean="0"/>
              <a:t>‹#›</a:t>
            </a:fld>
            <a:endParaRPr lang="en-US"/>
          </a:p>
        </p:txBody>
      </p:sp>
    </p:spTree>
    <p:extLst>
      <p:ext uri="{BB962C8B-B14F-4D97-AF65-F5344CB8AC3E}">
        <p14:creationId xmlns:p14="http://schemas.microsoft.com/office/powerpoint/2010/main" val="1369405924"/>
      </p:ext>
    </p:extLst>
  </p:cSld>
  <p:clrMap bg1="lt1" tx1="dk1" bg2="lt2" tx2="dk2" accent1="accent1" accent2="accent2" accent3="accent3" accent4="accent4" accent5="accent5" accent6="accent6" hlink="hlink" folHlink="folHlink"/>
  <p:notesStyle>
    <a:lvl1pPr marL="0" algn="l" defTabSz="914377" rtl="0" eaLnBrk="1" latinLnBrk="0" hangingPunct="1">
      <a:lnSpc>
        <a:spcPct val="90000"/>
      </a:lnSpc>
      <a:defRPr sz="1000" kern="1200">
        <a:solidFill>
          <a:schemeClr val="tx1"/>
        </a:solidFill>
        <a:latin typeface="+mn-lt"/>
        <a:ea typeface="+mn-ea"/>
        <a:cs typeface="+mn-cs"/>
      </a:defRPr>
    </a:lvl1pPr>
    <a:lvl2pPr marL="457189" algn="l" defTabSz="914377" rtl="0" eaLnBrk="1" latinLnBrk="0" hangingPunct="1">
      <a:lnSpc>
        <a:spcPct val="90000"/>
      </a:lnSpc>
      <a:defRPr sz="1000" kern="1200">
        <a:solidFill>
          <a:schemeClr val="tx1"/>
        </a:solidFill>
        <a:latin typeface="+mn-lt"/>
        <a:ea typeface="+mn-ea"/>
        <a:cs typeface="+mn-cs"/>
      </a:defRPr>
    </a:lvl2pPr>
    <a:lvl3pPr marL="914377" algn="l" defTabSz="914377" rtl="0" eaLnBrk="1" latinLnBrk="0" hangingPunct="1">
      <a:lnSpc>
        <a:spcPct val="90000"/>
      </a:lnSpc>
      <a:defRPr sz="1000" kern="1200">
        <a:solidFill>
          <a:schemeClr val="tx1"/>
        </a:solidFill>
        <a:latin typeface="+mn-lt"/>
        <a:ea typeface="+mn-ea"/>
        <a:cs typeface="+mn-cs"/>
      </a:defRPr>
    </a:lvl3pPr>
    <a:lvl4pPr marL="1371566" algn="l" defTabSz="914377" rtl="0" eaLnBrk="1" latinLnBrk="0" hangingPunct="1">
      <a:lnSpc>
        <a:spcPct val="90000"/>
      </a:lnSpc>
      <a:defRPr sz="1000" kern="1200">
        <a:solidFill>
          <a:schemeClr val="tx1"/>
        </a:solidFill>
        <a:latin typeface="+mn-lt"/>
        <a:ea typeface="+mn-ea"/>
        <a:cs typeface="+mn-cs"/>
      </a:defRPr>
    </a:lvl4pPr>
    <a:lvl5pPr marL="1828754" algn="l" defTabSz="914377" rtl="0" eaLnBrk="1" latinLnBrk="0" hangingPunct="1">
      <a:lnSpc>
        <a:spcPct val="90000"/>
      </a:lnSpc>
      <a:defRPr sz="10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a:t>
            </a:fld>
            <a:endParaRPr lang="en-US"/>
          </a:p>
        </p:txBody>
      </p:sp>
    </p:spTree>
    <p:extLst>
      <p:ext uri="{BB962C8B-B14F-4D97-AF65-F5344CB8AC3E}">
        <p14:creationId xmlns:p14="http://schemas.microsoft.com/office/powerpoint/2010/main" val="294821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a:t>
            </a:fld>
            <a:endParaRPr lang="en-US"/>
          </a:p>
        </p:txBody>
      </p:sp>
    </p:spTree>
    <p:extLst>
      <p:ext uri="{BB962C8B-B14F-4D97-AF65-F5344CB8AC3E}">
        <p14:creationId xmlns:p14="http://schemas.microsoft.com/office/powerpoint/2010/main" val="191497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3</a:t>
            </a:fld>
            <a:endParaRPr lang="en-US"/>
          </a:p>
        </p:txBody>
      </p:sp>
    </p:spTree>
    <p:extLst>
      <p:ext uri="{BB962C8B-B14F-4D97-AF65-F5344CB8AC3E}">
        <p14:creationId xmlns:p14="http://schemas.microsoft.com/office/powerpoint/2010/main" val="154928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4</a:t>
            </a:fld>
            <a:endParaRPr lang="en-US">
              <a:solidFill>
                <a:prstClr val="black"/>
              </a:solidFill>
              <a:latin typeface="Arial" panose="020B0604020202020204"/>
            </a:endParaRPr>
          </a:p>
        </p:txBody>
      </p:sp>
    </p:spTree>
    <p:extLst>
      <p:ext uri="{BB962C8B-B14F-4D97-AF65-F5344CB8AC3E}">
        <p14:creationId xmlns:p14="http://schemas.microsoft.com/office/powerpoint/2010/main" val="2864458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endParaRPr lang="en-AU" dirty="0" smtClean="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EB28D33E-CF53-459E-97F0-DC6DCDA89D11}" type="slidenum">
              <a:rPr lang="en-US">
                <a:solidFill>
                  <a:prstClr val="black"/>
                </a:solidFill>
                <a:latin typeface="Arial" panose="020B0604020202020204"/>
              </a:rPr>
              <a:pPr/>
              <a:t>5</a:t>
            </a:fld>
            <a:endParaRPr lang="en-US">
              <a:solidFill>
                <a:prstClr val="black"/>
              </a:solidFill>
              <a:latin typeface="Arial" panose="020B0604020202020204"/>
            </a:endParaRPr>
          </a:p>
        </p:txBody>
      </p:sp>
    </p:spTree>
    <p:extLst>
      <p:ext uri="{BB962C8B-B14F-4D97-AF65-F5344CB8AC3E}">
        <p14:creationId xmlns:p14="http://schemas.microsoft.com/office/powerpoint/2010/main" val="1060695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6</a:t>
            </a:fld>
            <a:endParaRPr lang="en-US"/>
          </a:p>
        </p:txBody>
      </p:sp>
    </p:spTree>
    <p:extLst>
      <p:ext uri="{BB962C8B-B14F-4D97-AF65-F5344CB8AC3E}">
        <p14:creationId xmlns:p14="http://schemas.microsoft.com/office/powerpoint/2010/main" val="290473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2853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endParaRPr lang="en-US" sz="1000" kern="1200" dirty="0" smtClean="0">
              <a:solidFill>
                <a:srgbClr val="FF0000"/>
              </a:solidFill>
              <a:effectLst/>
              <a:latin typeface="+mn-lt"/>
              <a:ea typeface="+mn-ea"/>
              <a:cs typeface="+mn-cs"/>
            </a:endParaRP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8</a:t>
            </a:fld>
            <a:endParaRPr lang="en-US">
              <a:solidFill>
                <a:prstClr val="black"/>
              </a:solidFill>
              <a:latin typeface="Arial" panose="020B0604020202020204"/>
            </a:endParaRPr>
          </a:p>
        </p:txBody>
      </p:sp>
    </p:spTree>
    <p:extLst>
      <p:ext uri="{BB962C8B-B14F-4D97-AF65-F5344CB8AC3E}">
        <p14:creationId xmlns:p14="http://schemas.microsoft.com/office/powerpoint/2010/main" val="1738867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9</a:t>
            </a:fld>
            <a:endParaRPr lang="en-US"/>
          </a:p>
        </p:txBody>
      </p:sp>
    </p:spTree>
    <p:extLst>
      <p:ext uri="{BB962C8B-B14F-4D97-AF65-F5344CB8AC3E}">
        <p14:creationId xmlns:p14="http://schemas.microsoft.com/office/powerpoint/2010/main" val="1495817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FEAE42-E3FE-4405-B7FC-4425D05B92A0}" type="slidenum">
              <a:rPr lang="en-US" smtClean="0"/>
              <a:pPr/>
              <a:t>10</a:t>
            </a:fld>
            <a:endParaRPr lang="en-US"/>
          </a:p>
        </p:txBody>
      </p:sp>
    </p:spTree>
    <p:extLst>
      <p:ext uri="{BB962C8B-B14F-4D97-AF65-F5344CB8AC3E}">
        <p14:creationId xmlns:p14="http://schemas.microsoft.com/office/powerpoint/2010/main" val="2518566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5BFEAE42-E3FE-4405-B7FC-4425D05B92A0}" type="slidenum">
              <a:rPr lang="en-US" smtClean="0">
                <a:solidFill>
                  <a:prstClr val="black"/>
                </a:solidFill>
                <a:latin typeface="Calibri" panose="020F0502020204030204"/>
              </a:rPr>
              <a:pPr/>
              <a:t>11</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801386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2A853E8-D85F-5D49-95D2-E1D96ABFE2B9}" type="slidenum">
              <a:rPr lang="en-GB" smtClean="0">
                <a:solidFill>
                  <a:prstClr val="black"/>
                </a:solidFill>
                <a:latin typeface="Calibri" panose="020F0502020204030204"/>
              </a:rPr>
              <a:pPr/>
              <a:t>12</a:t>
            </a:fld>
            <a:endParaRPr lang="en-GB" dirty="0">
              <a:solidFill>
                <a:prstClr val="black"/>
              </a:solidFill>
              <a:latin typeface="Calibri" panose="020F0502020204030204"/>
            </a:endParaRPr>
          </a:p>
        </p:txBody>
      </p:sp>
      <p:sp>
        <p:nvSpPr>
          <p:cNvPr id="7" name="Slide Image Placeholder 6"/>
          <p:cNvSpPr>
            <a:spLocks noGrp="1" noRot="1" noChangeAspect="1"/>
          </p:cNvSpPr>
          <p:nvPr>
            <p:ph type="sldImg"/>
          </p:nvPr>
        </p:nvSpPr>
        <p:spPr>
          <a:xfrm>
            <a:off x="138113" y="379413"/>
            <a:ext cx="5392737" cy="3033712"/>
          </a:xfrm>
        </p:spPr>
      </p:sp>
    </p:spTree>
    <p:extLst>
      <p:ext uri="{BB962C8B-B14F-4D97-AF65-F5344CB8AC3E}">
        <p14:creationId xmlns:p14="http://schemas.microsoft.com/office/powerpoint/2010/main" val="120212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2878983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390525"/>
            <a:ext cx="4699000" cy="2643188"/>
          </a:xfrm>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a:xfrm>
            <a:off x="6076562" y="8919052"/>
            <a:ext cx="631331" cy="233082"/>
          </a:xfrm>
          <a:prstGeom prst="rect">
            <a:avLst/>
          </a:prstGeom>
        </p:spPr>
        <p:txBody>
          <a:bodyPr/>
          <a:lstStyle/>
          <a:p>
            <a:fld id="{E5715E2B-8474-4C20-9903-D5413393816A}" type="slidenum">
              <a:rPr lang="en-US">
                <a:solidFill>
                  <a:prstClr val="black"/>
                </a:solidFill>
                <a:latin typeface="Arial" panose="020B0604020202020204"/>
              </a:rPr>
              <a:pPr/>
              <a:t>14</a:t>
            </a:fld>
            <a:endParaRPr lang="en-US">
              <a:solidFill>
                <a:prstClr val="black"/>
              </a:solidFill>
              <a:latin typeface="Arial" panose="020B0604020202020204"/>
            </a:endParaRPr>
          </a:p>
        </p:txBody>
      </p:sp>
    </p:spTree>
    <p:extLst>
      <p:ext uri="{BB962C8B-B14F-4D97-AF65-F5344CB8AC3E}">
        <p14:creationId xmlns:p14="http://schemas.microsoft.com/office/powerpoint/2010/main" val="2316756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2886872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5815789" y="9431814"/>
            <a:ext cx="604238" cy="246483"/>
          </a:xfrm>
          <a:prstGeom prst="rect">
            <a:avLst/>
          </a:prstGeom>
        </p:spPr>
        <p:txBody>
          <a:bodyPr/>
          <a:lstStyle/>
          <a:p>
            <a:fld id="{8547E1EE-0039-4797-B978-F453418260D1}" type="slidenum">
              <a:rPr lang="en-US" smtClean="0">
                <a:solidFill>
                  <a:prstClr val="black"/>
                </a:solidFill>
                <a:latin typeface="Arial"/>
              </a:rPr>
              <a:pPr/>
              <a:t>16</a:t>
            </a:fld>
            <a:endParaRPr lang="en-US">
              <a:solidFill>
                <a:prstClr val="black"/>
              </a:solidFill>
              <a:latin typeface="Arial"/>
            </a:endParaRPr>
          </a:p>
        </p:txBody>
      </p:sp>
      <p:sp>
        <p:nvSpPr>
          <p:cNvPr id="6" name="Slide Image Placeholder 5"/>
          <p:cNvSpPr>
            <a:spLocks noGrp="1" noRot="1" noChangeAspect="1"/>
          </p:cNvSpPr>
          <p:nvPr>
            <p:ph type="sldImg"/>
          </p:nvPr>
        </p:nvSpPr>
        <p:spPr>
          <a:xfrm>
            <a:off x="161925" y="414338"/>
            <a:ext cx="4964113" cy="2794000"/>
          </a:xfrm>
        </p:spPr>
      </p:sp>
      <p:sp>
        <p:nvSpPr>
          <p:cNvPr id="7" name="Notes Placeholder 6"/>
          <p:cNvSpPr>
            <a:spLocks noGrp="1"/>
          </p:cNvSpPr>
          <p:nvPr>
            <p:ph type="body" idx="1"/>
          </p:nvPr>
        </p:nvSpPr>
        <p:spPr/>
        <p:txBody>
          <a:bodyPr/>
          <a:lstStyle/>
          <a:p>
            <a:endParaRPr lang="en-GB" sz="1000" b="0" i="0" u="none" strike="noStrike" kern="1200" baseline="0" dirty="0" smtClean="0">
              <a:solidFill>
                <a:schemeClr val="tx1"/>
              </a:solidFill>
              <a:latin typeface="+mn-lt"/>
              <a:ea typeface="+mn-ea"/>
              <a:cs typeface="+mn-cs"/>
            </a:endParaRPr>
          </a:p>
          <a:p>
            <a:r>
              <a:rPr lang="en-US" sz="1000" b="0" i="0" u="none" strike="noStrike" kern="1200" baseline="0" dirty="0" smtClean="0">
                <a:solidFill>
                  <a:schemeClr val="tx1"/>
                </a:solidFill>
                <a:latin typeface="+mn-lt"/>
                <a:ea typeface="+mn-ea"/>
                <a:cs typeface="+mn-cs"/>
              </a:rPr>
              <a:t> East </a:t>
            </a:r>
            <a:r>
              <a:rPr lang="en-US" sz="1000" b="0" i="0" u="none" strike="noStrike" kern="1200" baseline="0" dirty="0" err="1" smtClean="0">
                <a:solidFill>
                  <a:schemeClr val="tx1"/>
                </a:solidFill>
                <a:latin typeface="+mn-lt"/>
                <a:ea typeface="+mn-ea"/>
                <a:cs typeface="+mn-cs"/>
              </a:rPr>
              <a:t>Gippsland</a:t>
            </a:r>
            <a:r>
              <a:rPr lang="en-US" sz="1000" b="0" i="0" u="none" strike="noStrike" kern="1200" baseline="0" dirty="0" smtClean="0">
                <a:solidFill>
                  <a:schemeClr val="tx1"/>
                </a:solidFill>
                <a:latin typeface="+mn-lt"/>
                <a:ea typeface="+mn-ea"/>
                <a:cs typeface="+mn-cs"/>
              </a:rPr>
              <a:t> Water is a government corporation that supplies water services to 25,700 customers, and waste water services to 21,900 customers in the Australian state of Victoria. It services thousands of square miles, as well as managing millions of dollars of water treatment plants and other facilities. </a:t>
            </a:r>
          </a:p>
          <a:p>
            <a:endParaRPr lang="en-US" sz="1000" b="0" i="0" u="none" strike="noStrike" kern="1200" baseline="0" dirty="0" smtClean="0">
              <a:solidFill>
                <a:schemeClr val="tx1"/>
              </a:solidFill>
              <a:latin typeface="+mn-lt"/>
              <a:ea typeface="+mn-ea"/>
              <a:cs typeface="+mn-cs"/>
            </a:endParaRPr>
          </a:p>
          <a:p>
            <a:endParaRPr lang="en-GB" sz="1000" b="0" i="0" u="none" strike="noStrike" kern="1200" baseline="0" dirty="0" smtClean="0">
              <a:solidFill>
                <a:schemeClr val="tx1"/>
              </a:solidFill>
              <a:latin typeface="+mn-lt"/>
              <a:ea typeface="+mn-ea"/>
              <a:cs typeface="+mn-cs"/>
            </a:endParaRPr>
          </a:p>
          <a:p>
            <a:r>
              <a:rPr lang="en-US" sz="1000" b="0" i="0" u="none" strike="noStrike" kern="1200" baseline="0" dirty="0" smtClean="0">
                <a:solidFill>
                  <a:schemeClr val="tx1"/>
                </a:solidFill>
                <a:latin typeface="+mn-lt"/>
                <a:ea typeface="+mn-ea"/>
                <a:cs typeface="+mn-cs"/>
              </a:rPr>
              <a:t> East </a:t>
            </a:r>
            <a:r>
              <a:rPr lang="en-US" sz="1000" b="0" i="0" u="none" strike="noStrike" kern="1200" baseline="0" dirty="0" err="1" smtClean="0">
                <a:solidFill>
                  <a:schemeClr val="tx1"/>
                </a:solidFill>
                <a:latin typeface="+mn-lt"/>
                <a:ea typeface="+mn-ea"/>
                <a:cs typeface="+mn-cs"/>
              </a:rPr>
              <a:t>Gippsland</a:t>
            </a:r>
            <a:r>
              <a:rPr lang="en-US" sz="1000" b="0" i="0" u="none" strike="noStrike" kern="1200" baseline="0" dirty="0" smtClean="0">
                <a:solidFill>
                  <a:schemeClr val="tx1"/>
                </a:solidFill>
                <a:latin typeface="+mn-lt"/>
                <a:ea typeface="+mn-ea"/>
                <a:cs typeface="+mn-cs"/>
              </a:rPr>
              <a:t> Water faced a scenario familiar to many businesses and government bodies around the world — a growing volume of data, rising storage costs, and difficulty finding information quickly. Locating information involved searching network and desktop drives. This included numerous hours spent sifting through documents created in previous decades by several other water corporations and shire councils, which later merged with East </a:t>
            </a:r>
            <a:r>
              <a:rPr lang="en-US" sz="1000" b="0" i="0" u="none" strike="noStrike" kern="1200" baseline="0" dirty="0" err="1" smtClean="0">
                <a:solidFill>
                  <a:schemeClr val="tx1"/>
                </a:solidFill>
                <a:latin typeface="+mn-lt"/>
                <a:ea typeface="+mn-ea"/>
                <a:cs typeface="+mn-cs"/>
              </a:rPr>
              <a:t>Gippsland</a:t>
            </a:r>
            <a:r>
              <a:rPr lang="en-US" sz="1000" b="0" i="0" u="none" strike="noStrike" kern="1200" baseline="0" dirty="0" smtClean="0">
                <a:solidFill>
                  <a:schemeClr val="tx1"/>
                </a:solidFill>
                <a:latin typeface="+mn-lt"/>
                <a:ea typeface="+mn-ea"/>
                <a:cs typeface="+mn-cs"/>
              </a:rPr>
              <a:t> Water.</a:t>
            </a:r>
          </a:p>
          <a:p>
            <a:endParaRPr lang="en-US" sz="1000" b="0" i="0" u="none" strike="noStrike" kern="1200" baseline="0" dirty="0" smtClean="0">
              <a:solidFill>
                <a:schemeClr val="tx1"/>
              </a:solidFill>
              <a:latin typeface="+mn-lt"/>
              <a:ea typeface="+mn-ea"/>
              <a:cs typeface="+mn-cs"/>
            </a:endParaRPr>
          </a:p>
          <a:p>
            <a:r>
              <a:rPr lang="en-US" sz="1000" b="0" i="0" u="none" strike="noStrike" kern="1200" baseline="0" dirty="0" smtClean="0">
                <a:solidFill>
                  <a:schemeClr val="tx1"/>
                </a:solidFill>
                <a:latin typeface="+mn-lt"/>
                <a:ea typeface="+mn-ea"/>
                <a:cs typeface="+mn-cs"/>
              </a:rPr>
              <a:t>Instead of taking hours to search network drives, employees can type in keywords and find a record within seconds. </a:t>
            </a:r>
          </a:p>
          <a:p>
            <a:r>
              <a:rPr lang="en-US" sz="1000" b="0" i="0" u="none" strike="noStrike" kern="1200" baseline="0" dirty="0" smtClean="0">
                <a:solidFill>
                  <a:schemeClr val="tx1"/>
                </a:solidFill>
                <a:latin typeface="+mn-lt"/>
                <a:ea typeface="+mn-ea"/>
                <a:cs typeface="+mn-cs"/>
              </a:rPr>
              <a:t>By using ControlPoint to identify data that could be deleted, the corporation was able to reduce its data footprint by 30 percent. This allowed it to postpone the purchase of additional storage hardware. </a:t>
            </a:r>
          </a:p>
          <a:p>
            <a:r>
              <a:rPr lang="en-US" sz="1000" b="0" i="0" u="none" strike="noStrike" kern="1200" baseline="0" dirty="0" smtClean="0">
                <a:solidFill>
                  <a:schemeClr val="tx1"/>
                </a:solidFill>
                <a:latin typeface="+mn-lt"/>
                <a:ea typeface="+mn-ea"/>
                <a:cs typeface="+mn-cs"/>
              </a:rPr>
              <a:t>Using ControlPoint, the corporation has identified another 10 percent of its data that should be stored in a record-keeping system. 	</a:t>
            </a:r>
            <a:endParaRPr lang="en-US" b="1" dirty="0" smtClean="0"/>
          </a:p>
        </p:txBody>
      </p:sp>
    </p:spTree>
    <p:extLst>
      <p:ext uri="{BB962C8B-B14F-4D97-AF65-F5344CB8AC3E}">
        <p14:creationId xmlns:p14="http://schemas.microsoft.com/office/powerpoint/2010/main" val="1129002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17</a:t>
            </a:fld>
            <a:endParaRPr lang="en-US"/>
          </a:p>
        </p:txBody>
      </p:sp>
    </p:spTree>
    <p:extLst>
      <p:ext uri="{BB962C8B-B14F-4D97-AF65-F5344CB8AC3E}">
        <p14:creationId xmlns:p14="http://schemas.microsoft.com/office/powerpoint/2010/main" val="2668651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FEAE42-E3FE-4405-B7FC-4425D05B92A0}"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2044781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956D5C-5EF9-4233-82C8-1D8C4F6E2EDC}"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670775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20</a:t>
            </a:fld>
            <a:endParaRPr lang="en-US"/>
          </a:p>
        </p:txBody>
      </p:sp>
    </p:spTree>
    <p:extLst>
      <p:ext uri="{BB962C8B-B14F-4D97-AF65-F5344CB8AC3E}">
        <p14:creationId xmlns:p14="http://schemas.microsoft.com/office/powerpoint/2010/main" val="3844644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17894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7" y="0"/>
            <a:ext cx="12185904"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w Subtitl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6" y="0"/>
            <a:ext cx="12204191"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2446511"/>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
        <p:nvSpPr>
          <p:cNvPr id="3" name="Text Placeholder 2"/>
          <p:cNvSpPr>
            <a:spLocks noGrp="1"/>
          </p:cNvSpPr>
          <p:nvPr>
            <p:ph type="body" sz="quarter" idx="11"/>
          </p:nvPr>
        </p:nvSpPr>
        <p:spPr>
          <a:xfrm>
            <a:off x="950913" y="4411489"/>
            <a:ext cx="10314495" cy="512058"/>
          </a:xfrm>
        </p:spPr>
        <p:txBody>
          <a:bodyPr/>
          <a:lstStyle>
            <a:lvl1pPr marL="0" indent="0">
              <a:buNone/>
              <a:defRPr sz="3200">
                <a:solidFill>
                  <a:schemeClr val="bg1"/>
                </a:solidFill>
              </a:defRPr>
            </a:lvl1pPr>
          </a:lstStyle>
          <a:p>
            <a:pPr lvl="0"/>
            <a:r>
              <a:rPr lang="en-US"/>
              <a:t>Click to edit Master text styles</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Title Slide">
    <p:bg>
      <p:bgPr>
        <a:gradFill flip="none" rotWithShape="1">
          <a:gsLst>
            <a:gs pos="40000">
              <a:schemeClr val="accent1">
                <a:lumMod val="100000"/>
              </a:schemeClr>
            </a:gs>
            <a:gs pos="0">
              <a:schemeClr val="accent5"/>
            </a:gs>
            <a:gs pos="100000">
              <a:srgbClr val="0155EF"/>
            </a:gs>
          </a:gsLst>
          <a:lin ang="27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7780"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5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Title Slide">
    <p:bg>
      <p:bgPr>
        <a:gradFill>
          <a:gsLst>
            <a:gs pos="0">
              <a:srgbClr val="1DBDFF"/>
            </a:gs>
            <a:gs pos="32000">
              <a:srgbClr val="1A8CFF"/>
            </a:gs>
            <a:gs pos="100000">
              <a:srgbClr val="752FB7"/>
            </a:gs>
          </a:gsLst>
          <a:lin ang="27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0465"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3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40529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1"/>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4044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Autofit/>
          </a:bodyPr>
          <a:lstStyle>
            <a:lvl1pPr>
              <a:defRPr/>
            </a:lvl1pPr>
          </a:lstStyle>
          <a:p>
            <a:r>
              <a:rPr lang="en-US" dirty="0"/>
              <a:t>Content + Subtitle</a:t>
            </a:r>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ext Placeholder 2"/>
          <p:cNvSpPr>
            <a:spLocks noGrp="1"/>
          </p:cNvSpPr>
          <p:nvPr>
            <p:ph idx="1" hasCustomPrompt="1"/>
          </p:nvPr>
        </p:nvSpPr>
        <p:spPr>
          <a:xfrm>
            <a:off x="946786" y="1728000"/>
            <a:ext cx="10311765" cy="4452138"/>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0081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Subtitle—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rm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1"/>
          <p:cNvSpPr>
            <a:spLocks noGrp="1"/>
          </p:cNvSpPr>
          <p:nvPr>
            <p:ph type="title" hasCustomPrompt="1"/>
          </p:nvPr>
        </p:nvSpPr>
        <p:spPr>
          <a:xfrm>
            <a:off x="946786" y="429275"/>
            <a:ext cx="10311765" cy="657844"/>
          </a:xfrm>
        </p:spPr>
        <p:txBody>
          <a:bodyPr>
            <a:normAutofit/>
          </a:bodyPr>
          <a:lstStyle>
            <a:lvl1pPr>
              <a:defRPr/>
            </a:lvl1pPr>
          </a:lstStyle>
          <a:p>
            <a:r>
              <a:rPr lang="en-US" dirty="0"/>
              <a:t>Content + Subtitle—INFORM</a:t>
            </a:r>
          </a:p>
        </p:txBody>
      </p:sp>
      <p:sp>
        <p:nvSpPr>
          <p:cNvPr id="8"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02981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p>
            <a:r>
              <a:rPr lang="en-US" dirty="0"/>
              <a:t>Title Only</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510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1"/>
          <p:cNvSpPr>
            <a:spLocks noGrp="1"/>
          </p:cNvSpPr>
          <p:nvPr>
            <p:ph type="title" hasCustomPrompt="1"/>
          </p:nvPr>
        </p:nvSpPr>
        <p:spPr>
          <a:xfrm>
            <a:off x="946786" y="429275"/>
            <a:ext cx="10311765" cy="657844"/>
          </a:xfrm>
        </p:spPr>
        <p:txBody>
          <a:bodyPr>
            <a:noAutofit/>
          </a:bodyPr>
          <a:lstStyle>
            <a:lvl1pPr>
              <a:defRPr/>
            </a:lvl1pPr>
          </a:lstStyle>
          <a:p>
            <a:r>
              <a:rPr lang="en-US" dirty="0"/>
              <a:t>Title + Subtitle Only </a:t>
            </a:r>
          </a:p>
        </p:txBody>
      </p:sp>
      <p:sp>
        <p:nvSpPr>
          <p:cNvPr id="7" name="subtitle"/>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61191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5"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23857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lvl1pPr>
              <a:defRPr baseline="0"/>
            </a:lvl1pPr>
          </a:lstStyle>
          <a:p>
            <a:r>
              <a:rPr lang="en-US" dirty="0"/>
              <a:t>Two Columns—INFORM</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7687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 Subtitle—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Subtitle—INFORM</a:t>
            </a:r>
          </a:p>
        </p:txBody>
      </p:sp>
      <p:sp>
        <p:nvSpPr>
          <p:cNvPr id="9"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9489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w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0"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Two Columns with Headings—INFORM</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1803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Subtitle and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 and Headings—INFORM</a:t>
            </a:r>
          </a:p>
        </p:txBody>
      </p:sp>
      <p:sp>
        <p:nvSpPr>
          <p:cNvPr id="11"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14"/>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49806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a:lvl1pPr>
          </a:lstStyle>
          <a:p>
            <a:r>
              <a:rPr lang="en-US" dirty="0"/>
              <a:t>Three Column—INFORM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1733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Subtitle—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Subtitle—INFORM</a:t>
            </a:r>
          </a:p>
        </p:txBody>
      </p:sp>
      <p:sp>
        <p:nvSpPr>
          <p:cNvPr id="12" name="Text Placeholder 8"/>
          <p:cNvSpPr>
            <a:spLocks noGrp="1"/>
          </p:cNvSpPr>
          <p:nvPr>
            <p:ph type="body" sz="quarter" idx="13"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2333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w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4"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Three Column with Headings—INFORM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0926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s, Subtitle and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0"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 and Headings—INFORM</a:t>
            </a:r>
          </a:p>
        </p:txBody>
      </p:sp>
      <p:sp>
        <p:nvSpPr>
          <p:cNvPr id="15" name="Text Placeholder 8"/>
          <p:cNvSpPr>
            <a:spLocks noGrp="1"/>
          </p:cNvSpPr>
          <p:nvPr>
            <p:ph type="body" sz="quarter" idx="14"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8447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0" indent="0">
              <a:spcAft>
                <a:spcPts val="600"/>
              </a:spcAft>
              <a:buFont typeface="Wingdings" panose="05000000000000000000" pitchFamily="2" charset="2"/>
              <a:buNone/>
              <a:defRPr sz="2400"/>
            </a:lvl1pPr>
            <a:lvl2pPr marL="346075" indent="0">
              <a:spcAft>
                <a:spcPts val="600"/>
              </a:spcAft>
              <a:buNone/>
              <a:defRPr sz="1800"/>
            </a:lvl2pPr>
            <a:lvl3pPr marL="574675" indent="0">
              <a:spcAft>
                <a:spcPts val="600"/>
              </a:spcAft>
              <a:buNone/>
              <a:defRPr sz="1600"/>
            </a:lvl3pPr>
            <a:lvl4pPr marL="744538" indent="0">
              <a:spcAft>
                <a:spcPts val="600"/>
              </a:spcAft>
              <a:buNone/>
              <a:defRPr sz="1600"/>
            </a:lvl4pPr>
            <a:lvl5pPr marL="922337" indent="0">
              <a:spcAft>
                <a:spcPts val="6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9895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Left with bullets">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342900" indent="-342900">
              <a:spcAft>
                <a:spcPts val="600"/>
              </a:spcAft>
              <a:buFont typeface="Wingdings" panose="05000000000000000000" pitchFamily="2" charset="2"/>
              <a:buChar char="§"/>
              <a:defRPr sz="2400"/>
            </a:lvl1pPr>
            <a:lvl2pPr>
              <a:spcAft>
                <a:spcPts val="600"/>
              </a:spcAft>
              <a:defRPr sz="1800"/>
            </a:lvl2pPr>
            <a:lvl3pPr>
              <a:spcAft>
                <a:spcPts val="600"/>
              </a:spcAft>
              <a:defRPr sz="1600"/>
            </a:lvl3pPr>
            <a:lvl4pPr>
              <a:spcAft>
                <a:spcPts val="600"/>
              </a:spcAft>
              <a:defRPr sz="1600"/>
            </a:lvl4pPr>
            <a:lvl5pPr>
              <a:spcAft>
                <a:spcPts val="6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 with Bullets</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03125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Left with Bullets—INFORM">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noAutofit/>
          </a:bodyPr>
          <a:lstStyle>
            <a:lvl1pPr marL="342900" indent="-342900">
              <a:spcAft>
                <a:spcPts val="600"/>
              </a:spcAft>
              <a:buFont typeface="Wingdings" panose="05000000000000000000" pitchFamily="2" charset="2"/>
              <a:buChar char="§"/>
              <a:defRPr sz="2000"/>
            </a:lvl1pPr>
            <a:lvl2pPr>
              <a:spcAft>
                <a:spcPts val="600"/>
              </a:spcAft>
              <a:defRPr sz="1800"/>
            </a:lvl2pPr>
            <a:lvl3pPr>
              <a:spcAft>
                <a:spcPts val="600"/>
              </a:spcAft>
              <a:defRPr sz="1600"/>
            </a:lvl3pPr>
            <a:lvl4pPr>
              <a:spcAft>
                <a:spcPts val="600"/>
              </a:spcAft>
              <a:defRPr sz="1400"/>
            </a:lvl4pPr>
            <a:lvl5pPr>
              <a:spcAft>
                <a:spcPts val="6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p>
            <a:r>
              <a:rPr lang="en-US" dirty="0"/>
              <a:t>Image Left with Bullets—INFORM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34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Right">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baseline="0"/>
            </a:lvl1pPr>
          </a:lstStyle>
          <a:p>
            <a:r>
              <a:rPr lang="en-US" dirty="0"/>
              <a:t>Image Right</a:t>
            </a:r>
          </a:p>
        </p:txBody>
      </p:sp>
      <p:sp>
        <p:nvSpPr>
          <p:cNvPr id="9" name="Content Placeholder 8"/>
          <p:cNvSpPr>
            <a:spLocks noGrp="1"/>
          </p:cNvSpPr>
          <p:nvPr>
            <p:ph sz="quarter" idx="14" hasCustomPrompt="1"/>
          </p:nvPr>
        </p:nvSpPr>
        <p:spPr>
          <a:xfrm>
            <a:off x="946786" y="1736725"/>
            <a:ext cx="3955414" cy="4443413"/>
          </a:xfrm>
        </p:spPr>
        <p:txBody>
          <a:bodyPr/>
          <a:lstStyle>
            <a:lvl1pPr marL="0" indent="0">
              <a:spcAft>
                <a:spcPts val="1200"/>
              </a:spcAft>
              <a:buNone/>
              <a:defRPr sz="2400"/>
            </a:lvl1pPr>
            <a:lvl2pPr marL="346075" indent="0">
              <a:spcAft>
                <a:spcPts val="1200"/>
              </a:spcAft>
              <a:buNone/>
              <a:defRPr sz="1800"/>
            </a:lvl2pPr>
            <a:lvl3pPr marL="574675" indent="0">
              <a:spcAft>
                <a:spcPts val="1200"/>
              </a:spcAft>
              <a:buNone/>
              <a:defRPr sz="1600"/>
            </a:lvl3pPr>
            <a:lvl4pPr marL="744538" indent="0">
              <a:spcAft>
                <a:spcPts val="1200"/>
              </a:spcAft>
              <a:buNone/>
              <a:defRPr sz="1600"/>
            </a:lvl4pPr>
            <a:lvl5pPr marL="922337" indent="0">
              <a:spcAft>
                <a:spcPts val="12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5189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Right with Bullets">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400"/>
            </a:lvl1pPr>
            <a:lvl2pPr>
              <a:spcAft>
                <a:spcPts val="1200"/>
              </a:spcAft>
              <a:defRPr sz="1800"/>
            </a:lvl2pPr>
            <a:lvl3pPr>
              <a:spcAft>
                <a:spcPts val="1200"/>
              </a:spcAft>
              <a:defRPr sz="1600"/>
            </a:lvl3pPr>
            <a:lvl4pPr>
              <a:spcAft>
                <a:spcPts val="1200"/>
              </a:spcAft>
              <a:defRPr sz="1600"/>
            </a:lvl4pPr>
            <a:lvl5pPr>
              <a:spcAft>
                <a:spcPts val="12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38361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Right with Bullets—INFORM ">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Bullets—INFORM</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000"/>
            </a:lvl1pPr>
            <a:lvl2pPr>
              <a:spcAft>
                <a:spcPts val="1200"/>
              </a:spcAft>
              <a:defRPr sz="1800"/>
            </a:lvl2pPr>
            <a:lvl3pPr>
              <a:spcAft>
                <a:spcPts val="1200"/>
              </a:spcAft>
              <a:defRPr sz="1600"/>
            </a:lvl3pPr>
            <a:lvl4pPr>
              <a:spcAft>
                <a:spcPts val="1200"/>
              </a:spcAft>
              <a:defRPr sz="1400"/>
            </a:lvl4pPr>
            <a:lvl5pPr>
              <a:spcAft>
                <a:spcPts val="12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9069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Screen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47750" y="1987091"/>
            <a:ext cx="4383499" cy="3936380"/>
          </a:xfrm>
        </p:spPr>
        <p:txBody>
          <a:bodyPr/>
          <a:lstStyle>
            <a:lvl1pPr>
              <a:defRPr baseline="0"/>
            </a:lvl1pPr>
          </a:lstStyle>
          <a:p>
            <a:r>
              <a:rPr lang="en-US" dirty="0"/>
              <a:t>Half Screen Image Right 36 </a:t>
            </a:r>
            <a:r>
              <a:rPr lang="en-US" dirty="0" err="1"/>
              <a:t>pt</a:t>
            </a:r>
            <a:endParaRPr lang="en-US" dirty="0"/>
          </a:p>
        </p:txBody>
      </p:sp>
      <p:sp>
        <p:nvSpPr>
          <p:cNvPr id="4" name="Picture Placeholder 2"/>
          <p:cNvSpPr>
            <a:spLocks noGrp="1"/>
          </p:cNvSpPr>
          <p:nvPr>
            <p:ph type="pic" idx="11"/>
          </p:nvPr>
        </p:nvSpPr>
        <p:spPr bwMode="ltGray">
          <a:xfrm>
            <a:off x="6191251" y="1"/>
            <a:ext cx="6000750"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54446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Screen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69250" y="1951465"/>
            <a:ext cx="4383499" cy="3936380"/>
          </a:xfrm>
        </p:spPr>
        <p:txBody>
          <a:bodyPr/>
          <a:lstStyle>
            <a:lvl1pPr>
              <a:defRPr/>
            </a:lvl1pPr>
          </a:lstStyle>
          <a:p>
            <a:r>
              <a:rPr lang="en-US" dirty="0"/>
              <a:t>Half Screen Image </a:t>
            </a:r>
            <a:br>
              <a:rPr lang="en-US" dirty="0"/>
            </a:br>
            <a:r>
              <a:rPr lang="en-US" dirty="0"/>
              <a:t>Left 36 </a:t>
            </a:r>
            <a:r>
              <a:rPr lang="en-US" dirty="0" err="1"/>
              <a:t>pt</a:t>
            </a:r>
            <a:endParaRPr lang="en-US" dirty="0"/>
          </a:p>
        </p:txBody>
      </p:sp>
      <p:sp>
        <p:nvSpPr>
          <p:cNvPr id="4" name="Picture Placeholder 2"/>
          <p:cNvSpPr>
            <a:spLocks noGrp="1"/>
          </p:cNvSpPr>
          <p:nvPr>
            <p:ph type="pic" idx="11"/>
          </p:nvPr>
        </p:nvSpPr>
        <p:spPr bwMode="ltGray">
          <a:xfrm>
            <a:off x="1" y="1"/>
            <a:ext cx="6000752"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Tree>
    <p:extLst>
      <p:ext uri="{BB962C8B-B14F-4D97-AF65-F5344CB8AC3E}">
        <p14:creationId xmlns:p14="http://schemas.microsoft.com/office/powerpoint/2010/main" val="1687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a:t>Click icon to add picture</a:t>
            </a:r>
            <a:endParaRPr lang="en-US" dirty="0"/>
          </a:p>
        </p:txBody>
      </p:sp>
      <p:sp>
        <p:nvSpPr>
          <p:cNvPr id="3" name="Rectangle 2"/>
          <p:cNvSpPr/>
          <p:nvPr userDrawn="1"/>
        </p:nvSpPr>
        <p:spPr>
          <a:xfrm>
            <a:off x="1041400" y="0"/>
            <a:ext cx="1803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764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rotWithShape="1">
          <a:blip r:embed="rId2">
            <a:alphaModFix amt="5000"/>
            <a:extLst/>
          </a:blip>
          <a:srcRect l="840" r="-840"/>
          <a:stretch/>
        </p:blipFill>
        <p:spPr>
          <a:xfrm>
            <a:off x="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dirty="0"/>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7851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2_Section Break w Mark">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Freeform 9"/>
          <p:cNvSpPr>
            <a:spLocks/>
          </p:cNvSpPr>
          <p:nvPr/>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3385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ction Break w Mark">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4_Section Break w Mark">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325013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5_Section Break w Mark">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1155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6_Section Break w Mark">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7_Section Break w Mark">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ection Break w Numbers">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alpha val="5000"/>
            </a:schemeClr>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Section Break w Numbers">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alpha val="5000"/>
            </a:schemeClr>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6"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Section Break w Numbers">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Section Break w Numbers">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_Section Break w Numbers">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alpha val="5000"/>
            </a:schemeClr>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Section Break w Numbers">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7_Section Break w Numbers">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Blank Color">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Blank Color">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Blank Color">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Blank Color">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Blank Color">
    <p:bg>
      <p:bgPr>
        <a:gradFill>
          <a:gsLst>
            <a:gs pos="23000">
              <a:srgbClr val="B81592"/>
            </a:gs>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6_Blank Color">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7_Blank_Color">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Blank_Gray">
    <p:bg>
      <p:bgPr>
        <a:gradFill>
          <a:gsLst>
            <a:gs pos="0">
              <a:schemeClr val="bg2">
                <a:lumMod val="95000"/>
                <a:lumOff val="5000"/>
              </a:schemeClr>
            </a:gs>
            <a:gs pos="100000">
              <a:schemeClr val="bg2"/>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Logo Slide">
    <p:bg>
      <p:bgPr>
        <a:gradFill flip="none" rotWithShape="1">
          <a:gsLst>
            <a:gs pos="0">
              <a:schemeClr val="accent5"/>
            </a:gs>
            <a:gs pos="47000">
              <a:schemeClr val="accent1">
                <a:lumMod val="90000"/>
                <a:lumOff val="10000"/>
              </a:schemeClr>
            </a:gs>
            <a:gs pos="100000">
              <a:schemeClr val="accent3"/>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4099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5598212" y="6426104"/>
            <a:ext cx="995578" cy="210312"/>
          </a:xfrm>
          <a:prstGeom prst="rect">
            <a:avLst/>
          </a:prstGeom>
        </p:spPr>
        <p:txBody>
          <a:bodyPr/>
          <a:lstStyle/>
          <a:p>
            <a:fld id="{357CE476-A3A9-47EC-ACB1-2D0024860F8E}"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948590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a:xfrm>
            <a:off x="5598212" y="6426104"/>
            <a:ext cx="995578" cy="210312"/>
          </a:xfrm>
          <a:prstGeom prst="rect">
            <a:avLst/>
          </a:prstGeom>
        </p:spPr>
        <p:txBody>
          <a:bodyPr/>
          <a:lstStyle/>
          <a:p>
            <a:fld id="{24C3AE83-4A36-4E0D-BF8F-4D5F09C9996E}"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1426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74668682"/>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obj">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4450287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3115280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975000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516655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925223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712035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461658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1618467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9968699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152114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8091528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F6A670D-F627-479B-9C7B-3E1F7F169E9B}" type="datetimeFigureOut">
              <a:rPr lang="en-GB" smtClean="0">
                <a:solidFill>
                  <a:prstClr val="black">
                    <a:tint val="75000"/>
                  </a:prstClr>
                </a:solidFill>
              </a:rPr>
              <a:pPr/>
              <a:t>10/12/2018</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FDD9434C-7B3C-4566-A348-F19FC4D8B93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783387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97637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3312024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91388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smtClean="0"/>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811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2053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98217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995876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173262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863010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9808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4263503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262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2389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6937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11829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6497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0996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0713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3394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8216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12796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37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678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2475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27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812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smtClean="0"/>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1608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95642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3963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6788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5493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56738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905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73043757"/>
      </p:ext>
    </p:extLst>
  </p:cSld>
  <p:clrMapOvr>
    <a:masterClrMapping/>
  </p:clrMapOvr>
  <p:timing>
    <p:tnLst>
      <p:par>
        <p:cTn id="1" dur="indefinite" restart="never" nodeType="tmRoot"/>
      </p:par>
    </p:tnLst>
  </p:timing>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112574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1168540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79381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smtClean="0"/>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527982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45513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45313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44919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31124856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12931892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103471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1600440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815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945155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13643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8201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283010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3549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24661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2833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0584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0779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1300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27383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0211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403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4075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smtClean="0"/>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08557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25938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801060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64867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88074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9153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6296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605049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4444990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a:t>Click to edit Master title style</a:t>
            </a: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3407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5680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a:t>Click to edit Master title style</a:t>
            </a: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4377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2462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55829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1988288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7818642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7868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150012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0451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909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746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3711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74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7023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762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1362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146411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4552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6614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03721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dirty="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223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0573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695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a:t>Click to edit Master title style</a:t>
            </a: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166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a:t>Click to edit Master title style</a:t>
            </a: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4240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7113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a:t>Click to edit Master title style</a:t>
            </a: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9092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039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2559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a:t>Click to edit Master title style</a:t>
            </a: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6220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TA Wheel White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A8908-8F7D-4671-9CE7-F4C8C33CF3B7}" type="datetime4">
              <a:rPr lang="en-US" smtClean="0">
                <a:solidFill>
                  <a:prstClr val="black"/>
                </a:solidFill>
              </a:rPr>
              <a:pPr/>
              <a:t>December 10, 2018</a:t>
            </a:fld>
            <a:endParaRPr lang="en-US">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lang="en-US">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lang="en-US" smtClean="0">
                <a:solidFill>
                  <a:srgbClr val="617D78"/>
                </a:solidFill>
              </a:rPr>
              <a:pPr/>
              <a:t>‹#›</a:t>
            </a:fld>
            <a:endParaRPr lang="en-US" dirty="0">
              <a:solidFill>
                <a:srgbClr val="617D78"/>
              </a:solidFill>
            </a:endParaRP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21"/>
            <a:ext cx="12199172" cy="6906430"/>
          </a:xfrm>
          <a:prstGeom prst="rect">
            <a:avLst/>
          </a:prstGeom>
        </p:spPr>
      </p:pic>
      <p:grpSp>
        <p:nvGrpSpPr>
          <p:cNvPr id="13" name="Group 12"/>
          <p:cNvGrpSpPr/>
          <p:nvPr userDrawn="1"/>
        </p:nvGrpSpPr>
        <p:grpSpPr>
          <a:xfrm>
            <a:off x="613319" y="6246757"/>
            <a:ext cx="969471" cy="390524"/>
            <a:chOff x="3578225" y="1146175"/>
            <a:chExt cx="5038725" cy="2111375"/>
          </a:xfrm>
        </p:grpSpPr>
        <p:sp>
          <p:nvSpPr>
            <p:cNvPr id="14" name="Freeform 13"/>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sp>
          <p:nvSpPr>
            <p:cNvPr id="15" name="Freeform 14"/>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grpSp>
    </p:spTree>
    <p:extLst>
      <p:ext uri="{BB962C8B-B14F-4D97-AF65-F5344CB8AC3E}">
        <p14:creationId xmlns:p14="http://schemas.microsoft.com/office/powerpoint/2010/main" val="364761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5588819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4645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25239508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a:t>Click to edit Master title style</a:t>
            </a: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77913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1825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a:t>Click to edit Master title style</a:t>
            </a: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7931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4231248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04731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376161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36995112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25815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33322445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836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767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44827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4530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3042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975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3856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4864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3771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60206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a:t>Click to edit Master title style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91230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02141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dirty="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5308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37526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452960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a:t>Click to edit Master title style</a:t>
            </a: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4177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a:t>Click to edit Master title style</a:t>
            </a: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45138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a:t>Click to edit Master title style</a:t>
            </a: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580352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a:t>Click to edit Master title style</a:t>
            </a: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9861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148267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8188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a:t>Click to edit Master title style</a:t>
            </a: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59074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TA Wheel White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A8908-8F7D-4671-9CE7-F4C8C33CF3B7}" type="datetime4">
              <a:rPr lang="en-US" smtClean="0">
                <a:solidFill>
                  <a:prstClr val="black"/>
                </a:solidFill>
              </a:rPr>
              <a:pPr/>
              <a:t>December 10, 2018</a:t>
            </a:fld>
            <a:endParaRPr lang="en-US">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lang="en-US">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lang="en-US" smtClean="0">
                <a:solidFill>
                  <a:srgbClr val="617D78"/>
                </a:solidFill>
              </a:rPr>
              <a:pPr/>
              <a:t>‹#›</a:t>
            </a:fld>
            <a:endParaRPr lang="en-US" dirty="0">
              <a:solidFill>
                <a:srgbClr val="617D78"/>
              </a:solidFill>
            </a:endParaRP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21"/>
            <a:ext cx="12199172" cy="6906430"/>
          </a:xfrm>
          <a:prstGeom prst="rect">
            <a:avLst/>
          </a:prstGeom>
        </p:spPr>
      </p:pic>
      <p:grpSp>
        <p:nvGrpSpPr>
          <p:cNvPr id="13" name="Group 12"/>
          <p:cNvGrpSpPr/>
          <p:nvPr userDrawn="1"/>
        </p:nvGrpSpPr>
        <p:grpSpPr>
          <a:xfrm>
            <a:off x="613319" y="6246757"/>
            <a:ext cx="969471" cy="390524"/>
            <a:chOff x="3578225" y="1146175"/>
            <a:chExt cx="5038725" cy="2111375"/>
          </a:xfrm>
        </p:grpSpPr>
        <p:sp>
          <p:nvSpPr>
            <p:cNvPr id="14" name="Freeform 13"/>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sp>
          <p:nvSpPr>
            <p:cNvPr id="15" name="Freeform 14"/>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grpSp>
    </p:spTree>
    <p:extLst>
      <p:ext uri="{BB962C8B-B14F-4D97-AF65-F5344CB8AC3E}">
        <p14:creationId xmlns:p14="http://schemas.microsoft.com/office/powerpoint/2010/main" val="45591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6817642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2927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38778493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39234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smtClean="0"/>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442541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9.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11664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76455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403868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3742510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30943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2582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1107404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06396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414949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620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6233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7407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12158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8685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16196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1262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4615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91764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28364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0501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861489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190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smtClean="0"/>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6383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72071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531968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8661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1981359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5343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7432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30913861"/>
      </p:ext>
    </p:extLst>
  </p:cSld>
  <p:clrMapOvr>
    <a:masterClrMapping/>
  </p:clrMapOvr>
  <p:timing>
    <p:tnLst>
      <p:par>
        <p:cTn id="1" dur="indefinite" restart="never" nodeType="tmRoot"/>
      </p:par>
    </p:tnLst>
  </p:timing>
  <p:hf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82719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29004623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122778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smtClean="0"/>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50936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9359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40486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49727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400217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smtClean="0"/>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15300588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smtClean="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9636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smtClean="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smtClean="0"/>
              <a:t>Click to add quoted person’s name, title, company</a:t>
            </a:r>
            <a:endParaRPr lang="en-US" dirty="0"/>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December 10, 2018</a:t>
            </a:fld>
            <a:endParaRPr>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5616444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3912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3705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rP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2993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1515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December 10, 2018</a:t>
            </a:fld>
            <a:endParaRPr>
              <a:solidFill>
                <a:prstClr val="black"/>
              </a:solidFill>
            </a:endParaRPr>
          </a:p>
        </p:txBody>
      </p:sp>
      <p:sp>
        <p:nvSpPr>
          <p:cNvPr id="4" name="Footer Placeholder 3"/>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96253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December 10, 2018</a:t>
            </a:fld>
            <a:endParaRPr>
              <a:solidFill>
                <a:prstClr val="black"/>
              </a:solidFill>
            </a:endParaRPr>
          </a:p>
        </p:txBody>
      </p:sp>
      <p:sp>
        <p:nvSpPr>
          <p:cNvPr id="3" name="Footer Placeholder 2"/>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80934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3405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217678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December 10, 2018</a:t>
            </a:fld>
            <a:endParaRPr>
              <a:solidFill>
                <a:prstClr val="black"/>
              </a:solidFill>
            </a:endParaRPr>
          </a:p>
        </p:txBody>
      </p:sp>
      <p:sp>
        <p:nvSpPr>
          <p:cNvPr id="8" name="Footer Placeholder 7"/>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476675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75849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3767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rP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2900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657022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59935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679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smtClean="0"/>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287452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53042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December 10, 2018</a:t>
            </a:fld>
            <a:endParaRPr>
              <a:solidFill>
                <a:prstClr val="black"/>
              </a:solidFill>
            </a:endParaRPr>
          </a:p>
        </p:txBody>
      </p:sp>
      <p:sp>
        <p:nvSpPr>
          <p:cNvPr id="6" name="Footer Placeholder 5"/>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395575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smtClean="0"/>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smtClean="0"/>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December 10, 2018</a:t>
            </a:fld>
            <a:endParaRPr>
              <a:solidFill>
                <a:prstClr val="black"/>
              </a:solidFill>
            </a:endParaRPr>
          </a:p>
        </p:txBody>
      </p:sp>
      <p:sp>
        <p:nvSpPr>
          <p:cNvPr id="12" name="Footer Placeholder 11"/>
          <p:cNvSpPr>
            <a:spLocks noGrp="1"/>
          </p:cNvSpPr>
          <p:nvPr>
            <p:ph type="ftr" sz="quarter" idx="16"/>
          </p:nvPr>
        </p:nvSpPr>
        <p:spPr/>
        <p:txBody>
          <a:bodyPr/>
          <a:lstStyle/>
          <a:p>
            <a:r>
              <a:rPr lang="en-US" smtClean="0">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35435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smtClean="0"/>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10117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6592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December 10, 2018</a:t>
            </a:fld>
            <a:endParaRPr>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3650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51927079"/>
      </p:ext>
    </p:extLst>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2.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 Type="http://schemas.openxmlformats.org/officeDocument/2006/relationships/slideLayout" Target="../slideLayouts/slideLayout70.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slideLayout" Target="../slideLayouts/slideLayout87.xml"/><Relationship Id="rId29" Type="http://schemas.openxmlformats.org/officeDocument/2006/relationships/slideLayout" Target="../slideLayouts/slideLayout96.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31" Type="http://schemas.openxmlformats.org/officeDocument/2006/relationships/slideLayout" Target="../slideLayouts/slideLayout98.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 Type="http://schemas.openxmlformats.org/officeDocument/2006/relationships/slideLayout" Target="../slideLayouts/slideLayout104.xml"/><Relationship Id="rId21" Type="http://schemas.openxmlformats.org/officeDocument/2006/relationships/slideLayout" Target="../slideLayouts/slideLayout122.xml"/><Relationship Id="rId34" Type="http://schemas.openxmlformats.org/officeDocument/2006/relationships/theme" Target="../theme/theme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0" Type="http://schemas.openxmlformats.org/officeDocument/2006/relationships/slideLayout" Target="../slideLayouts/slideLayout121.xml"/><Relationship Id="rId29" Type="http://schemas.openxmlformats.org/officeDocument/2006/relationships/slideLayout" Target="../slideLayouts/slideLayout130.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26" Type="http://schemas.openxmlformats.org/officeDocument/2006/relationships/slideLayout" Target="../slideLayouts/slideLayout160.xml"/><Relationship Id="rId3" Type="http://schemas.openxmlformats.org/officeDocument/2006/relationships/slideLayout" Target="../slideLayouts/slideLayout137.xml"/><Relationship Id="rId21" Type="http://schemas.openxmlformats.org/officeDocument/2006/relationships/slideLayout" Target="../slideLayouts/slideLayout155.xml"/><Relationship Id="rId34" Type="http://schemas.openxmlformats.org/officeDocument/2006/relationships/slideLayout" Target="../slideLayouts/slideLayout168.xml"/><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5" Type="http://schemas.openxmlformats.org/officeDocument/2006/relationships/slideLayout" Target="../slideLayouts/slideLayout159.xml"/><Relationship Id="rId33" Type="http://schemas.openxmlformats.org/officeDocument/2006/relationships/slideLayout" Target="../slideLayouts/slideLayout167.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20" Type="http://schemas.openxmlformats.org/officeDocument/2006/relationships/slideLayout" Target="../slideLayouts/slideLayout154.xml"/><Relationship Id="rId29" Type="http://schemas.openxmlformats.org/officeDocument/2006/relationships/slideLayout" Target="../slideLayouts/slideLayout163.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24" Type="http://schemas.openxmlformats.org/officeDocument/2006/relationships/slideLayout" Target="../slideLayouts/slideLayout158.xml"/><Relationship Id="rId32" Type="http://schemas.openxmlformats.org/officeDocument/2006/relationships/slideLayout" Target="../slideLayouts/slideLayout166.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23" Type="http://schemas.openxmlformats.org/officeDocument/2006/relationships/slideLayout" Target="../slideLayouts/slideLayout157.xml"/><Relationship Id="rId28" Type="http://schemas.openxmlformats.org/officeDocument/2006/relationships/slideLayout" Target="../slideLayouts/slideLayout162.xml"/><Relationship Id="rId36" Type="http://schemas.openxmlformats.org/officeDocument/2006/relationships/theme" Target="../theme/theme5.xml"/><Relationship Id="rId10" Type="http://schemas.openxmlformats.org/officeDocument/2006/relationships/slideLayout" Target="../slideLayouts/slideLayout144.xml"/><Relationship Id="rId19" Type="http://schemas.openxmlformats.org/officeDocument/2006/relationships/slideLayout" Target="../slideLayouts/slideLayout153.xml"/><Relationship Id="rId31" Type="http://schemas.openxmlformats.org/officeDocument/2006/relationships/slideLayout" Target="../slideLayouts/slideLayout165.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 Id="rId22" Type="http://schemas.openxmlformats.org/officeDocument/2006/relationships/slideLayout" Target="../slideLayouts/slideLayout156.xml"/><Relationship Id="rId27" Type="http://schemas.openxmlformats.org/officeDocument/2006/relationships/slideLayout" Target="../slideLayouts/slideLayout161.xml"/><Relationship Id="rId30" Type="http://schemas.openxmlformats.org/officeDocument/2006/relationships/slideLayout" Target="../slideLayouts/slideLayout164.xml"/><Relationship Id="rId35" Type="http://schemas.openxmlformats.org/officeDocument/2006/relationships/slideLayout" Target="../slideLayouts/slideLayout16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77.xml"/><Relationship Id="rId13" Type="http://schemas.openxmlformats.org/officeDocument/2006/relationships/slideLayout" Target="../slideLayouts/slideLayout182.xml"/><Relationship Id="rId18" Type="http://schemas.openxmlformats.org/officeDocument/2006/relationships/slideLayout" Target="../slideLayouts/slideLayout187.xml"/><Relationship Id="rId26" Type="http://schemas.openxmlformats.org/officeDocument/2006/relationships/slideLayout" Target="../slideLayouts/slideLayout195.xml"/><Relationship Id="rId3" Type="http://schemas.openxmlformats.org/officeDocument/2006/relationships/slideLayout" Target="../slideLayouts/slideLayout172.xml"/><Relationship Id="rId21" Type="http://schemas.openxmlformats.org/officeDocument/2006/relationships/slideLayout" Target="../slideLayouts/slideLayout190.xml"/><Relationship Id="rId34" Type="http://schemas.openxmlformats.org/officeDocument/2006/relationships/slideLayout" Target="../slideLayouts/slideLayout203.xml"/><Relationship Id="rId7" Type="http://schemas.openxmlformats.org/officeDocument/2006/relationships/slideLayout" Target="../slideLayouts/slideLayout176.xml"/><Relationship Id="rId12" Type="http://schemas.openxmlformats.org/officeDocument/2006/relationships/slideLayout" Target="../slideLayouts/slideLayout181.xml"/><Relationship Id="rId17" Type="http://schemas.openxmlformats.org/officeDocument/2006/relationships/slideLayout" Target="../slideLayouts/slideLayout186.xml"/><Relationship Id="rId25" Type="http://schemas.openxmlformats.org/officeDocument/2006/relationships/slideLayout" Target="../slideLayouts/slideLayout194.xml"/><Relationship Id="rId33" Type="http://schemas.openxmlformats.org/officeDocument/2006/relationships/slideLayout" Target="../slideLayouts/slideLayout202.xml"/><Relationship Id="rId2" Type="http://schemas.openxmlformats.org/officeDocument/2006/relationships/slideLayout" Target="../slideLayouts/slideLayout171.xml"/><Relationship Id="rId16" Type="http://schemas.openxmlformats.org/officeDocument/2006/relationships/slideLayout" Target="../slideLayouts/slideLayout185.xml"/><Relationship Id="rId20" Type="http://schemas.openxmlformats.org/officeDocument/2006/relationships/slideLayout" Target="../slideLayouts/slideLayout189.xml"/><Relationship Id="rId29" Type="http://schemas.openxmlformats.org/officeDocument/2006/relationships/slideLayout" Target="../slideLayouts/slideLayout198.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11" Type="http://schemas.openxmlformats.org/officeDocument/2006/relationships/slideLayout" Target="../slideLayouts/slideLayout180.xml"/><Relationship Id="rId24" Type="http://schemas.openxmlformats.org/officeDocument/2006/relationships/slideLayout" Target="../slideLayouts/slideLayout193.xml"/><Relationship Id="rId32" Type="http://schemas.openxmlformats.org/officeDocument/2006/relationships/slideLayout" Target="../slideLayouts/slideLayout201.xml"/><Relationship Id="rId5" Type="http://schemas.openxmlformats.org/officeDocument/2006/relationships/slideLayout" Target="../slideLayouts/slideLayout174.xml"/><Relationship Id="rId15" Type="http://schemas.openxmlformats.org/officeDocument/2006/relationships/slideLayout" Target="../slideLayouts/slideLayout184.xml"/><Relationship Id="rId23" Type="http://schemas.openxmlformats.org/officeDocument/2006/relationships/slideLayout" Target="../slideLayouts/slideLayout192.xml"/><Relationship Id="rId28" Type="http://schemas.openxmlformats.org/officeDocument/2006/relationships/slideLayout" Target="../slideLayouts/slideLayout197.xml"/><Relationship Id="rId36" Type="http://schemas.openxmlformats.org/officeDocument/2006/relationships/theme" Target="../theme/theme6.xml"/><Relationship Id="rId10" Type="http://schemas.openxmlformats.org/officeDocument/2006/relationships/slideLayout" Target="../slideLayouts/slideLayout179.xml"/><Relationship Id="rId19" Type="http://schemas.openxmlformats.org/officeDocument/2006/relationships/slideLayout" Target="../slideLayouts/slideLayout188.xml"/><Relationship Id="rId31" Type="http://schemas.openxmlformats.org/officeDocument/2006/relationships/slideLayout" Target="../slideLayouts/slideLayout200.xml"/><Relationship Id="rId4" Type="http://schemas.openxmlformats.org/officeDocument/2006/relationships/slideLayout" Target="../slideLayouts/slideLayout173.xml"/><Relationship Id="rId9" Type="http://schemas.openxmlformats.org/officeDocument/2006/relationships/slideLayout" Target="../slideLayouts/slideLayout178.xml"/><Relationship Id="rId14" Type="http://schemas.openxmlformats.org/officeDocument/2006/relationships/slideLayout" Target="../slideLayouts/slideLayout183.xml"/><Relationship Id="rId22" Type="http://schemas.openxmlformats.org/officeDocument/2006/relationships/slideLayout" Target="../slideLayouts/slideLayout191.xml"/><Relationship Id="rId27" Type="http://schemas.openxmlformats.org/officeDocument/2006/relationships/slideLayout" Target="../slideLayouts/slideLayout196.xml"/><Relationship Id="rId30" Type="http://schemas.openxmlformats.org/officeDocument/2006/relationships/slideLayout" Target="../slideLayouts/slideLayout199.xml"/><Relationship Id="rId35" Type="http://schemas.openxmlformats.org/officeDocument/2006/relationships/slideLayout" Target="../slideLayouts/slideLayout20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slideLayout" Target="../slideLayouts/slideLayout230.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34" Type="http://schemas.openxmlformats.org/officeDocument/2006/relationships/slideLayout" Target="../slideLayouts/slideLayout238.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33" Type="http://schemas.openxmlformats.org/officeDocument/2006/relationships/slideLayout" Target="../slideLayouts/slideLayout237.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29" Type="http://schemas.openxmlformats.org/officeDocument/2006/relationships/slideLayout" Target="../slideLayouts/slideLayout233.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32" Type="http://schemas.openxmlformats.org/officeDocument/2006/relationships/slideLayout" Target="../slideLayouts/slideLayout236.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slideLayout" Target="../slideLayouts/slideLayout232.xml"/><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31" Type="http://schemas.openxmlformats.org/officeDocument/2006/relationships/slideLayout" Target="../slideLayouts/slideLayout235.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slideLayout" Target="../slideLayouts/slideLayout231.xml"/><Relationship Id="rId30" Type="http://schemas.openxmlformats.org/officeDocument/2006/relationships/slideLayout" Target="../slideLayouts/slideLayout234.xml"/><Relationship Id="rId35"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46.xml"/><Relationship Id="rId13" Type="http://schemas.openxmlformats.org/officeDocument/2006/relationships/slideLayout" Target="../slideLayouts/slideLayout251.xml"/><Relationship Id="rId18" Type="http://schemas.openxmlformats.org/officeDocument/2006/relationships/slideLayout" Target="../slideLayouts/slideLayout256.xml"/><Relationship Id="rId26" Type="http://schemas.openxmlformats.org/officeDocument/2006/relationships/slideLayout" Target="../slideLayouts/slideLayout264.xml"/><Relationship Id="rId3" Type="http://schemas.openxmlformats.org/officeDocument/2006/relationships/slideLayout" Target="../slideLayouts/slideLayout241.xml"/><Relationship Id="rId21" Type="http://schemas.openxmlformats.org/officeDocument/2006/relationships/slideLayout" Target="../slideLayouts/slideLayout259.xml"/><Relationship Id="rId34" Type="http://schemas.openxmlformats.org/officeDocument/2006/relationships/slideLayout" Target="../slideLayouts/slideLayout272.xml"/><Relationship Id="rId7" Type="http://schemas.openxmlformats.org/officeDocument/2006/relationships/slideLayout" Target="../slideLayouts/slideLayout245.xml"/><Relationship Id="rId12" Type="http://schemas.openxmlformats.org/officeDocument/2006/relationships/slideLayout" Target="../slideLayouts/slideLayout250.xml"/><Relationship Id="rId17" Type="http://schemas.openxmlformats.org/officeDocument/2006/relationships/slideLayout" Target="../slideLayouts/slideLayout255.xml"/><Relationship Id="rId25" Type="http://schemas.openxmlformats.org/officeDocument/2006/relationships/slideLayout" Target="../slideLayouts/slideLayout263.xml"/><Relationship Id="rId33" Type="http://schemas.openxmlformats.org/officeDocument/2006/relationships/slideLayout" Target="../slideLayouts/slideLayout271.xml"/><Relationship Id="rId2" Type="http://schemas.openxmlformats.org/officeDocument/2006/relationships/slideLayout" Target="../slideLayouts/slideLayout240.xml"/><Relationship Id="rId16" Type="http://schemas.openxmlformats.org/officeDocument/2006/relationships/slideLayout" Target="../slideLayouts/slideLayout254.xml"/><Relationship Id="rId20" Type="http://schemas.openxmlformats.org/officeDocument/2006/relationships/slideLayout" Target="../slideLayouts/slideLayout258.xml"/><Relationship Id="rId29" Type="http://schemas.openxmlformats.org/officeDocument/2006/relationships/slideLayout" Target="../slideLayouts/slideLayout267.xml"/><Relationship Id="rId1" Type="http://schemas.openxmlformats.org/officeDocument/2006/relationships/slideLayout" Target="../slideLayouts/slideLayout239.xml"/><Relationship Id="rId6" Type="http://schemas.openxmlformats.org/officeDocument/2006/relationships/slideLayout" Target="../slideLayouts/slideLayout244.xml"/><Relationship Id="rId11" Type="http://schemas.openxmlformats.org/officeDocument/2006/relationships/slideLayout" Target="../slideLayouts/slideLayout249.xml"/><Relationship Id="rId24" Type="http://schemas.openxmlformats.org/officeDocument/2006/relationships/slideLayout" Target="../slideLayouts/slideLayout262.xml"/><Relationship Id="rId32" Type="http://schemas.openxmlformats.org/officeDocument/2006/relationships/slideLayout" Target="../slideLayouts/slideLayout270.xml"/><Relationship Id="rId5" Type="http://schemas.openxmlformats.org/officeDocument/2006/relationships/slideLayout" Target="../slideLayouts/slideLayout243.xml"/><Relationship Id="rId15" Type="http://schemas.openxmlformats.org/officeDocument/2006/relationships/slideLayout" Target="../slideLayouts/slideLayout253.xml"/><Relationship Id="rId23" Type="http://schemas.openxmlformats.org/officeDocument/2006/relationships/slideLayout" Target="../slideLayouts/slideLayout261.xml"/><Relationship Id="rId28" Type="http://schemas.openxmlformats.org/officeDocument/2006/relationships/slideLayout" Target="../slideLayouts/slideLayout266.xml"/><Relationship Id="rId10" Type="http://schemas.openxmlformats.org/officeDocument/2006/relationships/slideLayout" Target="../slideLayouts/slideLayout248.xml"/><Relationship Id="rId19" Type="http://schemas.openxmlformats.org/officeDocument/2006/relationships/slideLayout" Target="../slideLayouts/slideLayout257.xml"/><Relationship Id="rId31" Type="http://schemas.openxmlformats.org/officeDocument/2006/relationships/slideLayout" Target="../slideLayouts/slideLayout269.xml"/><Relationship Id="rId4" Type="http://schemas.openxmlformats.org/officeDocument/2006/relationships/slideLayout" Target="../slideLayouts/slideLayout242.xml"/><Relationship Id="rId9" Type="http://schemas.openxmlformats.org/officeDocument/2006/relationships/slideLayout" Target="../slideLayouts/slideLayout247.xml"/><Relationship Id="rId14" Type="http://schemas.openxmlformats.org/officeDocument/2006/relationships/slideLayout" Target="../slideLayouts/slideLayout252.xml"/><Relationship Id="rId22" Type="http://schemas.openxmlformats.org/officeDocument/2006/relationships/slideLayout" Target="../slideLayouts/slideLayout260.xml"/><Relationship Id="rId27" Type="http://schemas.openxmlformats.org/officeDocument/2006/relationships/slideLayout" Target="../slideLayouts/slideLayout265.xml"/><Relationship Id="rId30" Type="http://schemas.openxmlformats.org/officeDocument/2006/relationships/slideLayout" Target="../slideLayouts/slideLayout268.xml"/><Relationship Id="rId35"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dirty="0"/>
              <a:t>Title Text</a:t>
            </a:r>
            <a:br>
              <a:rPr lang="en-US" dirty="0"/>
            </a:br>
            <a:r>
              <a:rPr lang="en-US" dirty="0"/>
              <a:t>with up to two lines</a:t>
            </a:r>
          </a:p>
        </p:txBody>
      </p:sp>
      <p:sp>
        <p:nvSpPr>
          <p:cNvPr id="3" name="Text Placeholder"/>
          <p:cNvSpPr>
            <a:spLocks noGrp="1"/>
          </p:cNvSpPr>
          <p:nvPr>
            <p:ph type="body" idx="1"/>
          </p:nvPr>
        </p:nvSpPr>
        <p:spPr>
          <a:xfrm>
            <a:off x="946786" y="1728000"/>
            <a:ext cx="10311765" cy="4452138"/>
          </a:xfrm>
          <a:prstGeom prst="rect">
            <a:avLst/>
          </a:prstGeom>
        </p:spPr>
        <p:txBody>
          <a:bodyPr vert="horz" lIns="0" tIns="45720" rIns="91440" bIns="45720" rtlCol="0">
            <a:noAutofit/>
          </a:body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24"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grpSp>
        <p:nvGrpSpPr>
          <p:cNvPr id="54" name="Logo"/>
          <p:cNvGrpSpPr>
            <a:grpSpLocks noChangeAspect="1"/>
          </p:cNvGrpSpPr>
          <p:nvPr userDrawn="1"/>
        </p:nvGrpSpPr>
        <p:grpSpPr>
          <a:xfrm>
            <a:off x="11051812" y="6398865"/>
            <a:ext cx="875755" cy="212246"/>
            <a:chOff x="941528" y="4056809"/>
            <a:chExt cx="1454151" cy="352425"/>
          </a:xfrm>
          <a:solidFill>
            <a:schemeClr val="bg1">
              <a:lumMod val="75000"/>
            </a:schemeClr>
          </a:solidFill>
        </p:grpSpPr>
        <p:sp>
          <p:nvSpPr>
            <p:cNvPr id="55" name="Freeform 5"/>
            <p:cNvSpPr>
              <a:spLocks/>
            </p:cNvSpPr>
            <p:nvPr/>
          </p:nvSpPr>
          <p:spPr bwMode="auto">
            <a:xfrm>
              <a:off x="1009791" y="4056809"/>
              <a:ext cx="282575" cy="282575"/>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6" name="Freeform 6"/>
            <p:cNvSpPr>
              <a:spLocks/>
            </p:cNvSpPr>
            <p:nvPr/>
          </p:nvSpPr>
          <p:spPr bwMode="auto">
            <a:xfrm>
              <a:off x="941528" y="4125071"/>
              <a:ext cx="282575" cy="284163"/>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7" name="Freeform 7"/>
            <p:cNvSpPr>
              <a:spLocks/>
            </p:cNvSpPr>
            <p:nvPr/>
          </p:nvSpPr>
          <p:spPr bwMode="auto">
            <a:xfrm>
              <a:off x="1374916" y="4056809"/>
              <a:ext cx="163513" cy="152400"/>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8" name="Rectangle 8"/>
            <p:cNvSpPr>
              <a:spLocks noChangeArrowheads="1"/>
            </p:cNvSpPr>
            <p:nvPr/>
          </p:nvSpPr>
          <p:spPr bwMode="auto">
            <a:xfrm>
              <a:off x="1614628" y="4056809"/>
              <a:ext cx="28575" cy="152400"/>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9" name="Freeform 9"/>
            <p:cNvSpPr>
              <a:spLocks/>
            </p:cNvSpPr>
            <p:nvPr/>
          </p:nvSpPr>
          <p:spPr bwMode="auto">
            <a:xfrm>
              <a:off x="1720991" y="4056809"/>
              <a:ext cx="147638" cy="152400"/>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0" name="Freeform 10"/>
            <p:cNvSpPr>
              <a:spLocks noEditPoints="1"/>
            </p:cNvSpPr>
            <p:nvPr/>
          </p:nvSpPr>
          <p:spPr bwMode="auto">
            <a:xfrm>
              <a:off x="1944828" y="4056809"/>
              <a:ext cx="149225" cy="152400"/>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1" name="Freeform 11"/>
            <p:cNvSpPr>
              <a:spLocks noEditPoints="1"/>
            </p:cNvSpPr>
            <p:nvPr/>
          </p:nvSpPr>
          <p:spPr bwMode="auto">
            <a:xfrm>
              <a:off x="2170253" y="4056809"/>
              <a:ext cx="147638" cy="152400"/>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2" name="Freeform 12"/>
            <p:cNvSpPr>
              <a:spLocks/>
            </p:cNvSpPr>
            <p:nvPr/>
          </p:nvSpPr>
          <p:spPr bwMode="auto">
            <a:xfrm>
              <a:off x="1374916" y="4256834"/>
              <a:ext cx="149225" cy="150813"/>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3" name="Freeform 13"/>
            <p:cNvSpPr>
              <a:spLocks noEditPoints="1"/>
            </p:cNvSpPr>
            <p:nvPr/>
          </p:nvSpPr>
          <p:spPr bwMode="auto">
            <a:xfrm>
              <a:off x="1565416" y="4256834"/>
              <a:ext cx="147638" cy="150813"/>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4" name="Freeform 14"/>
            <p:cNvSpPr>
              <a:spLocks/>
            </p:cNvSpPr>
            <p:nvPr/>
          </p:nvSpPr>
          <p:spPr bwMode="auto">
            <a:xfrm>
              <a:off x="1767028" y="4256834"/>
              <a:ext cx="147638" cy="152400"/>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5" name="Freeform 15"/>
            <p:cNvSpPr>
              <a:spLocks/>
            </p:cNvSpPr>
            <p:nvPr/>
          </p:nvSpPr>
          <p:spPr bwMode="auto">
            <a:xfrm>
              <a:off x="1968641" y="4256834"/>
              <a:ext cx="147638" cy="150813"/>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6" name="Freeform 16"/>
            <p:cNvSpPr>
              <a:spLocks/>
            </p:cNvSpPr>
            <p:nvPr/>
          </p:nvSpPr>
          <p:spPr bwMode="auto">
            <a:xfrm>
              <a:off x="2168666" y="4256834"/>
              <a:ext cx="149225" cy="152400"/>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7" name="Freeform 17"/>
            <p:cNvSpPr>
              <a:spLocks noEditPoints="1"/>
            </p:cNvSpPr>
            <p:nvPr/>
          </p:nvSpPr>
          <p:spPr bwMode="auto">
            <a:xfrm>
              <a:off x="2340116" y="4058396"/>
              <a:ext cx="55563" cy="55563"/>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rgbClr val="0079EF"/>
          </a:solidFill>
          <a:ln w="12700">
            <a:miter lim="400000"/>
          </a:ln>
        </p:spPr>
        <p:txBody>
          <a:bodyPr lIns="45719" rIns="45719" anchor="ctr"/>
          <a:lstStyle/>
          <a:p>
            <a:pPr algn="ctr">
              <a:defRPr>
                <a:solidFill>
                  <a:srgbClr val="FFFFFF"/>
                </a:solidFill>
              </a:defRPr>
            </a:pPr>
            <a:endParaRPr/>
          </a:p>
        </p:txBody>
      </p:sp>
      <p:sp>
        <p:nvSpPr>
          <p:cNvPr id="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38940517"/>
      </p:ext>
    </p:extLst>
  </p:cSld>
  <p:clrMap bg1="lt1" tx1="dk1" bg2="lt2" tx2="dk2" accent1="accent1" accent2="accent2" accent3="accent3" accent4="accent4" accent5="accent5" accent6="accent6" hlink="hlink" folHlink="folHlink"/>
  <p:sldLayoutIdLst>
    <p:sldLayoutId id="2147483920" r:id="rId1"/>
    <p:sldLayoutId id="2147483894" r:id="rId2"/>
    <p:sldLayoutId id="2147483910" r:id="rId3"/>
    <p:sldLayoutId id="2147483896" r:id="rId4"/>
    <p:sldLayoutId id="2147483895" r:id="rId5"/>
    <p:sldLayoutId id="2147483860" r:id="rId6"/>
    <p:sldLayoutId id="2147483886" r:id="rId7"/>
    <p:sldLayoutId id="2147483861" r:id="rId8"/>
    <p:sldLayoutId id="2147483890" r:id="rId9"/>
    <p:sldLayoutId id="2147483863" r:id="rId10"/>
    <p:sldLayoutId id="2147483885" r:id="rId11"/>
    <p:sldLayoutId id="2147483864" r:id="rId12"/>
    <p:sldLayoutId id="2147483866" r:id="rId13"/>
    <p:sldLayoutId id="2147483884" r:id="rId14"/>
    <p:sldLayoutId id="2147483865" r:id="rId15"/>
    <p:sldLayoutId id="2147483897" r:id="rId16"/>
    <p:sldLayoutId id="2147483867" r:id="rId17"/>
    <p:sldLayoutId id="2147483883" r:id="rId18"/>
    <p:sldLayoutId id="2147483893" r:id="rId19"/>
    <p:sldLayoutId id="2147483898" r:id="rId20"/>
    <p:sldLayoutId id="2147483868" r:id="rId21"/>
    <p:sldLayoutId id="2147483888" r:id="rId22"/>
    <p:sldLayoutId id="2147483891" r:id="rId23"/>
    <p:sldLayoutId id="2147483869" r:id="rId24"/>
    <p:sldLayoutId id="2147483889" r:id="rId25"/>
    <p:sldLayoutId id="2147483892" r:id="rId26"/>
    <p:sldLayoutId id="2147483870" r:id="rId27"/>
    <p:sldLayoutId id="2147483871" r:id="rId28"/>
    <p:sldLayoutId id="2147483872" r:id="rId29"/>
    <p:sldLayoutId id="2147483873" r:id="rId30"/>
    <p:sldLayoutId id="2147483874" r:id="rId31"/>
    <p:sldLayoutId id="2147483908" r:id="rId32"/>
    <p:sldLayoutId id="2147483876" r:id="rId33"/>
    <p:sldLayoutId id="2147483875" r:id="rId34"/>
    <p:sldLayoutId id="2147483899" r:id="rId35"/>
    <p:sldLayoutId id="2147483900" r:id="rId36"/>
    <p:sldLayoutId id="2147483901" r:id="rId37"/>
    <p:sldLayoutId id="2147483902" r:id="rId38"/>
    <p:sldLayoutId id="2147483909" r:id="rId39"/>
    <p:sldLayoutId id="2147483906" r:id="rId40"/>
    <p:sldLayoutId id="2147483904" r:id="rId41"/>
    <p:sldLayoutId id="2147483905" r:id="rId42"/>
    <p:sldLayoutId id="2147483907" r:id="rId43"/>
    <p:sldLayoutId id="2147483916" r:id="rId44"/>
    <p:sldLayoutId id="2147483903" r:id="rId45"/>
    <p:sldLayoutId id="2147483915" r:id="rId46"/>
    <p:sldLayoutId id="2147483914" r:id="rId47"/>
    <p:sldLayoutId id="2147483913" r:id="rId48"/>
    <p:sldLayoutId id="2147483912" r:id="rId49"/>
    <p:sldLayoutId id="2147483911" r:id="rId50"/>
    <p:sldLayoutId id="2147483917" r:id="rId51"/>
    <p:sldLayoutId id="2147483881" r:id="rId52"/>
    <p:sldLayoutId id="2147484191" r:id="rId53"/>
    <p:sldLayoutId id="2147484192" r:id="rId54"/>
    <p:sldLayoutId id="2147484193" r:id="rId55"/>
    <p:sldLayoutId id="2147484194"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3600" b="1" kern="1200" baseline="0">
          <a:solidFill>
            <a:schemeClr val="tx1"/>
          </a:solidFill>
          <a:latin typeface="+mj-lt"/>
          <a:ea typeface="+mj-ea"/>
          <a:cs typeface="+mj-cs"/>
        </a:defRPr>
      </a:lvl1pPr>
    </p:titleStyle>
    <p:body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3" pos="7092">
          <p15:clr>
            <a:srgbClr val="F26B43"/>
          </p15:clr>
        </p15:guide>
        <p15:guide id="4" pos="595">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094" userDrawn="1">
          <p15:clr>
            <a:srgbClr val="F26B43"/>
          </p15:clr>
        </p15:guide>
        <p15:guide id="0" pos="3840" userDrawn="1">
          <p15:clr>
            <a:srgbClr val="F26B43"/>
          </p15:clr>
        </p15:guide>
        <p15:guide id="9" orient="horz" pos="3893" userDrawn="1">
          <p15:clr>
            <a:srgbClr val="F26B43"/>
          </p15:clr>
        </p15:guide>
        <p15:guide id="10" orient="horz" pos="1389"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DF6A670D-F627-479B-9C7B-3E1F7F169E9B}" type="datetimeFigureOut">
              <a:rPr lang="en-GB" smtClean="0">
                <a:solidFill>
                  <a:prstClr val="black">
                    <a:tint val="75000"/>
                  </a:prstClr>
                </a:solidFill>
              </a:rPr>
              <a:pPr defTabSz="914400"/>
              <a:t>10/12/2018</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FDD9434C-7B3C-4566-A348-F19FC4D8B936}" type="slidenum">
              <a:rPr lang="en-GB" smtClean="0">
                <a:solidFill>
                  <a:prstClr val="black">
                    <a:tint val="75000"/>
                  </a:prstClr>
                </a:solidFill>
              </a:rPr>
              <a:pPr defTabSz="914400"/>
              <a:t>‹#›</a:t>
            </a:fld>
            <a:endParaRPr lang="en-GB">
              <a:solidFill>
                <a:prstClr val="black">
                  <a:tint val="75000"/>
                </a:prstClr>
              </a:solidFill>
            </a:endParaRPr>
          </a:p>
        </p:txBody>
      </p:sp>
    </p:spTree>
    <p:extLst>
      <p:ext uri="{BB962C8B-B14F-4D97-AF65-F5344CB8AC3E}">
        <p14:creationId xmlns:p14="http://schemas.microsoft.com/office/powerpoint/2010/main" val="1337540373"/>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266676139"/>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4001" r:id="rId21"/>
    <p:sldLayoutId id="2147484002" r:id="rId22"/>
    <p:sldLayoutId id="2147484003" r:id="rId23"/>
    <p:sldLayoutId id="2147484004" r:id="rId24"/>
    <p:sldLayoutId id="2147484005" r:id="rId25"/>
    <p:sldLayoutId id="2147484006" r:id="rId26"/>
    <p:sldLayoutId id="2147484007" r:id="rId27"/>
    <p:sldLayoutId id="2147484008" r:id="rId28"/>
    <p:sldLayoutId id="2147484009" r:id="rId29"/>
    <p:sldLayoutId id="2147484010" r:id="rId30"/>
    <p:sldLayoutId id="2147484011" r:id="rId31"/>
    <p:sldLayoutId id="2147484012" r:id="rId32"/>
    <p:sldLayoutId id="2147484013" r:id="rId33"/>
    <p:sldLayoutId id="2147484014"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256701301"/>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 id="2147484028" r:id="rId13"/>
    <p:sldLayoutId id="2147484029" r:id="rId14"/>
    <p:sldLayoutId id="2147484030" r:id="rId15"/>
    <p:sldLayoutId id="2147484031" r:id="rId16"/>
    <p:sldLayoutId id="2147484032" r:id="rId17"/>
    <p:sldLayoutId id="2147484033" r:id="rId18"/>
    <p:sldLayoutId id="2147484034" r:id="rId19"/>
    <p:sldLayoutId id="2147484035" r:id="rId20"/>
    <p:sldLayoutId id="2147484036" r:id="rId21"/>
    <p:sldLayoutId id="2147484037" r:id="rId22"/>
    <p:sldLayoutId id="2147484038" r:id="rId23"/>
    <p:sldLayoutId id="2147484039" r:id="rId24"/>
    <p:sldLayoutId id="2147484040" r:id="rId25"/>
    <p:sldLayoutId id="2147484041" r:id="rId26"/>
    <p:sldLayoutId id="2147484042" r:id="rId27"/>
    <p:sldLayoutId id="2147484043" r:id="rId28"/>
    <p:sldLayoutId id="2147484044" r:id="rId29"/>
    <p:sldLayoutId id="2147484045" r:id="rId30"/>
    <p:sldLayoutId id="2147484046" r:id="rId31"/>
    <p:sldLayoutId id="2147484047" r:id="rId32"/>
    <p:sldLayoutId id="2147484048"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a:t>Click to edit Master title style</a:t>
            </a: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360446362"/>
      </p:ext>
    </p:extLst>
  </p:cSld>
  <p:clrMap bg1="lt1" tx1="dk1" bg2="lt2" tx2="dk2" accent1="accent1" accent2="accent2" accent3="accent3" accent4="accent4" accent5="accent5" accent6="accent6" hlink="hlink" folHlink="folHlink"/>
  <p:sldLayoutIdLst>
    <p:sldLayoutId id="2147484050" r:id="rId1"/>
    <p:sldLayoutId id="2147484051" r:id="rId2"/>
    <p:sldLayoutId id="2147484052" r:id="rId3"/>
    <p:sldLayoutId id="2147484053" r:id="rId4"/>
    <p:sldLayoutId id="2147484054" r:id="rId5"/>
    <p:sldLayoutId id="2147484055" r:id="rId6"/>
    <p:sldLayoutId id="2147484056" r:id="rId7"/>
    <p:sldLayoutId id="2147484057" r:id="rId8"/>
    <p:sldLayoutId id="2147484058" r:id="rId9"/>
    <p:sldLayoutId id="2147484059" r:id="rId10"/>
    <p:sldLayoutId id="2147484060" r:id="rId11"/>
    <p:sldLayoutId id="2147484061" r:id="rId12"/>
    <p:sldLayoutId id="2147484062" r:id="rId13"/>
    <p:sldLayoutId id="2147484063" r:id="rId14"/>
    <p:sldLayoutId id="2147484064" r:id="rId15"/>
    <p:sldLayoutId id="2147484065" r:id="rId16"/>
    <p:sldLayoutId id="2147484066" r:id="rId17"/>
    <p:sldLayoutId id="2147484067" r:id="rId18"/>
    <p:sldLayoutId id="2147484068" r:id="rId19"/>
    <p:sldLayoutId id="2147484069" r:id="rId20"/>
    <p:sldLayoutId id="2147484070" r:id="rId21"/>
    <p:sldLayoutId id="2147484071" r:id="rId22"/>
    <p:sldLayoutId id="2147484072" r:id="rId23"/>
    <p:sldLayoutId id="2147484073" r:id="rId24"/>
    <p:sldLayoutId id="2147484074" r:id="rId25"/>
    <p:sldLayoutId id="2147484075" r:id="rId26"/>
    <p:sldLayoutId id="2147484076" r:id="rId27"/>
    <p:sldLayoutId id="2147484077" r:id="rId28"/>
    <p:sldLayoutId id="2147484078" r:id="rId29"/>
    <p:sldLayoutId id="2147484079" r:id="rId30"/>
    <p:sldLayoutId id="2147484080" r:id="rId31"/>
    <p:sldLayoutId id="2147484081" r:id="rId32"/>
    <p:sldLayoutId id="2147484082" r:id="rId33"/>
    <p:sldLayoutId id="2147484083" r:id="rId34"/>
    <p:sldLayoutId id="2147484084"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a:t>Click to edit Master title style</a:t>
            </a: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584887600"/>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099" r:id="rId14"/>
    <p:sldLayoutId id="2147484100" r:id="rId15"/>
    <p:sldLayoutId id="2147484101" r:id="rId16"/>
    <p:sldLayoutId id="2147484102" r:id="rId17"/>
    <p:sldLayoutId id="2147484103" r:id="rId18"/>
    <p:sldLayoutId id="2147484104" r:id="rId19"/>
    <p:sldLayoutId id="2147484105" r:id="rId20"/>
    <p:sldLayoutId id="2147484106" r:id="rId21"/>
    <p:sldLayoutId id="2147484107" r:id="rId22"/>
    <p:sldLayoutId id="2147484108" r:id="rId23"/>
    <p:sldLayoutId id="2147484109" r:id="rId24"/>
    <p:sldLayoutId id="2147484110" r:id="rId25"/>
    <p:sldLayoutId id="2147484111" r:id="rId26"/>
    <p:sldLayoutId id="2147484112" r:id="rId27"/>
    <p:sldLayoutId id="2147484113" r:id="rId28"/>
    <p:sldLayoutId id="2147484114" r:id="rId29"/>
    <p:sldLayoutId id="2147484115" r:id="rId30"/>
    <p:sldLayoutId id="2147484116" r:id="rId31"/>
    <p:sldLayoutId id="2147484117" r:id="rId32"/>
    <p:sldLayoutId id="2147484118" r:id="rId33"/>
    <p:sldLayoutId id="2147484119" r:id="rId34"/>
    <p:sldLayoutId id="214748412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959003413"/>
      </p:ext>
    </p:extLst>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 id="2147484133" r:id="rId12"/>
    <p:sldLayoutId id="2147484134" r:id="rId13"/>
    <p:sldLayoutId id="2147484135" r:id="rId14"/>
    <p:sldLayoutId id="2147484136" r:id="rId15"/>
    <p:sldLayoutId id="2147484137" r:id="rId16"/>
    <p:sldLayoutId id="2147484138" r:id="rId17"/>
    <p:sldLayoutId id="2147484139" r:id="rId18"/>
    <p:sldLayoutId id="2147484140" r:id="rId19"/>
    <p:sldLayoutId id="2147484141" r:id="rId20"/>
    <p:sldLayoutId id="2147484142" r:id="rId21"/>
    <p:sldLayoutId id="2147484143" r:id="rId22"/>
    <p:sldLayoutId id="2147484144" r:id="rId23"/>
    <p:sldLayoutId id="2147484145" r:id="rId24"/>
    <p:sldLayoutId id="2147484146" r:id="rId25"/>
    <p:sldLayoutId id="2147484147" r:id="rId26"/>
    <p:sldLayoutId id="2147484148" r:id="rId27"/>
    <p:sldLayoutId id="2147484149" r:id="rId28"/>
    <p:sldLayoutId id="2147484150" r:id="rId29"/>
    <p:sldLayoutId id="2147484151" r:id="rId30"/>
    <p:sldLayoutId id="2147484152" r:id="rId31"/>
    <p:sldLayoutId id="2147484153" r:id="rId32"/>
    <p:sldLayoutId id="2147484154" r:id="rId33"/>
    <p:sldLayoutId id="2147484155"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December 10, 2018</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smtClean="0">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994902987"/>
      </p:ext>
    </p:extLst>
  </p:cSld>
  <p:clrMap bg1="lt1" tx1="dk1" bg2="lt2" tx2="dk2" accent1="accent1" accent2="accent2" accent3="accent3" accent4="accent4" accent5="accent5" accent6="accent6" hlink="hlink" folHlink="folHlink"/>
  <p:sldLayoutIdLst>
    <p:sldLayoutId id="2147484157" r:id="rId1"/>
    <p:sldLayoutId id="2147484158" r:id="rId2"/>
    <p:sldLayoutId id="2147484159" r:id="rId3"/>
    <p:sldLayoutId id="2147484160" r:id="rId4"/>
    <p:sldLayoutId id="2147484161" r:id="rId5"/>
    <p:sldLayoutId id="2147484162" r:id="rId6"/>
    <p:sldLayoutId id="2147484163" r:id="rId7"/>
    <p:sldLayoutId id="2147484164" r:id="rId8"/>
    <p:sldLayoutId id="2147484165" r:id="rId9"/>
    <p:sldLayoutId id="2147484166" r:id="rId10"/>
    <p:sldLayoutId id="2147484167" r:id="rId11"/>
    <p:sldLayoutId id="2147484168" r:id="rId12"/>
    <p:sldLayoutId id="2147484169" r:id="rId13"/>
    <p:sldLayoutId id="2147484170" r:id="rId14"/>
    <p:sldLayoutId id="2147484171" r:id="rId15"/>
    <p:sldLayoutId id="2147484172" r:id="rId16"/>
    <p:sldLayoutId id="2147484173" r:id="rId17"/>
    <p:sldLayoutId id="2147484174" r:id="rId18"/>
    <p:sldLayoutId id="2147484175" r:id="rId19"/>
    <p:sldLayoutId id="2147484176" r:id="rId20"/>
    <p:sldLayoutId id="2147484177" r:id="rId21"/>
    <p:sldLayoutId id="2147484178" r:id="rId22"/>
    <p:sldLayoutId id="2147484179" r:id="rId23"/>
    <p:sldLayoutId id="2147484180" r:id="rId24"/>
    <p:sldLayoutId id="2147484181" r:id="rId25"/>
    <p:sldLayoutId id="2147484182" r:id="rId26"/>
    <p:sldLayoutId id="2147484183" r:id="rId27"/>
    <p:sldLayoutId id="2147484184" r:id="rId28"/>
    <p:sldLayoutId id="2147484185" r:id="rId29"/>
    <p:sldLayoutId id="2147484186" r:id="rId30"/>
    <p:sldLayoutId id="2147484187" r:id="rId31"/>
    <p:sldLayoutId id="2147484188" r:id="rId32"/>
    <p:sldLayoutId id="2147484189" r:id="rId33"/>
    <p:sldLayoutId id="2147484190"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3.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ControlPoint </a:t>
            </a:r>
            <a:r>
              <a:rPr lang="en-US" dirty="0" smtClean="0"/>
              <a:t>Essentials Overview</a:t>
            </a:r>
            <a:r>
              <a:rPr lang="en-US" dirty="0"/>
              <a:t/>
            </a:r>
            <a:br>
              <a:rPr lang="en-US" dirty="0"/>
            </a:br>
            <a:endParaRPr lang="en-US" dirty="0"/>
          </a:p>
        </p:txBody>
      </p:sp>
      <p:sp>
        <p:nvSpPr>
          <p:cNvPr id="3" name="Subtitle 2"/>
          <p:cNvSpPr>
            <a:spLocks noGrp="1"/>
          </p:cNvSpPr>
          <p:nvPr>
            <p:ph type="subTitle" idx="1"/>
          </p:nvPr>
        </p:nvSpPr>
        <p:spPr>
          <a:xfrm>
            <a:off x="914400" y="5260158"/>
            <a:ext cx="4739148" cy="861862"/>
          </a:xfrm>
        </p:spPr>
        <p:txBody>
          <a:bodyPr>
            <a:normAutofit fontScale="77500" lnSpcReduction="20000"/>
          </a:bodyPr>
          <a:lstStyle/>
          <a:p>
            <a:r>
              <a:rPr lang="en-US" sz="3200" dirty="0" smtClean="0"/>
              <a:t>Secure Content </a:t>
            </a:r>
            <a:r>
              <a:rPr lang="en-US" sz="3200" dirty="0" smtClean="0"/>
              <a:t>Management Suite</a:t>
            </a:r>
            <a:r>
              <a:rPr lang="en-US" dirty="0"/>
              <a:t/>
            </a:r>
            <a:br>
              <a:rPr lang="en-US" dirty="0"/>
            </a:br>
            <a:endParaRPr lang="en-US" dirty="0"/>
          </a:p>
        </p:txBody>
      </p:sp>
    </p:spTree>
    <p:extLst>
      <p:ext uri="{BB962C8B-B14F-4D97-AF65-F5344CB8AC3E}">
        <p14:creationId xmlns:p14="http://schemas.microsoft.com/office/powerpoint/2010/main" val="1917953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US" dirty="0"/>
              <a:t>Trends</a:t>
            </a:r>
          </a:p>
          <a:p>
            <a:r>
              <a:rPr lang="en-US" dirty="0"/>
              <a:t>Customer Challenges </a:t>
            </a:r>
          </a:p>
          <a:p>
            <a:r>
              <a:rPr lang="en-US" dirty="0"/>
              <a:t>Solution Capabilities </a:t>
            </a:r>
          </a:p>
          <a:p>
            <a:r>
              <a:rPr lang="en-US" dirty="0"/>
              <a:t>Value to Change </a:t>
            </a:r>
          </a:p>
          <a:p>
            <a:r>
              <a:rPr lang="en-US" dirty="0"/>
              <a:t>Customer </a:t>
            </a:r>
            <a:r>
              <a:rPr lang="en-US" dirty="0" smtClean="0"/>
              <a:t>Success </a:t>
            </a:r>
            <a:endParaRPr lang="en-US" dirty="0"/>
          </a:p>
          <a:p>
            <a:r>
              <a:rPr lang="en-US" dirty="0"/>
              <a:t>Summary </a:t>
            </a:r>
          </a:p>
          <a:p>
            <a:endParaRPr lang="en-US" dirty="0"/>
          </a:p>
          <a:p>
            <a:endParaRPr lang="en-US" dirty="0"/>
          </a:p>
        </p:txBody>
      </p:sp>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229350" y="2280444"/>
            <a:ext cx="5029200" cy="3352800"/>
          </a:xfrm>
        </p:spPr>
      </p:pic>
      <p:sp>
        <p:nvSpPr>
          <p:cNvPr id="5" name="Slide Number Placeholder 4"/>
          <p:cNvSpPr>
            <a:spLocks noGrp="1"/>
          </p:cNvSpPr>
          <p:nvPr>
            <p:ph type="sldNum" sz="quarter" idx="4"/>
          </p:nvPr>
        </p:nvSpPr>
        <p:spPr/>
        <p:txBody>
          <a:bodyPr/>
          <a:lstStyle/>
          <a:p>
            <a:fld id="{0FB999A9-77CE-4AD1-9911-24A29F08BC34}" type="slidenum">
              <a:rPr lang="en-US" smtClean="0">
                <a:solidFill>
                  <a:prstClr val="white">
                    <a:lumMod val="75000"/>
                  </a:prstClr>
                </a:solidFill>
              </a:rPr>
              <a:pPr/>
              <a:t>2</a:t>
            </a:fld>
            <a:endParaRPr lang="en-US" dirty="0">
              <a:solidFill>
                <a:prstClr val="white">
                  <a:lumMod val="75000"/>
                </a:prstClr>
              </a:solidFill>
            </a:endParaRPr>
          </a:p>
        </p:txBody>
      </p:sp>
      <p:sp>
        <p:nvSpPr>
          <p:cNvPr id="2" name="Title 1"/>
          <p:cNvSpPr>
            <a:spLocks noGrp="1"/>
          </p:cNvSpPr>
          <p:nvPr>
            <p:ph type="title"/>
          </p:nvPr>
        </p:nvSpPr>
        <p:spPr/>
        <p:txBody>
          <a:bodyPr/>
          <a:lstStyle/>
          <a:p>
            <a:r>
              <a:rPr lang="en-US" dirty="0"/>
              <a:t>Agenda </a:t>
            </a:r>
          </a:p>
        </p:txBody>
      </p:sp>
    </p:spTree>
    <p:extLst>
      <p:ext uri="{BB962C8B-B14F-4D97-AF65-F5344CB8AC3E}">
        <p14:creationId xmlns:p14="http://schemas.microsoft.com/office/powerpoint/2010/main" val="410481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Trends  </a:t>
            </a:r>
          </a:p>
        </p:txBody>
      </p:sp>
    </p:spTree>
    <p:extLst>
      <p:ext uri="{BB962C8B-B14F-4D97-AF65-F5344CB8AC3E}">
        <p14:creationId xmlns:p14="http://schemas.microsoft.com/office/powerpoint/2010/main" val="362755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
          <p:cNvSpPr>
            <a:spLocks noGrp="1"/>
          </p:cNvSpPr>
          <p:nvPr>
            <p:ph type="title"/>
          </p:nvPr>
        </p:nvSpPr>
        <p:spPr>
          <a:xfrm>
            <a:off x="946786" y="429275"/>
            <a:ext cx="10311765" cy="657844"/>
          </a:xfrm>
        </p:spPr>
        <p:txBody>
          <a:bodyPr/>
          <a:lstStyle/>
          <a:p>
            <a:r>
              <a:rPr lang="en-US" dirty="0"/>
              <a:t>The data landscape has radically changed</a:t>
            </a:r>
            <a:endParaRPr lang="en-US" sz="2000" dirty="0">
              <a:latin typeface="+mj-lt"/>
            </a:endParaRPr>
          </a:p>
        </p:txBody>
      </p:sp>
      <p:sp>
        <p:nvSpPr>
          <p:cNvPr id="40" name="Text Placeholder 5"/>
          <p:cNvSpPr txBox="1">
            <a:spLocks/>
          </p:cNvSpPr>
          <p:nvPr/>
        </p:nvSpPr>
        <p:spPr>
          <a:xfrm>
            <a:off x="950976" y="1087119"/>
            <a:ext cx="10311765" cy="418375"/>
          </a:xfrm>
          <a:prstGeom prst="rect">
            <a:avLst/>
          </a:prstGeom>
        </p:spPr>
        <p:txBody>
          <a:bodyPr/>
          <a:lst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solidFill>
                  <a:srgbClr val="000000"/>
                </a:solidFill>
              </a:rPr>
              <a:t>More connected people, apps and things generating more data in many forms</a:t>
            </a:r>
          </a:p>
          <a:p>
            <a:endParaRPr lang="en-GB" dirty="0">
              <a:solidFill>
                <a:srgbClr val="000000"/>
              </a:solidFill>
            </a:endParaRPr>
          </a:p>
        </p:txBody>
      </p:sp>
      <p:pic>
        <p:nvPicPr>
          <p:cNvPr id="41" name="Picture 40"/>
          <p:cNvPicPr>
            <a:picLocks noChangeAspect="1"/>
          </p:cNvPicPr>
          <p:nvPr/>
        </p:nvPicPr>
        <p:blipFill>
          <a:blip r:embed="rId3"/>
          <a:stretch>
            <a:fillRect/>
          </a:stretch>
        </p:blipFill>
        <p:spPr>
          <a:xfrm>
            <a:off x="946786" y="1898428"/>
            <a:ext cx="10410327" cy="4495013"/>
          </a:xfrm>
          <a:prstGeom prst="rect">
            <a:avLst/>
          </a:prstGeom>
        </p:spPr>
      </p:pic>
      <p:sp>
        <p:nvSpPr>
          <p:cNvPr id="42" name="Freeform 41"/>
          <p:cNvSpPr/>
          <p:nvPr/>
        </p:nvSpPr>
        <p:spPr bwMode="ltGray">
          <a:xfrm>
            <a:off x="2189747" y="3116180"/>
            <a:ext cx="1407695" cy="1191126"/>
          </a:xfrm>
          <a:custGeom>
            <a:avLst/>
            <a:gdLst>
              <a:gd name="connsiteX0" fmla="*/ 0 w 1407695"/>
              <a:gd name="connsiteY0" fmla="*/ 1191126 h 1191126"/>
              <a:gd name="connsiteX1" fmla="*/ 312821 w 1407695"/>
              <a:gd name="connsiteY1" fmla="*/ 276726 h 1191126"/>
              <a:gd name="connsiteX2" fmla="*/ 1407695 w 1407695"/>
              <a:gd name="connsiteY2" fmla="*/ 0 h 1191126"/>
            </a:gdLst>
            <a:ahLst/>
            <a:cxnLst>
              <a:cxn ang="0">
                <a:pos x="connsiteX0" y="connsiteY0"/>
              </a:cxn>
              <a:cxn ang="0">
                <a:pos x="connsiteX1" y="connsiteY1"/>
              </a:cxn>
              <a:cxn ang="0">
                <a:pos x="connsiteX2" y="connsiteY2"/>
              </a:cxn>
            </a:cxnLst>
            <a:rect l="l" t="t" r="r" b="b"/>
            <a:pathLst>
              <a:path w="1407695" h="1191126">
                <a:moveTo>
                  <a:pt x="0" y="1191126"/>
                </a:moveTo>
                <a:cubicBezTo>
                  <a:pt x="39102" y="833186"/>
                  <a:pt x="78205" y="475247"/>
                  <a:pt x="312821" y="276726"/>
                </a:cubicBezTo>
                <a:cubicBezTo>
                  <a:pt x="547437" y="78205"/>
                  <a:pt x="977566" y="39102"/>
                  <a:pt x="1407695" y="0"/>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Freeform 42"/>
          <p:cNvSpPr/>
          <p:nvPr/>
        </p:nvSpPr>
        <p:spPr bwMode="ltGray">
          <a:xfrm>
            <a:off x="2021305" y="2526632"/>
            <a:ext cx="1190910" cy="1768642"/>
          </a:xfrm>
          <a:custGeom>
            <a:avLst/>
            <a:gdLst>
              <a:gd name="connsiteX0" fmla="*/ 0 w 1190910"/>
              <a:gd name="connsiteY0" fmla="*/ 0 h 1768642"/>
              <a:gd name="connsiteX1" fmla="*/ 1070811 w 1190910"/>
              <a:gd name="connsiteY1" fmla="*/ 589548 h 1768642"/>
              <a:gd name="connsiteX2" fmla="*/ 1118937 w 1190910"/>
              <a:gd name="connsiteY2" fmla="*/ 1768642 h 1768642"/>
            </a:gdLst>
            <a:ahLst/>
            <a:cxnLst>
              <a:cxn ang="0">
                <a:pos x="connsiteX0" y="connsiteY0"/>
              </a:cxn>
              <a:cxn ang="0">
                <a:pos x="connsiteX1" y="connsiteY1"/>
              </a:cxn>
              <a:cxn ang="0">
                <a:pos x="connsiteX2" y="connsiteY2"/>
              </a:cxn>
            </a:cxnLst>
            <a:rect l="l" t="t" r="r" b="b"/>
            <a:pathLst>
              <a:path w="1190910" h="1768642">
                <a:moveTo>
                  <a:pt x="0" y="0"/>
                </a:moveTo>
                <a:cubicBezTo>
                  <a:pt x="442161" y="147387"/>
                  <a:pt x="884322" y="294774"/>
                  <a:pt x="1070811" y="589548"/>
                </a:cubicBezTo>
                <a:cubicBezTo>
                  <a:pt x="1257300" y="884322"/>
                  <a:pt x="1188118" y="1326482"/>
                  <a:pt x="1118937" y="176864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4" name="Group 43"/>
          <p:cNvGrpSpPr/>
          <p:nvPr/>
        </p:nvGrpSpPr>
        <p:grpSpPr>
          <a:xfrm>
            <a:off x="1612232" y="2526632"/>
            <a:ext cx="2009273" cy="1768642"/>
            <a:chOff x="1612232" y="2526632"/>
            <a:chExt cx="2009273" cy="1768642"/>
          </a:xfrm>
        </p:grpSpPr>
        <p:sp>
          <p:nvSpPr>
            <p:cNvPr id="45" name="Freeform 44"/>
            <p:cNvSpPr/>
            <p:nvPr/>
          </p:nvSpPr>
          <p:spPr bwMode="ltGray">
            <a:xfrm>
              <a:off x="1612232" y="3104148"/>
              <a:ext cx="2009273" cy="348987"/>
            </a:xfrm>
            <a:custGeom>
              <a:avLst/>
              <a:gdLst>
                <a:gd name="connsiteX0" fmla="*/ 2009273 w 2009273"/>
                <a:gd name="connsiteY0" fmla="*/ 0 h 348987"/>
                <a:gd name="connsiteX1" fmla="*/ 1106905 w 2009273"/>
                <a:gd name="connsiteY1" fmla="*/ 348916 h 348987"/>
                <a:gd name="connsiteX2" fmla="*/ 0 w 2009273"/>
                <a:gd name="connsiteY2" fmla="*/ 24063 h 348987"/>
              </a:gdLst>
              <a:ahLst/>
              <a:cxnLst>
                <a:cxn ang="0">
                  <a:pos x="connsiteX0" y="connsiteY0"/>
                </a:cxn>
                <a:cxn ang="0">
                  <a:pos x="connsiteX1" y="connsiteY1"/>
                </a:cxn>
                <a:cxn ang="0">
                  <a:pos x="connsiteX2" y="connsiteY2"/>
                </a:cxn>
              </a:cxnLst>
              <a:rect l="l" t="t" r="r" b="b"/>
              <a:pathLst>
                <a:path w="2009273" h="348987">
                  <a:moveTo>
                    <a:pt x="2009273" y="0"/>
                  </a:moveTo>
                  <a:cubicBezTo>
                    <a:pt x="1725528" y="172453"/>
                    <a:pt x="1441784" y="344906"/>
                    <a:pt x="1106905" y="348916"/>
                  </a:cubicBezTo>
                  <a:cubicBezTo>
                    <a:pt x="772026" y="352926"/>
                    <a:pt x="386013" y="188494"/>
                    <a:pt x="0" y="24063"/>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 name="Freeform 45"/>
            <p:cNvSpPr/>
            <p:nvPr/>
          </p:nvSpPr>
          <p:spPr bwMode="ltGray">
            <a:xfrm>
              <a:off x="1696453" y="2526632"/>
              <a:ext cx="1509199" cy="1383632"/>
            </a:xfrm>
            <a:custGeom>
              <a:avLst/>
              <a:gdLst>
                <a:gd name="connsiteX0" fmla="*/ 1467852 w 1509199"/>
                <a:gd name="connsiteY0" fmla="*/ 0 h 1383632"/>
                <a:gd name="connsiteX1" fmla="*/ 1323473 w 1509199"/>
                <a:gd name="connsiteY1" fmla="*/ 806116 h 1383632"/>
                <a:gd name="connsiteX2" fmla="*/ 0 w 1509199"/>
                <a:gd name="connsiteY2" fmla="*/ 1383632 h 1383632"/>
              </a:gdLst>
              <a:ahLst/>
              <a:cxnLst>
                <a:cxn ang="0">
                  <a:pos x="connsiteX0" y="connsiteY0"/>
                </a:cxn>
                <a:cxn ang="0">
                  <a:pos x="connsiteX1" y="connsiteY1"/>
                </a:cxn>
                <a:cxn ang="0">
                  <a:pos x="connsiteX2" y="connsiteY2"/>
                </a:cxn>
              </a:cxnLst>
              <a:rect l="l" t="t" r="r" b="b"/>
              <a:pathLst>
                <a:path w="1509199" h="1383632">
                  <a:moveTo>
                    <a:pt x="1467852" y="0"/>
                  </a:moveTo>
                  <a:cubicBezTo>
                    <a:pt x="1517983" y="287755"/>
                    <a:pt x="1568115" y="575511"/>
                    <a:pt x="1323473" y="806116"/>
                  </a:cubicBezTo>
                  <a:cubicBezTo>
                    <a:pt x="1078831" y="1036721"/>
                    <a:pt x="539415" y="1210176"/>
                    <a:pt x="0" y="138363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Freeform 46"/>
            <p:cNvSpPr/>
            <p:nvPr/>
          </p:nvSpPr>
          <p:spPr bwMode="ltGray">
            <a:xfrm>
              <a:off x="1612232" y="3105137"/>
              <a:ext cx="1515979" cy="1190137"/>
            </a:xfrm>
            <a:custGeom>
              <a:avLst/>
              <a:gdLst>
                <a:gd name="connsiteX0" fmla="*/ 0 w 1515979"/>
                <a:gd name="connsiteY0" fmla="*/ 23074 h 1190137"/>
                <a:gd name="connsiteX1" fmla="*/ 685800 w 1515979"/>
                <a:gd name="connsiteY1" fmla="*/ 155422 h 1190137"/>
                <a:gd name="connsiteX2" fmla="*/ 1515979 w 1515979"/>
                <a:gd name="connsiteY2" fmla="*/ 1190137 h 1190137"/>
              </a:gdLst>
              <a:ahLst/>
              <a:cxnLst>
                <a:cxn ang="0">
                  <a:pos x="connsiteX0" y="connsiteY0"/>
                </a:cxn>
                <a:cxn ang="0">
                  <a:pos x="connsiteX1" y="connsiteY1"/>
                </a:cxn>
                <a:cxn ang="0">
                  <a:pos x="connsiteX2" y="connsiteY2"/>
                </a:cxn>
              </a:cxnLst>
              <a:rect l="l" t="t" r="r" b="b"/>
              <a:pathLst>
                <a:path w="1515979" h="1190137">
                  <a:moveTo>
                    <a:pt x="0" y="23074"/>
                  </a:moveTo>
                  <a:cubicBezTo>
                    <a:pt x="216568" y="-8008"/>
                    <a:pt x="433137" y="-39089"/>
                    <a:pt x="685800" y="155422"/>
                  </a:cubicBezTo>
                  <a:cubicBezTo>
                    <a:pt x="938463" y="349933"/>
                    <a:pt x="1227221" y="770035"/>
                    <a:pt x="1515979" y="1190137"/>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8" name="Freeform 47"/>
          <p:cNvSpPr/>
          <p:nvPr/>
        </p:nvSpPr>
        <p:spPr bwMode="ltGray">
          <a:xfrm>
            <a:off x="2021305" y="2526632"/>
            <a:ext cx="1515979" cy="1383632"/>
          </a:xfrm>
          <a:custGeom>
            <a:avLst/>
            <a:gdLst>
              <a:gd name="connsiteX0" fmla="*/ 0 w 1515979"/>
              <a:gd name="connsiteY0" fmla="*/ 0 h 1383632"/>
              <a:gd name="connsiteX1" fmla="*/ 312821 w 1515979"/>
              <a:gd name="connsiteY1" fmla="*/ 1118937 h 1383632"/>
              <a:gd name="connsiteX2" fmla="*/ 1515979 w 1515979"/>
              <a:gd name="connsiteY2" fmla="*/ 1383632 h 1383632"/>
            </a:gdLst>
            <a:ahLst/>
            <a:cxnLst>
              <a:cxn ang="0">
                <a:pos x="connsiteX0" y="connsiteY0"/>
              </a:cxn>
              <a:cxn ang="0">
                <a:pos x="connsiteX1" y="connsiteY1"/>
              </a:cxn>
              <a:cxn ang="0">
                <a:pos x="connsiteX2" y="connsiteY2"/>
              </a:cxn>
            </a:cxnLst>
            <a:rect l="l" t="t" r="r" b="b"/>
            <a:pathLst>
              <a:path w="1515979" h="1383632">
                <a:moveTo>
                  <a:pt x="0" y="0"/>
                </a:moveTo>
                <a:cubicBezTo>
                  <a:pt x="30079" y="444166"/>
                  <a:pt x="60158" y="888332"/>
                  <a:pt x="312821" y="1118937"/>
                </a:cubicBezTo>
                <a:cubicBezTo>
                  <a:pt x="565484" y="1349542"/>
                  <a:pt x="1040731" y="1366587"/>
                  <a:pt x="1515979" y="138363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9" name="Freeform 48"/>
          <p:cNvSpPr/>
          <p:nvPr/>
        </p:nvSpPr>
        <p:spPr bwMode="ltGray">
          <a:xfrm>
            <a:off x="1612232" y="2550695"/>
            <a:ext cx="1576136" cy="713638"/>
          </a:xfrm>
          <a:custGeom>
            <a:avLst/>
            <a:gdLst>
              <a:gd name="connsiteX0" fmla="*/ 0 w 1576136"/>
              <a:gd name="connsiteY0" fmla="*/ 577516 h 713638"/>
              <a:gd name="connsiteX1" fmla="*/ 1118936 w 1576136"/>
              <a:gd name="connsiteY1" fmla="*/ 673769 h 713638"/>
              <a:gd name="connsiteX2" fmla="*/ 1576136 w 1576136"/>
              <a:gd name="connsiteY2" fmla="*/ 0 h 713638"/>
            </a:gdLst>
            <a:ahLst/>
            <a:cxnLst>
              <a:cxn ang="0">
                <a:pos x="connsiteX0" y="connsiteY0"/>
              </a:cxn>
              <a:cxn ang="0">
                <a:pos x="connsiteX1" y="connsiteY1"/>
              </a:cxn>
              <a:cxn ang="0">
                <a:pos x="connsiteX2" y="connsiteY2"/>
              </a:cxn>
            </a:cxnLst>
            <a:rect l="l" t="t" r="r" b="b"/>
            <a:pathLst>
              <a:path w="1576136" h="713638">
                <a:moveTo>
                  <a:pt x="0" y="577516"/>
                </a:moveTo>
                <a:cubicBezTo>
                  <a:pt x="428123" y="673769"/>
                  <a:pt x="856247" y="770022"/>
                  <a:pt x="1118936" y="673769"/>
                </a:cubicBezTo>
                <a:cubicBezTo>
                  <a:pt x="1381625" y="577516"/>
                  <a:pt x="1478880" y="288758"/>
                  <a:pt x="1576136" y="0"/>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50" name="Group 49"/>
          <p:cNvGrpSpPr/>
          <p:nvPr/>
        </p:nvGrpSpPr>
        <p:grpSpPr>
          <a:xfrm>
            <a:off x="1554590" y="2334127"/>
            <a:ext cx="2093045" cy="2077187"/>
            <a:chOff x="1554590" y="2334127"/>
            <a:chExt cx="2093045" cy="2077187"/>
          </a:xfrm>
        </p:grpSpPr>
        <p:sp>
          <p:nvSpPr>
            <p:cNvPr id="51" name="Oval 50"/>
            <p:cNvSpPr/>
            <p:nvPr/>
          </p:nvSpPr>
          <p:spPr bwMode="ltGray">
            <a:xfrm>
              <a:off x="1564105" y="2334127"/>
              <a:ext cx="2077187" cy="2077187"/>
            </a:xfrm>
            <a:prstGeom prst="ellipse">
              <a:avLst/>
            </a:pr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2" name="Oval 51"/>
            <p:cNvSpPr/>
            <p:nvPr/>
          </p:nvSpPr>
          <p:spPr bwMode="ltGray">
            <a:xfrm>
              <a:off x="1554590" y="3095452"/>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3" name="Oval 52"/>
            <p:cNvSpPr/>
            <p:nvPr/>
          </p:nvSpPr>
          <p:spPr bwMode="ltGray">
            <a:xfrm>
              <a:off x="1986413" y="2488053"/>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4" name="Oval 53"/>
            <p:cNvSpPr/>
            <p:nvPr/>
          </p:nvSpPr>
          <p:spPr bwMode="ltGray">
            <a:xfrm>
              <a:off x="3144264" y="2492796"/>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5" name="Oval 54"/>
            <p:cNvSpPr/>
            <p:nvPr/>
          </p:nvSpPr>
          <p:spPr bwMode="ltGray">
            <a:xfrm>
              <a:off x="3087316" y="4258053"/>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6" name="Oval 55"/>
            <p:cNvSpPr/>
            <p:nvPr/>
          </p:nvSpPr>
          <p:spPr bwMode="ltGray">
            <a:xfrm>
              <a:off x="2152493" y="4286525"/>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7" name="Oval 56"/>
            <p:cNvSpPr/>
            <p:nvPr/>
          </p:nvSpPr>
          <p:spPr bwMode="ltGray">
            <a:xfrm>
              <a:off x="1658979" y="3868934"/>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8" name="Oval 57"/>
            <p:cNvSpPr/>
            <p:nvPr/>
          </p:nvSpPr>
          <p:spPr bwMode="ltGray">
            <a:xfrm>
              <a:off x="3576086" y="3095452"/>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9" name="Oval 58"/>
            <p:cNvSpPr/>
            <p:nvPr/>
          </p:nvSpPr>
          <p:spPr bwMode="ltGray">
            <a:xfrm>
              <a:off x="3495413" y="3868935"/>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grpSp>
      <p:grpSp>
        <p:nvGrpSpPr>
          <p:cNvPr id="60" name="Group 59"/>
          <p:cNvGrpSpPr>
            <a:grpSpLocks noChangeAspect="1"/>
          </p:cNvGrpSpPr>
          <p:nvPr/>
        </p:nvGrpSpPr>
        <p:grpSpPr>
          <a:xfrm>
            <a:off x="1791254" y="4445151"/>
            <a:ext cx="510491" cy="359098"/>
            <a:chOff x="526271" y="7728271"/>
            <a:chExt cx="294568" cy="207213"/>
          </a:xfrm>
          <a:solidFill>
            <a:srgbClr val="0078EF"/>
          </a:solidFill>
        </p:grpSpPr>
        <p:sp>
          <p:nvSpPr>
            <p:cNvPr id="61" name="Freeform 256"/>
            <p:cNvSpPr>
              <a:spLocks noChangeArrowheads="1"/>
            </p:cNvSpPr>
            <p:nvPr/>
          </p:nvSpPr>
          <p:spPr bwMode="auto">
            <a:xfrm>
              <a:off x="526271" y="7728271"/>
              <a:ext cx="294568" cy="207213"/>
            </a:xfrm>
            <a:custGeom>
              <a:avLst/>
              <a:gdLst>
                <a:gd name="T0" fmla="*/ 629 w 640"/>
                <a:gd name="T1" fmla="*/ 362 h 449"/>
                <a:gd name="T2" fmla="*/ 629 w 640"/>
                <a:gd name="T3" fmla="*/ 362 h 449"/>
                <a:gd name="T4" fmla="*/ 596 w 640"/>
                <a:gd name="T5" fmla="*/ 362 h 449"/>
                <a:gd name="T6" fmla="*/ 596 w 640"/>
                <a:gd name="T7" fmla="*/ 46 h 449"/>
                <a:gd name="T8" fmla="*/ 548 w 640"/>
                <a:gd name="T9" fmla="*/ 0 h 449"/>
                <a:gd name="T10" fmla="*/ 87 w 640"/>
                <a:gd name="T11" fmla="*/ 0 h 449"/>
                <a:gd name="T12" fmla="*/ 42 w 640"/>
                <a:gd name="T13" fmla="*/ 46 h 449"/>
                <a:gd name="T14" fmla="*/ 42 w 640"/>
                <a:gd name="T15" fmla="*/ 362 h 449"/>
                <a:gd name="T16" fmla="*/ 11 w 640"/>
                <a:gd name="T17" fmla="*/ 362 h 449"/>
                <a:gd name="T18" fmla="*/ 0 w 640"/>
                <a:gd name="T19" fmla="*/ 374 h 449"/>
                <a:gd name="T20" fmla="*/ 0 w 640"/>
                <a:gd name="T21" fmla="*/ 392 h 449"/>
                <a:gd name="T22" fmla="*/ 47 w 640"/>
                <a:gd name="T23" fmla="*/ 448 h 449"/>
                <a:gd name="T24" fmla="*/ 580 w 640"/>
                <a:gd name="T25" fmla="*/ 448 h 449"/>
                <a:gd name="T26" fmla="*/ 639 w 640"/>
                <a:gd name="T27" fmla="*/ 392 h 449"/>
                <a:gd name="T28" fmla="*/ 639 w 640"/>
                <a:gd name="T29" fmla="*/ 374 h 449"/>
                <a:gd name="T30" fmla="*/ 629 w 640"/>
                <a:gd name="T31" fmla="*/ 362 h 449"/>
                <a:gd name="T32" fmla="*/ 64 w 640"/>
                <a:gd name="T33" fmla="*/ 46 h 449"/>
                <a:gd name="T34" fmla="*/ 64 w 640"/>
                <a:gd name="T35" fmla="*/ 46 h 449"/>
                <a:gd name="T36" fmla="*/ 87 w 640"/>
                <a:gd name="T37" fmla="*/ 22 h 449"/>
                <a:gd name="T38" fmla="*/ 548 w 640"/>
                <a:gd name="T39" fmla="*/ 22 h 449"/>
                <a:gd name="T40" fmla="*/ 575 w 640"/>
                <a:gd name="T41" fmla="*/ 46 h 449"/>
                <a:gd name="T42" fmla="*/ 575 w 640"/>
                <a:gd name="T43" fmla="*/ 362 h 449"/>
                <a:gd name="T44" fmla="*/ 64 w 640"/>
                <a:gd name="T45" fmla="*/ 362 h 449"/>
                <a:gd name="T46" fmla="*/ 64 w 640"/>
                <a:gd name="T47" fmla="*/ 46 h 449"/>
                <a:gd name="T48" fmla="*/ 618 w 640"/>
                <a:gd name="T49" fmla="*/ 392 h 449"/>
                <a:gd name="T50" fmla="*/ 618 w 640"/>
                <a:gd name="T51" fmla="*/ 392 h 449"/>
                <a:gd name="T52" fmla="*/ 580 w 640"/>
                <a:gd name="T53" fmla="*/ 427 h 449"/>
                <a:gd name="T54" fmla="*/ 47 w 640"/>
                <a:gd name="T55" fmla="*/ 427 h 449"/>
                <a:gd name="T56" fmla="*/ 21 w 640"/>
                <a:gd name="T57" fmla="*/ 392 h 449"/>
                <a:gd name="T58" fmla="*/ 21 w 640"/>
                <a:gd name="T59" fmla="*/ 384 h 449"/>
                <a:gd name="T60" fmla="*/ 54 w 640"/>
                <a:gd name="T61" fmla="*/ 384 h 449"/>
                <a:gd name="T62" fmla="*/ 586 w 640"/>
                <a:gd name="T63" fmla="*/ 384 h 449"/>
                <a:gd name="T64" fmla="*/ 618 w 640"/>
                <a:gd name="T65" fmla="*/ 384 h 449"/>
                <a:gd name="T66" fmla="*/ 618 w 640"/>
                <a:gd name="T67" fmla="*/ 392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40" h="449">
                  <a:moveTo>
                    <a:pt x="629" y="362"/>
                  </a:moveTo>
                  <a:lnTo>
                    <a:pt x="629" y="362"/>
                  </a:lnTo>
                  <a:cubicBezTo>
                    <a:pt x="596" y="362"/>
                    <a:pt x="596" y="362"/>
                    <a:pt x="596" y="362"/>
                  </a:cubicBezTo>
                  <a:cubicBezTo>
                    <a:pt x="596" y="46"/>
                    <a:pt x="596" y="46"/>
                    <a:pt x="596" y="46"/>
                  </a:cubicBezTo>
                  <a:cubicBezTo>
                    <a:pt x="596" y="19"/>
                    <a:pt x="577" y="0"/>
                    <a:pt x="548" y="0"/>
                  </a:cubicBezTo>
                  <a:cubicBezTo>
                    <a:pt x="87" y="0"/>
                    <a:pt x="87" y="0"/>
                    <a:pt x="87" y="0"/>
                  </a:cubicBezTo>
                  <a:cubicBezTo>
                    <a:pt x="60" y="0"/>
                    <a:pt x="42" y="19"/>
                    <a:pt x="42" y="46"/>
                  </a:cubicBezTo>
                  <a:cubicBezTo>
                    <a:pt x="42" y="362"/>
                    <a:pt x="42" y="362"/>
                    <a:pt x="42" y="362"/>
                  </a:cubicBezTo>
                  <a:cubicBezTo>
                    <a:pt x="11" y="362"/>
                    <a:pt x="11" y="362"/>
                    <a:pt x="11" y="362"/>
                  </a:cubicBezTo>
                  <a:cubicBezTo>
                    <a:pt x="5" y="362"/>
                    <a:pt x="0" y="368"/>
                    <a:pt x="0" y="374"/>
                  </a:cubicBezTo>
                  <a:cubicBezTo>
                    <a:pt x="0" y="392"/>
                    <a:pt x="0" y="392"/>
                    <a:pt x="0" y="392"/>
                  </a:cubicBezTo>
                  <a:cubicBezTo>
                    <a:pt x="0" y="419"/>
                    <a:pt x="19" y="448"/>
                    <a:pt x="47" y="448"/>
                  </a:cubicBezTo>
                  <a:cubicBezTo>
                    <a:pt x="580" y="448"/>
                    <a:pt x="580" y="448"/>
                    <a:pt x="580" y="448"/>
                  </a:cubicBezTo>
                  <a:cubicBezTo>
                    <a:pt x="609" y="448"/>
                    <a:pt x="639" y="419"/>
                    <a:pt x="639" y="392"/>
                  </a:cubicBezTo>
                  <a:cubicBezTo>
                    <a:pt x="639" y="374"/>
                    <a:pt x="639" y="374"/>
                    <a:pt x="639" y="374"/>
                  </a:cubicBezTo>
                  <a:cubicBezTo>
                    <a:pt x="639" y="368"/>
                    <a:pt x="634" y="362"/>
                    <a:pt x="629" y="362"/>
                  </a:cubicBezTo>
                  <a:close/>
                  <a:moveTo>
                    <a:pt x="64" y="46"/>
                  </a:moveTo>
                  <a:lnTo>
                    <a:pt x="64" y="46"/>
                  </a:lnTo>
                  <a:cubicBezTo>
                    <a:pt x="64" y="30"/>
                    <a:pt x="71" y="22"/>
                    <a:pt x="87" y="22"/>
                  </a:cubicBezTo>
                  <a:cubicBezTo>
                    <a:pt x="548" y="22"/>
                    <a:pt x="548" y="22"/>
                    <a:pt x="548" y="22"/>
                  </a:cubicBezTo>
                  <a:cubicBezTo>
                    <a:pt x="556" y="22"/>
                    <a:pt x="575" y="24"/>
                    <a:pt x="575" y="46"/>
                  </a:cubicBezTo>
                  <a:cubicBezTo>
                    <a:pt x="575" y="362"/>
                    <a:pt x="575" y="362"/>
                    <a:pt x="575" y="362"/>
                  </a:cubicBezTo>
                  <a:cubicBezTo>
                    <a:pt x="64" y="362"/>
                    <a:pt x="64" y="362"/>
                    <a:pt x="64" y="362"/>
                  </a:cubicBezTo>
                  <a:lnTo>
                    <a:pt x="64" y="46"/>
                  </a:lnTo>
                  <a:close/>
                  <a:moveTo>
                    <a:pt x="618" y="392"/>
                  </a:moveTo>
                  <a:lnTo>
                    <a:pt x="618" y="392"/>
                  </a:lnTo>
                  <a:cubicBezTo>
                    <a:pt x="618" y="408"/>
                    <a:pt x="597" y="427"/>
                    <a:pt x="580" y="427"/>
                  </a:cubicBezTo>
                  <a:cubicBezTo>
                    <a:pt x="47" y="427"/>
                    <a:pt x="47" y="427"/>
                    <a:pt x="47" y="427"/>
                  </a:cubicBezTo>
                  <a:cubicBezTo>
                    <a:pt x="32" y="427"/>
                    <a:pt x="21" y="409"/>
                    <a:pt x="21" y="392"/>
                  </a:cubicBezTo>
                  <a:cubicBezTo>
                    <a:pt x="21" y="384"/>
                    <a:pt x="21" y="384"/>
                    <a:pt x="21" y="384"/>
                  </a:cubicBezTo>
                  <a:cubicBezTo>
                    <a:pt x="54" y="384"/>
                    <a:pt x="54" y="384"/>
                    <a:pt x="54" y="384"/>
                  </a:cubicBezTo>
                  <a:cubicBezTo>
                    <a:pt x="586" y="384"/>
                    <a:pt x="586" y="384"/>
                    <a:pt x="586" y="384"/>
                  </a:cubicBezTo>
                  <a:cubicBezTo>
                    <a:pt x="618" y="384"/>
                    <a:pt x="618" y="384"/>
                    <a:pt x="618" y="384"/>
                  </a:cubicBezTo>
                  <a:lnTo>
                    <a:pt x="618" y="39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2" name="Freeform 257"/>
            <p:cNvSpPr>
              <a:spLocks noChangeArrowheads="1"/>
            </p:cNvSpPr>
            <p:nvPr/>
          </p:nvSpPr>
          <p:spPr bwMode="auto">
            <a:xfrm>
              <a:off x="575027" y="7746554"/>
              <a:ext cx="197056" cy="138142"/>
            </a:xfrm>
            <a:custGeom>
              <a:avLst/>
              <a:gdLst>
                <a:gd name="T0" fmla="*/ 415 w 426"/>
                <a:gd name="T1" fmla="*/ 0 h 300"/>
                <a:gd name="T2" fmla="*/ 415 w 426"/>
                <a:gd name="T3" fmla="*/ 0 h 300"/>
                <a:gd name="T4" fmla="*/ 10 w 426"/>
                <a:gd name="T5" fmla="*/ 0 h 300"/>
                <a:gd name="T6" fmla="*/ 0 w 426"/>
                <a:gd name="T7" fmla="*/ 10 h 300"/>
                <a:gd name="T8" fmla="*/ 0 w 426"/>
                <a:gd name="T9" fmla="*/ 288 h 300"/>
                <a:gd name="T10" fmla="*/ 10 w 426"/>
                <a:gd name="T11" fmla="*/ 299 h 300"/>
                <a:gd name="T12" fmla="*/ 415 w 426"/>
                <a:gd name="T13" fmla="*/ 299 h 300"/>
                <a:gd name="T14" fmla="*/ 425 w 426"/>
                <a:gd name="T15" fmla="*/ 288 h 300"/>
                <a:gd name="T16" fmla="*/ 425 w 426"/>
                <a:gd name="T17" fmla="*/ 10 h 300"/>
                <a:gd name="T18" fmla="*/ 415 w 426"/>
                <a:gd name="T19" fmla="*/ 0 h 300"/>
                <a:gd name="T20" fmla="*/ 405 w 426"/>
                <a:gd name="T21" fmla="*/ 278 h 300"/>
                <a:gd name="T22" fmla="*/ 405 w 426"/>
                <a:gd name="T23" fmla="*/ 278 h 300"/>
                <a:gd name="T24" fmla="*/ 21 w 426"/>
                <a:gd name="T25" fmla="*/ 278 h 300"/>
                <a:gd name="T26" fmla="*/ 21 w 426"/>
                <a:gd name="T27" fmla="*/ 22 h 300"/>
                <a:gd name="T28" fmla="*/ 405 w 426"/>
                <a:gd name="T29" fmla="*/ 22 h 300"/>
                <a:gd name="T30" fmla="*/ 405 w 426"/>
                <a:gd name="T31" fmla="*/ 27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6" h="300">
                  <a:moveTo>
                    <a:pt x="415" y="0"/>
                  </a:moveTo>
                  <a:lnTo>
                    <a:pt x="415" y="0"/>
                  </a:lnTo>
                  <a:cubicBezTo>
                    <a:pt x="10" y="0"/>
                    <a:pt x="10" y="0"/>
                    <a:pt x="10" y="0"/>
                  </a:cubicBezTo>
                  <a:cubicBezTo>
                    <a:pt x="4" y="0"/>
                    <a:pt x="0" y="5"/>
                    <a:pt x="0" y="10"/>
                  </a:cubicBezTo>
                  <a:cubicBezTo>
                    <a:pt x="0" y="288"/>
                    <a:pt x="0" y="288"/>
                    <a:pt x="0" y="288"/>
                  </a:cubicBezTo>
                  <a:cubicBezTo>
                    <a:pt x="0" y="293"/>
                    <a:pt x="4" y="299"/>
                    <a:pt x="10" y="299"/>
                  </a:cubicBezTo>
                  <a:cubicBezTo>
                    <a:pt x="415" y="299"/>
                    <a:pt x="415" y="299"/>
                    <a:pt x="415" y="299"/>
                  </a:cubicBezTo>
                  <a:cubicBezTo>
                    <a:pt x="420" y="299"/>
                    <a:pt x="425" y="293"/>
                    <a:pt x="425" y="288"/>
                  </a:cubicBezTo>
                  <a:cubicBezTo>
                    <a:pt x="425" y="10"/>
                    <a:pt x="425" y="10"/>
                    <a:pt x="425" y="10"/>
                  </a:cubicBezTo>
                  <a:cubicBezTo>
                    <a:pt x="425" y="5"/>
                    <a:pt x="420" y="0"/>
                    <a:pt x="415" y="0"/>
                  </a:cubicBezTo>
                  <a:close/>
                  <a:moveTo>
                    <a:pt x="405" y="278"/>
                  </a:moveTo>
                  <a:lnTo>
                    <a:pt x="405" y="278"/>
                  </a:lnTo>
                  <a:cubicBezTo>
                    <a:pt x="21" y="278"/>
                    <a:pt x="21" y="278"/>
                    <a:pt x="21" y="278"/>
                  </a:cubicBezTo>
                  <a:cubicBezTo>
                    <a:pt x="21" y="22"/>
                    <a:pt x="21" y="22"/>
                    <a:pt x="21" y="22"/>
                  </a:cubicBezTo>
                  <a:cubicBezTo>
                    <a:pt x="405" y="22"/>
                    <a:pt x="405" y="22"/>
                    <a:pt x="405" y="22"/>
                  </a:cubicBezTo>
                  <a:lnTo>
                    <a:pt x="405" y="2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63" name="Group 62"/>
          <p:cNvGrpSpPr>
            <a:grpSpLocks noChangeAspect="1"/>
          </p:cNvGrpSpPr>
          <p:nvPr/>
        </p:nvGrpSpPr>
        <p:grpSpPr>
          <a:xfrm>
            <a:off x="3280764" y="2147898"/>
            <a:ext cx="198518" cy="312252"/>
            <a:chOff x="2328211" y="3819668"/>
            <a:chExt cx="195024" cy="306756"/>
          </a:xfrm>
          <a:solidFill>
            <a:srgbClr val="0078EF"/>
          </a:solidFill>
        </p:grpSpPr>
        <p:sp>
          <p:nvSpPr>
            <p:cNvPr id="64" name="Freeform 363"/>
            <p:cNvSpPr>
              <a:spLocks noChangeArrowheads="1"/>
            </p:cNvSpPr>
            <p:nvPr/>
          </p:nvSpPr>
          <p:spPr bwMode="auto">
            <a:xfrm>
              <a:off x="2458226" y="3842014"/>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5" name="Freeform 364"/>
            <p:cNvSpPr>
              <a:spLocks noChangeArrowheads="1"/>
            </p:cNvSpPr>
            <p:nvPr/>
          </p:nvSpPr>
          <p:spPr bwMode="auto">
            <a:xfrm>
              <a:off x="2437911" y="3842014"/>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6" name="Freeform 365"/>
            <p:cNvSpPr>
              <a:spLocks noChangeArrowheads="1"/>
            </p:cNvSpPr>
            <p:nvPr/>
          </p:nvSpPr>
          <p:spPr bwMode="auto">
            <a:xfrm>
              <a:off x="2478541" y="3864361"/>
              <a:ext cx="14220" cy="14220"/>
            </a:xfrm>
            <a:custGeom>
              <a:avLst/>
              <a:gdLst>
                <a:gd name="T0" fmla="*/ 32 w 33"/>
                <a:gd name="T1" fmla="*/ 0 h 32"/>
                <a:gd name="T2" fmla="*/ 0 w 33"/>
                <a:gd name="T3" fmla="*/ 0 h 32"/>
                <a:gd name="T4" fmla="*/ 0 w 33"/>
                <a:gd name="T5" fmla="*/ 31 h 32"/>
                <a:gd name="T6" fmla="*/ 32 w 33"/>
                <a:gd name="T7" fmla="*/ 31 h 32"/>
                <a:gd name="T8" fmla="*/ 32 w 33"/>
                <a:gd name="T9" fmla="*/ 0 h 32"/>
              </a:gdLst>
              <a:ahLst/>
              <a:cxnLst>
                <a:cxn ang="0">
                  <a:pos x="T0" y="T1"/>
                </a:cxn>
                <a:cxn ang="0">
                  <a:pos x="T2" y="T3"/>
                </a:cxn>
                <a:cxn ang="0">
                  <a:pos x="T4" y="T5"/>
                </a:cxn>
                <a:cxn ang="0">
                  <a:pos x="T6" y="T7"/>
                </a:cxn>
                <a:cxn ang="0">
                  <a:pos x="T8" y="T9"/>
                </a:cxn>
              </a:cxnLst>
              <a:rect l="0" t="0" r="r" b="b"/>
              <a:pathLst>
                <a:path w="33" h="32">
                  <a:moveTo>
                    <a:pt x="32" y="0"/>
                  </a:moveTo>
                  <a:lnTo>
                    <a:pt x="0" y="0"/>
                  </a:lnTo>
                  <a:lnTo>
                    <a:pt x="0" y="31"/>
                  </a:lnTo>
                  <a:lnTo>
                    <a:pt x="32" y="31"/>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7" name="Freeform 366"/>
            <p:cNvSpPr>
              <a:spLocks noChangeArrowheads="1"/>
            </p:cNvSpPr>
            <p:nvPr/>
          </p:nvSpPr>
          <p:spPr bwMode="auto">
            <a:xfrm>
              <a:off x="2458226" y="3864361"/>
              <a:ext cx="14220" cy="14220"/>
            </a:xfrm>
            <a:custGeom>
              <a:avLst/>
              <a:gdLst>
                <a:gd name="T0" fmla="*/ 32 w 33"/>
                <a:gd name="T1" fmla="*/ 0 h 32"/>
                <a:gd name="T2" fmla="*/ 0 w 33"/>
                <a:gd name="T3" fmla="*/ 0 h 32"/>
                <a:gd name="T4" fmla="*/ 0 w 33"/>
                <a:gd name="T5" fmla="*/ 31 h 32"/>
                <a:gd name="T6" fmla="*/ 32 w 33"/>
                <a:gd name="T7" fmla="*/ 31 h 32"/>
                <a:gd name="T8" fmla="*/ 32 w 33"/>
                <a:gd name="T9" fmla="*/ 0 h 32"/>
              </a:gdLst>
              <a:ahLst/>
              <a:cxnLst>
                <a:cxn ang="0">
                  <a:pos x="T0" y="T1"/>
                </a:cxn>
                <a:cxn ang="0">
                  <a:pos x="T2" y="T3"/>
                </a:cxn>
                <a:cxn ang="0">
                  <a:pos x="T4" y="T5"/>
                </a:cxn>
                <a:cxn ang="0">
                  <a:pos x="T6" y="T7"/>
                </a:cxn>
                <a:cxn ang="0">
                  <a:pos x="T8" y="T9"/>
                </a:cxn>
              </a:cxnLst>
              <a:rect l="0" t="0" r="r" b="b"/>
              <a:pathLst>
                <a:path w="33" h="32">
                  <a:moveTo>
                    <a:pt x="32" y="0"/>
                  </a:moveTo>
                  <a:lnTo>
                    <a:pt x="0" y="0"/>
                  </a:lnTo>
                  <a:lnTo>
                    <a:pt x="0" y="31"/>
                  </a:lnTo>
                  <a:lnTo>
                    <a:pt x="32" y="31"/>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8" name="Freeform 367"/>
            <p:cNvSpPr>
              <a:spLocks noChangeArrowheads="1"/>
            </p:cNvSpPr>
            <p:nvPr/>
          </p:nvSpPr>
          <p:spPr bwMode="auto">
            <a:xfrm>
              <a:off x="2458226" y="3939526"/>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9" name="Freeform 368"/>
            <p:cNvSpPr>
              <a:spLocks noChangeArrowheads="1"/>
            </p:cNvSpPr>
            <p:nvPr/>
          </p:nvSpPr>
          <p:spPr bwMode="auto">
            <a:xfrm>
              <a:off x="2437911" y="3939526"/>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0" name="Freeform 369"/>
            <p:cNvSpPr>
              <a:spLocks noChangeArrowheads="1"/>
            </p:cNvSpPr>
            <p:nvPr/>
          </p:nvSpPr>
          <p:spPr bwMode="auto">
            <a:xfrm>
              <a:off x="2478541" y="3961873"/>
              <a:ext cx="14220" cy="16252"/>
            </a:xfrm>
            <a:custGeom>
              <a:avLst/>
              <a:gdLst>
                <a:gd name="T0" fmla="*/ 32 w 33"/>
                <a:gd name="T1" fmla="*/ 0 h 35"/>
                <a:gd name="T2" fmla="*/ 0 w 33"/>
                <a:gd name="T3" fmla="*/ 0 h 35"/>
                <a:gd name="T4" fmla="*/ 0 w 33"/>
                <a:gd name="T5" fmla="*/ 34 h 35"/>
                <a:gd name="T6" fmla="*/ 32 w 33"/>
                <a:gd name="T7" fmla="*/ 34 h 35"/>
                <a:gd name="T8" fmla="*/ 32 w 33"/>
                <a:gd name="T9" fmla="*/ 0 h 35"/>
              </a:gdLst>
              <a:ahLst/>
              <a:cxnLst>
                <a:cxn ang="0">
                  <a:pos x="T0" y="T1"/>
                </a:cxn>
                <a:cxn ang="0">
                  <a:pos x="T2" y="T3"/>
                </a:cxn>
                <a:cxn ang="0">
                  <a:pos x="T4" y="T5"/>
                </a:cxn>
                <a:cxn ang="0">
                  <a:pos x="T6" y="T7"/>
                </a:cxn>
                <a:cxn ang="0">
                  <a:pos x="T8" y="T9"/>
                </a:cxn>
              </a:cxnLst>
              <a:rect l="0" t="0" r="r" b="b"/>
              <a:pathLst>
                <a:path w="33" h="35">
                  <a:moveTo>
                    <a:pt x="32" y="0"/>
                  </a:moveTo>
                  <a:lnTo>
                    <a:pt x="0" y="0"/>
                  </a:lnTo>
                  <a:lnTo>
                    <a:pt x="0" y="34"/>
                  </a:lnTo>
                  <a:lnTo>
                    <a:pt x="32" y="34"/>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1" name="Freeform 370"/>
            <p:cNvSpPr>
              <a:spLocks noChangeArrowheads="1"/>
            </p:cNvSpPr>
            <p:nvPr/>
          </p:nvSpPr>
          <p:spPr bwMode="auto">
            <a:xfrm>
              <a:off x="2458226" y="3961873"/>
              <a:ext cx="14220" cy="16252"/>
            </a:xfrm>
            <a:custGeom>
              <a:avLst/>
              <a:gdLst>
                <a:gd name="T0" fmla="*/ 32 w 33"/>
                <a:gd name="T1" fmla="*/ 0 h 35"/>
                <a:gd name="T2" fmla="*/ 0 w 33"/>
                <a:gd name="T3" fmla="*/ 0 h 35"/>
                <a:gd name="T4" fmla="*/ 0 w 33"/>
                <a:gd name="T5" fmla="*/ 34 h 35"/>
                <a:gd name="T6" fmla="*/ 32 w 33"/>
                <a:gd name="T7" fmla="*/ 34 h 35"/>
                <a:gd name="T8" fmla="*/ 32 w 33"/>
                <a:gd name="T9" fmla="*/ 0 h 35"/>
              </a:gdLst>
              <a:ahLst/>
              <a:cxnLst>
                <a:cxn ang="0">
                  <a:pos x="T0" y="T1"/>
                </a:cxn>
                <a:cxn ang="0">
                  <a:pos x="T2" y="T3"/>
                </a:cxn>
                <a:cxn ang="0">
                  <a:pos x="T4" y="T5"/>
                </a:cxn>
                <a:cxn ang="0">
                  <a:pos x="T6" y="T7"/>
                </a:cxn>
                <a:cxn ang="0">
                  <a:pos x="T8" y="T9"/>
                </a:cxn>
              </a:cxnLst>
              <a:rect l="0" t="0" r="r" b="b"/>
              <a:pathLst>
                <a:path w="33" h="35">
                  <a:moveTo>
                    <a:pt x="32" y="0"/>
                  </a:moveTo>
                  <a:lnTo>
                    <a:pt x="0" y="0"/>
                  </a:lnTo>
                  <a:lnTo>
                    <a:pt x="0" y="34"/>
                  </a:lnTo>
                  <a:lnTo>
                    <a:pt x="32" y="34"/>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2" name="Freeform 371"/>
            <p:cNvSpPr>
              <a:spLocks noChangeArrowheads="1"/>
            </p:cNvSpPr>
            <p:nvPr/>
          </p:nvSpPr>
          <p:spPr bwMode="auto">
            <a:xfrm>
              <a:off x="2354619" y="3945621"/>
              <a:ext cx="48756" cy="46724"/>
            </a:xfrm>
            <a:custGeom>
              <a:avLst/>
              <a:gdLst>
                <a:gd name="T0" fmla="*/ 61 w 104"/>
                <a:gd name="T1" fmla="*/ 102 h 103"/>
                <a:gd name="T2" fmla="*/ 103 w 104"/>
                <a:gd name="T3" fmla="*/ 0 h 103"/>
                <a:gd name="T4" fmla="*/ 79 w 104"/>
                <a:gd name="T5" fmla="*/ 0 h 103"/>
                <a:gd name="T6" fmla="*/ 51 w 104"/>
                <a:gd name="T7" fmla="*/ 72 h 103"/>
                <a:gd name="T8" fmla="*/ 25 w 104"/>
                <a:gd name="T9" fmla="*/ 0 h 103"/>
                <a:gd name="T10" fmla="*/ 0 w 104"/>
                <a:gd name="T11" fmla="*/ 0 h 103"/>
                <a:gd name="T12" fmla="*/ 41 w 104"/>
                <a:gd name="T13" fmla="*/ 102 h 103"/>
                <a:gd name="T14" fmla="*/ 61 w 104"/>
                <a:gd name="T15" fmla="*/ 102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103">
                  <a:moveTo>
                    <a:pt x="61" y="102"/>
                  </a:moveTo>
                  <a:lnTo>
                    <a:pt x="103" y="0"/>
                  </a:lnTo>
                  <a:lnTo>
                    <a:pt x="79" y="0"/>
                  </a:lnTo>
                  <a:lnTo>
                    <a:pt x="51" y="72"/>
                  </a:lnTo>
                  <a:lnTo>
                    <a:pt x="25" y="0"/>
                  </a:lnTo>
                  <a:lnTo>
                    <a:pt x="0" y="0"/>
                  </a:lnTo>
                  <a:lnTo>
                    <a:pt x="41" y="102"/>
                  </a:lnTo>
                  <a:lnTo>
                    <a:pt x="61" y="10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3" name="Freeform 372"/>
            <p:cNvSpPr>
              <a:spLocks noChangeArrowheads="1"/>
            </p:cNvSpPr>
            <p:nvPr/>
          </p:nvSpPr>
          <p:spPr bwMode="auto">
            <a:xfrm>
              <a:off x="2360714" y="3846077"/>
              <a:ext cx="38598" cy="48756"/>
            </a:xfrm>
            <a:custGeom>
              <a:avLst/>
              <a:gdLst>
                <a:gd name="T0" fmla="*/ 23 w 82"/>
                <a:gd name="T1" fmla="*/ 73 h 104"/>
                <a:gd name="T2" fmla="*/ 23 w 82"/>
                <a:gd name="T3" fmla="*/ 73 h 104"/>
                <a:gd name="T4" fmla="*/ 39 w 82"/>
                <a:gd name="T5" fmla="*/ 73 h 104"/>
                <a:gd name="T6" fmla="*/ 81 w 82"/>
                <a:gd name="T7" fmla="*/ 37 h 104"/>
                <a:gd name="T8" fmla="*/ 81 w 82"/>
                <a:gd name="T9" fmla="*/ 37 h 104"/>
                <a:gd name="T10" fmla="*/ 42 w 82"/>
                <a:gd name="T11" fmla="*/ 0 h 104"/>
                <a:gd name="T12" fmla="*/ 0 w 82"/>
                <a:gd name="T13" fmla="*/ 0 h 104"/>
                <a:gd name="T14" fmla="*/ 0 w 82"/>
                <a:gd name="T15" fmla="*/ 103 h 104"/>
                <a:gd name="T16" fmla="*/ 23 w 82"/>
                <a:gd name="T17" fmla="*/ 103 h 104"/>
                <a:gd name="T18" fmla="*/ 23 w 82"/>
                <a:gd name="T19" fmla="*/ 73 h 104"/>
                <a:gd name="T20" fmla="*/ 23 w 82"/>
                <a:gd name="T21" fmla="*/ 21 h 104"/>
                <a:gd name="T22" fmla="*/ 23 w 82"/>
                <a:gd name="T23" fmla="*/ 21 h 104"/>
                <a:gd name="T24" fmla="*/ 39 w 82"/>
                <a:gd name="T25" fmla="*/ 21 h 104"/>
                <a:gd name="T26" fmla="*/ 58 w 82"/>
                <a:gd name="T27" fmla="*/ 37 h 104"/>
                <a:gd name="T28" fmla="*/ 58 w 82"/>
                <a:gd name="T29" fmla="*/ 38 h 104"/>
                <a:gd name="T30" fmla="*/ 41 w 82"/>
                <a:gd name="T31" fmla="*/ 53 h 104"/>
                <a:gd name="T32" fmla="*/ 23 w 82"/>
                <a:gd name="T33" fmla="*/ 53 h 104"/>
                <a:gd name="T34" fmla="*/ 23 w 82"/>
                <a:gd name="T35" fmla="*/ 2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 h="104">
                  <a:moveTo>
                    <a:pt x="23" y="73"/>
                  </a:moveTo>
                  <a:lnTo>
                    <a:pt x="23" y="73"/>
                  </a:lnTo>
                  <a:cubicBezTo>
                    <a:pt x="39" y="73"/>
                    <a:pt x="39" y="73"/>
                    <a:pt x="39" y="73"/>
                  </a:cubicBezTo>
                  <a:cubicBezTo>
                    <a:pt x="62" y="73"/>
                    <a:pt x="81" y="60"/>
                    <a:pt x="81" y="37"/>
                  </a:cubicBezTo>
                  <a:lnTo>
                    <a:pt x="81" y="37"/>
                  </a:lnTo>
                  <a:cubicBezTo>
                    <a:pt x="81" y="16"/>
                    <a:pt x="66" y="0"/>
                    <a:pt x="42" y="0"/>
                  </a:cubicBezTo>
                  <a:cubicBezTo>
                    <a:pt x="0" y="0"/>
                    <a:pt x="0" y="0"/>
                    <a:pt x="0" y="0"/>
                  </a:cubicBezTo>
                  <a:cubicBezTo>
                    <a:pt x="0" y="103"/>
                    <a:pt x="0" y="103"/>
                    <a:pt x="0" y="103"/>
                  </a:cubicBezTo>
                  <a:cubicBezTo>
                    <a:pt x="23" y="103"/>
                    <a:pt x="23" y="103"/>
                    <a:pt x="23" y="103"/>
                  </a:cubicBezTo>
                  <a:lnTo>
                    <a:pt x="23" y="73"/>
                  </a:lnTo>
                  <a:close/>
                  <a:moveTo>
                    <a:pt x="23" y="21"/>
                  </a:moveTo>
                  <a:lnTo>
                    <a:pt x="23" y="21"/>
                  </a:lnTo>
                  <a:cubicBezTo>
                    <a:pt x="39" y="21"/>
                    <a:pt x="39" y="21"/>
                    <a:pt x="39" y="21"/>
                  </a:cubicBezTo>
                  <a:cubicBezTo>
                    <a:pt x="51" y="21"/>
                    <a:pt x="58" y="28"/>
                    <a:pt x="58" y="37"/>
                  </a:cubicBezTo>
                  <a:cubicBezTo>
                    <a:pt x="58" y="38"/>
                    <a:pt x="58" y="38"/>
                    <a:pt x="58" y="38"/>
                  </a:cubicBezTo>
                  <a:cubicBezTo>
                    <a:pt x="58" y="46"/>
                    <a:pt x="52" y="53"/>
                    <a:pt x="41" y="53"/>
                  </a:cubicBezTo>
                  <a:cubicBezTo>
                    <a:pt x="23" y="53"/>
                    <a:pt x="23" y="53"/>
                    <a:pt x="23" y="53"/>
                  </a:cubicBezTo>
                  <a:lnTo>
                    <a:pt x="23" y="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4" name="Freeform 373"/>
            <p:cNvSpPr>
              <a:spLocks noChangeArrowheads="1"/>
            </p:cNvSpPr>
            <p:nvPr/>
          </p:nvSpPr>
          <p:spPr bwMode="auto">
            <a:xfrm>
              <a:off x="2360714" y="4043133"/>
              <a:ext cx="38598" cy="46724"/>
            </a:xfrm>
            <a:custGeom>
              <a:avLst/>
              <a:gdLst>
                <a:gd name="T0" fmla="*/ 23 w 82"/>
                <a:gd name="T1" fmla="*/ 71 h 103"/>
                <a:gd name="T2" fmla="*/ 23 w 82"/>
                <a:gd name="T3" fmla="*/ 71 h 103"/>
                <a:gd name="T4" fmla="*/ 39 w 82"/>
                <a:gd name="T5" fmla="*/ 71 h 103"/>
                <a:gd name="T6" fmla="*/ 81 w 82"/>
                <a:gd name="T7" fmla="*/ 37 h 103"/>
                <a:gd name="T8" fmla="*/ 81 w 82"/>
                <a:gd name="T9" fmla="*/ 36 h 103"/>
                <a:gd name="T10" fmla="*/ 42 w 82"/>
                <a:gd name="T11" fmla="*/ 0 h 103"/>
                <a:gd name="T12" fmla="*/ 0 w 82"/>
                <a:gd name="T13" fmla="*/ 0 h 103"/>
                <a:gd name="T14" fmla="*/ 0 w 82"/>
                <a:gd name="T15" fmla="*/ 102 h 103"/>
                <a:gd name="T16" fmla="*/ 23 w 82"/>
                <a:gd name="T17" fmla="*/ 102 h 103"/>
                <a:gd name="T18" fmla="*/ 23 w 82"/>
                <a:gd name="T19" fmla="*/ 71 h 103"/>
                <a:gd name="T20" fmla="*/ 23 w 82"/>
                <a:gd name="T21" fmla="*/ 20 h 103"/>
                <a:gd name="T22" fmla="*/ 23 w 82"/>
                <a:gd name="T23" fmla="*/ 20 h 103"/>
                <a:gd name="T24" fmla="*/ 39 w 82"/>
                <a:gd name="T25" fmla="*/ 20 h 103"/>
                <a:gd name="T26" fmla="*/ 58 w 82"/>
                <a:gd name="T27" fmla="*/ 37 h 103"/>
                <a:gd name="T28" fmla="*/ 58 w 82"/>
                <a:gd name="T29" fmla="*/ 37 h 103"/>
                <a:gd name="T30" fmla="*/ 41 w 82"/>
                <a:gd name="T31" fmla="*/ 51 h 103"/>
                <a:gd name="T32" fmla="*/ 23 w 82"/>
                <a:gd name="T33" fmla="*/ 51 h 103"/>
                <a:gd name="T34" fmla="*/ 23 w 82"/>
                <a:gd name="T35" fmla="*/ 2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 h="103">
                  <a:moveTo>
                    <a:pt x="23" y="71"/>
                  </a:moveTo>
                  <a:lnTo>
                    <a:pt x="23" y="71"/>
                  </a:lnTo>
                  <a:cubicBezTo>
                    <a:pt x="39" y="71"/>
                    <a:pt x="39" y="71"/>
                    <a:pt x="39" y="71"/>
                  </a:cubicBezTo>
                  <a:cubicBezTo>
                    <a:pt x="62" y="71"/>
                    <a:pt x="81" y="60"/>
                    <a:pt x="81" y="37"/>
                  </a:cubicBezTo>
                  <a:cubicBezTo>
                    <a:pt x="81" y="36"/>
                    <a:pt x="81" y="36"/>
                    <a:pt x="81" y="36"/>
                  </a:cubicBezTo>
                  <a:cubicBezTo>
                    <a:pt x="81" y="15"/>
                    <a:pt x="66" y="0"/>
                    <a:pt x="42" y="0"/>
                  </a:cubicBezTo>
                  <a:cubicBezTo>
                    <a:pt x="0" y="0"/>
                    <a:pt x="0" y="0"/>
                    <a:pt x="0" y="0"/>
                  </a:cubicBezTo>
                  <a:cubicBezTo>
                    <a:pt x="0" y="102"/>
                    <a:pt x="0" y="102"/>
                    <a:pt x="0" y="102"/>
                  </a:cubicBezTo>
                  <a:cubicBezTo>
                    <a:pt x="23" y="102"/>
                    <a:pt x="23" y="102"/>
                    <a:pt x="23" y="102"/>
                  </a:cubicBezTo>
                  <a:lnTo>
                    <a:pt x="23" y="71"/>
                  </a:lnTo>
                  <a:close/>
                  <a:moveTo>
                    <a:pt x="23" y="20"/>
                  </a:moveTo>
                  <a:lnTo>
                    <a:pt x="23" y="20"/>
                  </a:lnTo>
                  <a:cubicBezTo>
                    <a:pt x="39" y="20"/>
                    <a:pt x="39" y="20"/>
                    <a:pt x="39" y="20"/>
                  </a:cubicBezTo>
                  <a:cubicBezTo>
                    <a:pt x="51" y="20"/>
                    <a:pt x="58" y="26"/>
                    <a:pt x="58" y="37"/>
                  </a:cubicBezTo>
                  <a:lnTo>
                    <a:pt x="58" y="37"/>
                  </a:lnTo>
                  <a:cubicBezTo>
                    <a:pt x="58" y="45"/>
                    <a:pt x="52" y="51"/>
                    <a:pt x="41" y="51"/>
                  </a:cubicBezTo>
                  <a:cubicBezTo>
                    <a:pt x="23" y="51"/>
                    <a:pt x="23" y="51"/>
                    <a:pt x="23" y="51"/>
                  </a:cubicBezTo>
                  <a:lnTo>
                    <a:pt x="23" y="2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5" name="Freeform 374"/>
            <p:cNvSpPr>
              <a:spLocks noChangeArrowheads="1"/>
            </p:cNvSpPr>
            <p:nvPr/>
          </p:nvSpPr>
          <p:spPr bwMode="auto">
            <a:xfrm>
              <a:off x="2458226" y="4039070"/>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6" name="Freeform 375"/>
            <p:cNvSpPr>
              <a:spLocks noChangeArrowheads="1"/>
            </p:cNvSpPr>
            <p:nvPr/>
          </p:nvSpPr>
          <p:spPr bwMode="auto">
            <a:xfrm>
              <a:off x="2437911" y="4039070"/>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7" name="Freeform 376"/>
            <p:cNvSpPr>
              <a:spLocks noChangeArrowheads="1"/>
            </p:cNvSpPr>
            <p:nvPr/>
          </p:nvSpPr>
          <p:spPr bwMode="auto">
            <a:xfrm>
              <a:off x="2478541" y="4061416"/>
              <a:ext cx="14220" cy="14221"/>
            </a:xfrm>
            <a:custGeom>
              <a:avLst/>
              <a:gdLst>
                <a:gd name="T0" fmla="*/ 32 w 33"/>
                <a:gd name="T1" fmla="*/ 0 h 33"/>
                <a:gd name="T2" fmla="*/ 0 w 33"/>
                <a:gd name="T3" fmla="*/ 0 h 33"/>
                <a:gd name="T4" fmla="*/ 0 w 33"/>
                <a:gd name="T5" fmla="*/ 32 h 33"/>
                <a:gd name="T6" fmla="*/ 32 w 33"/>
                <a:gd name="T7" fmla="*/ 32 h 33"/>
                <a:gd name="T8" fmla="*/ 32 w 33"/>
                <a:gd name="T9" fmla="*/ 0 h 33"/>
              </a:gdLst>
              <a:ahLst/>
              <a:cxnLst>
                <a:cxn ang="0">
                  <a:pos x="T0" y="T1"/>
                </a:cxn>
                <a:cxn ang="0">
                  <a:pos x="T2" y="T3"/>
                </a:cxn>
                <a:cxn ang="0">
                  <a:pos x="T4" y="T5"/>
                </a:cxn>
                <a:cxn ang="0">
                  <a:pos x="T6" y="T7"/>
                </a:cxn>
                <a:cxn ang="0">
                  <a:pos x="T8" y="T9"/>
                </a:cxn>
              </a:cxnLst>
              <a:rect l="0" t="0" r="r" b="b"/>
              <a:pathLst>
                <a:path w="33" h="33">
                  <a:moveTo>
                    <a:pt x="32" y="0"/>
                  </a:moveTo>
                  <a:lnTo>
                    <a:pt x="0" y="0"/>
                  </a:lnTo>
                  <a:lnTo>
                    <a:pt x="0" y="32"/>
                  </a:lnTo>
                  <a:lnTo>
                    <a:pt x="32" y="32"/>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8" name="Freeform 377"/>
            <p:cNvSpPr>
              <a:spLocks noChangeArrowheads="1"/>
            </p:cNvSpPr>
            <p:nvPr/>
          </p:nvSpPr>
          <p:spPr bwMode="auto">
            <a:xfrm>
              <a:off x="2458226" y="4061416"/>
              <a:ext cx="14220" cy="14221"/>
            </a:xfrm>
            <a:custGeom>
              <a:avLst/>
              <a:gdLst>
                <a:gd name="T0" fmla="*/ 32 w 33"/>
                <a:gd name="T1" fmla="*/ 0 h 33"/>
                <a:gd name="T2" fmla="*/ 0 w 33"/>
                <a:gd name="T3" fmla="*/ 0 h 33"/>
                <a:gd name="T4" fmla="*/ 0 w 33"/>
                <a:gd name="T5" fmla="*/ 32 h 33"/>
                <a:gd name="T6" fmla="*/ 32 w 33"/>
                <a:gd name="T7" fmla="*/ 32 h 33"/>
                <a:gd name="T8" fmla="*/ 32 w 33"/>
                <a:gd name="T9" fmla="*/ 0 h 33"/>
              </a:gdLst>
              <a:ahLst/>
              <a:cxnLst>
                <a:cxn ang="0">
                  <a:pos x="T0" y="T1"/>
                </a:cxn>
                <a:cxn ang="0">
                  <a:pos x="T2" y="T3"/>
                </a:cxn>
                <a:cxn ang="0">
                  <a:pos x="T4" y="T5"/>
                </a:cxn>
                <a:cxn ang="0">
                  <a:pos x="T6" y="T7"/>
                </a:cxn>
                <a:cxn ang="0">
                  <a:pos x="T8" y="T9"/>
                </a:cxn>
              </a:cxnLst>
              <a:rect l="0" t="0" r="r" b="b"/>
              <a:pathLst>
                <a:path w="33" h="33">
                  <a:moveTo>
                    <a:pt x="32" y="0"/>
                  </a:moveTo>
                  <a:lnTo>
                    <a:pt x="0" y="0"/>
                  </a:lnTo>
                  <a:lnTo>
                    <a:pt x="0" y="32"/>
                  </a:lnTo>
                  <a:lnTo>
                    <a:pt x="32" y="32"/>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9" name="Freeform 378"/>
            <p:cNvSpPr>
              <a:spLocks noChangeArrowheads="1"/>
            </p:cNvSpPr>
            <p:nvPr/>
          </p:nvSpPr>
          <p:spPr bwMode="auto">
            <a:xfrm>
              <a:off x="2328211" y="3819668"/>
              <a:ext cx="195024" cy="306756"/>
            </a:xfrm>
            <a:custGeom>
              <a:avLst/>
              <a:gdLst>
                <a:gd name="T0" fmla="*/ 0 w 424"/>
                <a:gd name="T1" fmla="*/ 621 h 665"/>
                <a:gd name="T2" fmla="*/ 0 w 424"/>
                <a:gd name="T3" fmla="*/ 621 h 665"/>
                <a:gd name="T4" fmla="*/ 42 w 424"/>
                <a:gd name="T5" fmla="*/ 664 h 665"/>
                <a:gd name="T6" fmla="*/ 381 w 424"/>
                <a:gd name="T7" fmla="*/ 664 h 665"/>
                <a:gd name="T8" fmla="*/ 423 w 424"/>
                <a:gd name="T9" fmla="*/ 621 h 665"/>
                <a:gd name="T10" fmla="*/ 423 w 424"/>
                <a:gd name="T11" fmla="*/ 470 h 665"/>
                <a:gd name="T12" fmla="*/ 408 w 424"/>
                <a:gd name="T13" fmla="*/ 439 h 665"/>
                <a:gd name="T14" fmla="*/ 423 w 424"/>
                <a:gd name="T15" fmla="*/ 407 h 665"/>
                <a:gd name="T16" fmla="*/ 423 w 424"/>
                <a:gd name="T17" fmla="*/ 256 h 665"/>
                <a:gd name="T18" fmla="*/ 409 w 424"/>
                <a:gd name="T19" fmla="*/ 224 h 665"/>
                <a:gd name="T20" fmla="*/ 423 w 424"/>
                <a:gd name="T21" fmla="*/ 192 h 665"/>
                <a:gd name="T22" fmla="*/ 423 w 424"/>
                <a:gd name="T23" fmla="*/ 42 h 665"/>
                <a:gd name="T24" fmla="*/ 381 w 424"/>
                <a:gd name="T25" fmla="*/ 0 h 665"/>
                <a:gd name="T26" fmla="*/ 42 w 424"/>
                <a:gd name="T27" fmla="*/ 0 h 665"/>
                <a:gd name="T28" fmla="*/ 0 w 424"/>
                <a:gd name="T29" fmla="*/ 42 h 665"/>
                <a:gd name="T30" fmla="*/ 0 w 424"/>
                <a:gd name="T31" fmla="*/ 192 h 665"/>
                <a:gd name="T32" fmla="*/ 14 w 424"/>
                <a:gd name="T33" fmla="*/ 224 h 665"/>
                <a:gd name="T34" fmla="*/ 0 w 424"/>
                <a:gd name="T35" fmla="*/ 256 h 665"/>
                <a:gd name="T36" fmla="*/ 0 w 424"/>
                <a:gd name="T37" fmla="*/ 407 h 665"/>
                <a:gd name="T38" fmla="*/ 14 w 424"/>
                <a:gd name="T39" fmla="*/ 439 h 665"/>
                <a:gd name="T40" fmla="*/ 0 w 424"/>
                <a:gd name="T41" fmla="*/ 470 h 665"/>
                <a:gd name="T42" fmla="*/ 0 w 424"/>
                <a:gd name="T43" fmla="*/ 621 h 665"/>
                <a:gd name="T44" fmla="*/ 21 w 424"/>
                <a:gd name="T45" fmla="*/ 42 h 665"/>
                <a:gd name="T46" fmla="*/ 21 w 424"/>
                <a:gd name="T47" fmla="*/ 42 h 665"/>
                <a:gd name="T48" fmla="*/ 42 w 424"/>
                <a:gd name="T49" fmla="*/ 21 h 665"/>
                <a:gd name="T50" fmla="*/ 381 w 424"/>
                <a:gd name="T51" fmla="*/ 21 h 665"/>
                <a:gd name="T52" fmla="*/ 402 w 424"/>
                <a:gd name="T53" fmla="*/ 42 h 665"/>
                <a:gd name="T54" fmla="*/ 402 w 424"/>
                <a:gd name="T55" fmla="*/ 192 h 665"/>
                <a:gd name="T56" fmla="*/ 381 w 424"/>
                <a:gd name="T57" fmla="*/ 213 h 665"/>
                <a:gd name="T58" fmla="*/ 42 w 424"/>
                <a:gd name="T59" fmla="*/ 213 h 665"/>
                <a:gd name="T60" fmla="*/ 21 w 424"/>
                <a:gd name="T61" fmla="*/ 192 h 665"/>
                <a:gd name="T62" fmla="*/ 21 w 424"/>
                <a:gd name="T63" fmla="*/ 42 h 665"/>
                <a:gd name="T64" fmla="*/ 21 w 424"/>
                <a:gd name="T65" fmla="*/ 256 h 665"/>
                <a:gd name="T66" fmla="*/ 21 w 424"/>
                <a:gd name="T67" fmla="*/ 256 h 665"/>
                <a:gd name="T68" fmla="*/ 42 w 424"/>
                <a:gd name="T69" fmla="*/ 235 h 665"/>
                <a:gd name="T70" fmla="*/ 381 w 424"/>
                <a:gd name="T71" fmla="*/ 235 h 665"/>
                <a:gd name="T72" fmla="*/ 402 w 424"/>
                <a:gd name="T73" fmla="*/ 256 h 665"/>
                <a:gd name="T74" fmla="*/ 402 w 424"/>
                <a:gd name="T75" fmla="*/ 407 h 665"/>
                <a:gd name="T76" fmla="*/ 381 w 424"/>
                <a:gd name="T77" fmla="*/ 428 h 665"/>
                <a:gd name="T78" fmla="*/ 42 w 424"/>
                <a:gd name="T79" fmla="*/ 428 h 665"/>
                <a:gd name="T80" fmla="*/ 21 w 424"/>
                <a:gd name="T81" fmla="*/ 407 h 665"/>
                <a:gd name="T82" fmla="*/ 21 w 424"/>
                <a:gd name="T83" fmla="*/ 256 h 665"/>
                <a:gd name="T84" fmla="*/ 21 w 424"/>
                <a:gd name="T85" fmla="*/ 470 h 665"/>
                <a:gd name="T86" fmla="*/ 21 w 424"/>
                <a:gd name="T87" fmla="*/ 470 h 665"/>
                <a:gd name="T88" fmla="*/ 42 w 424"/>
                <a:gd name="T89" fmla="*/ 449 h 665"/>
                <a:gd name="T90" fmla="*/ 381 w 424"/>
                <a:gd name="T91" fmla="*/ 449 h 665"/>
                <a:gd name="T92" fmla="*/ 402 w 424"/>
                <a:gd name="T93" fmla="*/ 470 h 665"/>
                <a:gd name="T94" fmla="*/ 402 w 424"/>
                <a:gd name="T95" fmla="*/ 621 h 665"/>
                <a:gd name="T96" fmla="*/ 381 w 424"/>
                <a:gd name="T97" fmla="*/ 642 h 665"/>
                <a:gd name="T98" fmla="*/ 42 w 424"/>
                <a:gd name="T99" fmla="*/ 642 h 665"/>
                <a:gd name="T100" fmla="*/ 21 w 424"/>
                <a:gd name="T101" fmla="*/ 621 h 665"/>
                <a:gd name="T102" fmla="*/ 21 w 424"/>
                <a:gd name="T103" fmla="*/ 470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4" h="665">
                  <a:moveTo>
                    <a:pt x="0" y="621"/>
                  </a:moveTo>
                  <a:lnTo>
                    <a:pt x="0" y="621"/>
                  </a:lnTo>
                  <a:cubicBezTo>
                    <a:pt x="0" y="645"/>
                    <a:pt x="18" y="664"/>
                    <a:pt x="42" y="664"/>
                  </a:cubicBezTo>
                  <a:cubicBezTo>
                    <a:pt x="381" y="664"/>
                    <a:pt x="381" y="664"/>
                    <a:pt x="381" y="664"/>
                  </a:cubicBezTo>
                  <a:cubicBezTo>
                    <a:pt x="404" y="664"/>
                    <a:pt x="423" y="645"/>
                    <a:pt x="423" y="621"/>
                  </a:cubicBezTo>
                  <a:cubicBezTo>
                    <a:pt x="423" y="470"/>
                    <a:pt x="423" y="470"/>
                    <a:pt x="423" y="470"/>
                  </a:cubicBezTo>
                  <a:cubicBezTo>
                    <a:pt x="423" y="458"/>
                    <a:pt x="418" y="446"/>
                    <a:pt x="408" y="439"/>
                  </a:cubicBezTo>
                  <a:cubicBezTo>
                    <a:pt x="418" y="431"/>
                    <a:pt x="423" y="420"/>
                    <a:pt x="423" y="407"/>
                  </a:cubicBezTo>
                  <a:cubicBezTo>
                    <a:pt x="423" y="256"/>
                    <a:pt x="423" y="256"/>
                    <a:pt x="423" y="256"/>
                  </a:cubicBezTo>
                  <a:cubicBezTo>
                    <a:pt x="423" y="243"/>
                    <a:pt x="418" y="232"/>
                    <a:pt x="409" y="224"/>
                  </a:cubicBezTo>
                  <a:cubicBezTo>
                    <a:pt x="418" y="216"/>
                    <a:pt x="423" y="206"/>
                    <a:pt x="423" y="192"/>
                  </a:cubicBezTo>
                  <a:cubicBezTo>
                    <a:pt x="423" y="42"/>
                    <a:pt x="423" y="42"/>
                    <a:pt x="423" y="42"/>
                  </a:cubicBezTo>
                  <a:cubicBezTo>
                    <a:pt x="423" y="19"/>
                    <a:pt x="404" y="0"/>
                    <a:pt x="381" y="0"/>
                  </a:cubicBezTo>
                  <a:cubicBezTo>
                    <a:pt x="42" y="0"/>
                    <a:pt x="42" y="0"/>
                    <a:pt x="42" y="0"/>
                  </a:cubicBezTo>
                  <a:cubicBezTo>
                    <a:pt x="18" y="0"/>
                    <a:pt x="0" y="19"/>
                    <a:pt x="0" y="42"/>
                  </a:cubicBezTo>
                  <a:cubicBezTo>
                    <a:pt x="0" y="192"/>
                    <a:pt x="0" y="192"/>
                    <a:pt x="0" y="192"/>
                  </a:cubicBezTo>
                  <a:cubicBezTo>
                    <a:pt x="0" y="206"/>
                    <a:pt x="5" y="216"/>
                    <a:pt x="14" y="224"/>
                  </a:cubicBezTo>
                  <a:cubicBezTo>
                    <a:pt x="5" y="232"/>
                    <a:pt x="0" y="243"/>
                    <a:pt x="0" y="256"/>
                  </a:cubicBezTo>
                  <a:cubicBezTo>
                    <a:pt x="0" y="407"/>
                    <a:pt x="0" y="407"/>
                    <a:pt x="0" y="407"/>
                  </a:cubicBezTo>
                  <a:cubicBezTo>
                    <a:pt x="0" y="420"/>
                    <a:pt x="6" y="431"/>
                    <a:pt x="14" y="439"/>
                  </a:cubicBezTo>
                  <a:cubicBezTo>
                    <a:pt x="6" y="446"/>
                    <a:pt x="0" y="458"/>
                    <a:pt x="0" y="470"/>
                  </a:cubicBezTo>
                  <a:lnTo>
                    <a:pt x="0" y="621"/>
                  </a:lnTo>
                  <a:close/>
                  <a:moveTo>
                    <a:pt x="21" y="42"/>
                  </a:moveTo>
                  <a:lnTo>
                    <a:pt x="21" y="42"/>
                  </a:lnTo>
                  <a:cubicBezTo>
                    <a:pt x="21" y="30"/>
                    <a:pt x="30" y="21"/>
                    <a:pt x="42" y="21"/>
                  </a:cubicBezTo>
                  <a:cubicBezTo>
                    <a:pt x="381" y="21"/>
                    <a:pt x="381" y="21"/>
                    <a:pt x="381" y="21"/>
                  </a:cubicBezTo>
                  <a:cubicBezTo>
                    <a:pt x="393" y="21"/>
                    <a:pt x="402" y="30"/>
                    <a:pt x="402" y="42"/>
                  </a:cubicBezTo>
                  <a:cubicBezTo>
                    <a:pt x="402" y="192"/>
                    <a:pt x="402" y="192"/>
                    <a:pt x="402" y="192"/>
                  </a:cubicBezTo>
                  <a:cubicBezTo>
                    <a:pt x="402" y="204"/>
                    <a:pt x="393" y="213"/>
                    <a:pt x="381" y="213"/>
                  </a:cubicBezTo>
                  <a:cubicBezTo>
                    <a:pt x="42" y="213"/>
                    <a:pt x="42" y="213"/>
                    <a:pt x="42" y="213"/>
                  </a:cubicBezTo>
                  <a:cubicBezTo>
                    <a:pt x="30" y="213"/>
                    <a:pt x="21" y="204"/>
                    <a:pt x="21" y="192"/>
                  </a:cubicBezTo>
                  <a:lnTo>
                    <a:pt x="21" y="42"/>
                  </a:lnTo>
                  <a:close/>
                  <a:moveTo>
                    <a:pt x="21" y="256"/>
                  </a:moveTo>
                  <a:lnTo>
                    <a:pt x="21" y="256"/>
                  </a:lnTo>
                  <a:cubicBezTo>
                    <a:pt x="21" y="245"/>
                    <a:pt x="30" y="235"/>
                    <a:pt x="42" y="235"/>
                  </a:cubicBezTo>
                  <a:cubicBezTo>
                    <a:pt x="381" y="235"/>
                    <a:pt x="381" y="235"/>
                    <a:pt x="381" y="235"/>
                  </a:cubicBezTo>
                  <a:cubicBezTo>
                    <a:pt x="393" y="235"/>
                    <a:pt x="402" y="245"/>
                    <a:pt x="402" y="256"/>
                  </a:cubicBezTo>
                  <a:cubicBezTo>
                    <a:pt x="402" y="407"/>
                    <a:pt x="402" y="407"/>
                    <a:pt x="402" y="407"/>
                  </a:cubicBezTo>
                  <a:cubicBezTo>
                    <a:pt x="402" y="419"/>
                    <a:pt x="393" y="428"/>
                    <a:pt x="381" y="428"/>
                  </a:cubicBezTo>
                  <a:cubicBezTo>
                    <a:pt x="42" y="428"/>
                    <a:pt x="42" y="428"/>
                    <a:pt x="42" y="428"/>
                  </a:cubicBezTo>
                  <a:cubicBezTo>
                    <a:pt x="30" y="428"/>
                    <a:pt x="21" y="419"/>
                    <a:pt x="21" y="407"/>
                  </a:cubicBezTo>
                  <a:lnTo>
                    <a:pt x="21" y="256"/>
                  </a:lnTo>
                  <a:close/>
                  <a:moveTo>
                    <a:pt x="21" y="470"/>
                  </a:moveTo>
                  <a:lnTo>
                    <a:pt x="21" y="470"/>
                  </a:lnTo>
                  <a:cubicBezTo>
                    <a:pt x="21" y="459"/>
                    <a:pt x="30" y="449"/>
                    <a:pt x="42" y="449"/>
                  </a:cubicBezTo>
                  <a:cubicBezTo>
                    <a:pt x="381" y="449"/>
                    <a:pt x="381" y="449"/>
                    <a:pt x="381" y="449"/>
                  </a:cubicBezTo>
                  <a:cubicBezTo>
                    <a:pt x="393" y="449"/>
                    <a:pt x="402" y="459"/>
                    <a:pt x="402" y="470"/>
                  </a:cubicBezTo>
                  <a:cubicBezTo>
                    <a:pt x="402" y="621"/>
                    <a:pt x="402" y="621"/>
                    <a:pt x="402" y="621"/>
                  </a:cubicBezTo>
                  <a:cubicBezTo>
                    <a:pt x="402" y="632"/>
                    <a:pt x="393" y="642"/>
                    <a:pt x="381" y="642"/>
                  </a:cubicBezTo>
                  <a:cubicBezTo>
                    <a:pt x="42" y="642"/>
                    <a:pt x="42" y="642"/>
                    <a:pt x="42" y="642"/>
                  </a:cubicBezTo>
                  <a:cubicBezTo>
                    <a:pt x="30" y="642"/>
                    <a:pt x="21" y="632"/>
                    <a:pt x="21" y="621"/>
                  </a:cubicBezTo>
                  <a:lnTo>
                    <a:pt x="21" y="47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pic>
        <p:nvPicPr>
          <p:cNvPr id="80" name="Picture 79"/>
          <p:cNvPicPr>
            <a:picLocks noChangeAspect="1"/>
          </p:cNvPicPr>
          <p:nvPr/>
        </p:nvPicPr>
        <p:blipFill>
          <a:blip r:embed="rId4"/>
          <a:stretch>
            <a:fillRect/>
          </a:stretch>
        </p:blipFill>
        <p:spPr>
          <a:xfrm>
            <a:off x="7660283" y="5680710"/>
            <a:ext cx="126547" cy="156754"/>
          </a:xfrm>
          <a:prstGeom prst="rect">
            <a:avLst/>
          </a:prstGeom>
        </p:spPr>
      </p:pic>
      <p:grpSp>
        <p:nvGrpSpPr>
          <p:cNvPr id="81" name="Group 80"/>
          <p:cNvGrpSpPr>
            <a:grpSpLocks noChangeAspect="1"/>
          </p:cNvGrpSpPr>
          <p:nvPr/>
        </p:nvGrpSpPr>
        <p:grpSpPr>
          <a:xfrm>
            <a:off x="1233469" y="3777702"/>
            <a:ext cx="253195" cy="447950"/>
            <a:chOff x="4042464" y="1909462"/>
            <a:chExt cx="168783" cy="298617"/>
          </a:xfrm>
          <a:solidFill>
            <a:srgbClr val="0078EF"/>
          </a:solidFill>
        </p:grpSpPr>
        <p:sp>
          <p:nvSpPr>
            <p:cNvPr id="82" name="Freeform 54"/>
            <p:cNvSpPr>
              <a:spLocks noChangeArrowheads="1"/>
            </p:cNvSpPr>
            <p:nvPr/>
          </p:nvSpPr>
          <p:spPr bwMode="auto">
            <a:xfrm>
              <a:off x="4042464" y="1909462"/>
              <a:ext cx="168783" cy="298617"/>
            </a:xfrm>
            <a:custGeom>
              <a:avLst/>
              <a:gdLst>
                <a:gd name="T0" fmla="*/ 47 w 400"/>
                <a:gd name="T1" fmla="*/ 711 h 712"/>
                <a:gd name="T2" fmla="*/ 47 w 400"/>
                <a:gd name="T3" fmla="*/ 711 h 712"/>
                <a:gd name="T4" fmla="*/ 352 w 400"/>
                <a:gd name="T5" fmla="*/ 711 h 712"/>
                <a:gd name="T6" fmla="*/ 399 w 400"/>
                <a:gd name="T7" fmla="*/ 664 h 712"/>
                <a:gd name="T8" fmla="*/ 399 w 400"/>
                <a:gd name="T9" fmla="*/ 48 h 712"/>
                <a:gd name="T10" fmla="*/ 352 w 400"/>
                <a:gd name="T11" fmla="*/ 0 h 712"/>
                <a:gd name="T12" fmla="*/ 47 w 400"/>
                <a:gd name="T13" fmla="*/ 0 h 712"/>
                <a:gd name="T14" fmla="*/ 0 w 400"/>
                <a:gd name="T15" fmla="*/ 48 h 712"/>
                <a:gd name="T16" fmla="*/ 0 w 400"/>
                <a:gd name="T17" fmla="*/ 664 h 712"/>
                <a:gd name="T18" fmla="*/ 47 w 400"/>
                <a:gd name="T19" fmla="*/ 711 h 712"/>
                <a:gd name="T20" fmla="*/ 23 w 400"/>
                <a:gd name="T21" fmla="*/ 48 h 712"/>
                <a:gd name="T22" fmla="*/ 23 w 400"/>
                <a:gd name="T23" fmla="*/ 48 h 712"/>
                <a:gd name="T24" fmla="*/ 47 w 400"/>
                <a:gd name="T25" fmla="*/ 24 h 712"/>
                <a:gd name="T26" fmla="*/ 352 w 400"/>
                <a:gd name="T27" fmla="*/ 24 h 712"/>
                <a:gd name="T28" fmla="*/ 376 w 400"/>
                <a:gd name="T29" fmla="*/ 48 h 712"/>
                <a:gd name="T30" fmla="*/ 376 w 400"/>
                <a:gd name="T31" fmla="*/ 664 h 712"/>
                <a:gd name="T32" fmla="*/ 352 w 400"/>
                <a:gd name="T33" fmla="*/ 688 h 712"/>
                <a:gd name="T34" fmla="*/ 47 w 400"/>
                <a:gd name="T35" fmla="*/ 688 h 712"/>
                <a:gd name="T36" fmla="*/ 23 w 400"/>
                <a:gd name="T37" fmla="*/ 664 h 712"/>
                <a:gd name="T38" fmla="*/ 23 w 400"/>
                <a:gd name="T39" fmla="*/ 48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0" h="712">
                  <a:moveTo>
                    <a:pt x="47" y="711"/>
                  </a:moveTo>
                  <a:lnTo>
                    <a:pt x="47" y="711"/>
                  </a:lnTo>
                  <a:cubicBezTo>
                    <a:pt x="352" y="711"/>
                    <a:pt x="352" y="711"/>
                    <a:pt x="352" y="711"/>
                  </a:cubicBezTo>
                  <a:cubicBezTo>
                    <a:pt x="378" y="711"/>
                    <a:pt x="399" y="690"/>
                    <a:pt x="399" y="664"/>
                  </a:cubicBezTo>
                  <a:cubicBezTo>
                    <a:pt x="399" y="48"/>
                    <a:pt x="399" y="48"/>
                    <a:pt x="399" y="48"/>
                  </a:cubicBezTo>
                  <a:cubicBezTo>
                    <a:pt x="399" y="22"/>
                    <a:pt x="378" y="0"/>
                    <a:pt x="352" y="0"/>
                  </a:cubicBezTo>
                  <a:cubicBezTo>
                    <a:pt x="47" y="0"/>
                    <a:pt x="47" y="0"/>
                    <a:pt x="47" y="0"/>
                  </a:cubicBezTo>
                  <a:cubicBezTo>
                    <a:pt x="21" y="0"/>
                    <a:pt x="0" y="22"/>
                    <a:pt x="0" y="48"/>
                  </a:cubicBezTo>
                  <a:cubicBezTo>
                    <a:pt x="0" y="664"/>
                    <a:pt x="0" y="664"/>
                    <a:pt x="0" y="664"/>
                  </a:cubicBezTo>
                  <a:cubicBezTo>
                    <a:pt x="0" y="690"/>
                    <a:pt x="21" y="711"/>
                    <a:pt x="47" y="711"/>
                  </a:cubicBezTo>
                  <a:close/>
                  <a:moveTo>
                    <a:pt x="23" y="48"/>
                  </a:moveTo>
                  <a:lnTo>
                    <a:pt x="23" y="48"/>
                  </a:lnTo>
                  <a:cubicBezTo>
                    <a:pt x="23" y="35"/>
                    <a:pt x="34" y="24"/>
                    <a:pt x="47" y="24"/>
                  </a:cubicBezTo>
                  <a:cubicBezTo>
                    <a:pt x="352" y="24"/>
                    <a:pt x="352" y="24"/>
                    <a:pt x="352" y="24"/>
                  </a:cubicBezTo>
                  <a:cubicBezTo>
                    <a:pt x="365" y="24"/>
                    <a:pt x="376" y="35"/>
                    <a:pt x="376" y="48"/>
                  </a:cubicBezTo>
                  <a:cubicBezTo>
                    <a:pt x="376" y="664"/>
                    <a:pt x="376" y="664"/>
                    <a:pt x="376" y="664"/>
                  </a:cubicBezTo>
                  <a:cubicBezTo>
                    <a:pt x="376" y="677"/>
                    <a:pt x="365" y="688"/>
                    <a:pt x="352" y="688"/>
                  </a:cubicBezTo>
                  <a:cubicBezTo>
                    <a:pt x="47" y="688"/>
                    <a:pt x="47" y="688"/>
                    <a:pt x="47" y="688"/>
                  </a:cubicBezTo>
                  <a:cubicBezTo>
                    <a:pt x="34" y="688"/>
                    <a:pt x="23" y="677"/>
                    <a:pt x="23" y="664"/>
                  </a:cubicBezTo>
                  <a:lnTo>
                    <a:pt x="23" y="4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3" name="Freeform 55"/>
            <p:cNvSpPr>
              <a:spLocks noChangeArrowheads="1"/>
            </p:cNvSpPr>
            <p:nvPr/>
          </p:nvSpPr>
          <p:spPr bwMode="auto">
            <a:xfrm>
              <a:off x="4062866" y="1957686"/>
              <a:ext cx="124270" cy="187332"/>
            </a:xfrm>
            <a:custGeom>
              <a:avLst/>
              <a:gdLst>
                <a:gd name="T0" fmla="*/ 12 w 296"/>
                <a:gd name="T1" fmla="*/ 446 h 447"/>
                <a:gd name="T2" fmla="*/ 12 w 296"/>
                <a:gd name="T3" fmla="*/ 446 h 447"/>
                <a:gd name="T4" fmla="*/ 284 w 296"/>
                <a:gd name="T5" fmla="*/ 446 h 447"/>
                <a:gd name="T6" fmla="*/ 295 w 296"/>
                <a:gd name="T7" fmla="*/ 435 h 447"/>
                <a:gd name="T8" fmla="*/ 295 w 296"/>
                <a:gd name="T9" fmla="*/ 11 h 447"/>
                <a:gd name="T10" fmla="*/ 284 w 296"/>
                <a:gd name="T11" fmla="*/ 0 h 447"/>
                <a:gd name="T12" fmla="*/ 12 w 296"/>
                <a:gd name="T13" fmla="*/ 0 h 447"/>
                <a:gd name="T14" fmla="*/ 0 w 296"/>
                <a:gd name="T15" fmla="*/ 11 h 447"/>
                <a:gd name="T16" fmla="*/ 0 w 296"/>
                <a:gd name="T17" fmla="*/ 435 h 447"/>
                <a:gd name="T18" fmla="*/ 12 w 296"/>
                <a:gd name="T19" fmla="*/ 446 h 447"/>
                <a:gd name="T20" fmla="*/ 24 w 296"/>
                <a:gd name="T21" fmla="*/ 23 h 447"/>
                <a:gd name="T22" fmla="*/ 24 w 296"/>
                <a:gd name="T23" fmla="*/ 23 h 447"/>
                <a:gd name="T24" fmla="*/ 272 w 296"/>
                <a:gd name="T25" fmla="*/ 23 h 447"/>
                <a:gd name="T26" fmla="*/ 272 w 296"/>
                <a:gd name="T27" fmla="*/ 422 h 447"/>
                <a:gd name="T28" fmla="*/ 24 w 296"/>
                <a:gd name="T29" fmla="*/ 422 h 447"/>
                <a:gd name="T30" fmla="*/ 24 w 296"/>
                <a:gd name="T31" fmla="*/ 23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6" h="447">
                  <a:moveTo>
                    <a:pt x="12" y="446"/>
                  </a:moveTo>
                  <a:lnTo>
                    <a:pt x="12" y="446"/>
                  </a:lnTo>
                  <a:cubicBezTo>
                    <a:pt x="284" y="446"/>
                    <a:pt x="284" y="446"/>
                    <a:pt x="284" y="446"/>
                  </a:cubicBezTo>
                  <a:cubicBezTo>
                    <a:pt x="290" y="446"/>
                    <a:pt x="295" y="441"/>
                    <a:pt x="295" y="435"/>
                  </a:cubicBezTo>
                  <a:cubicBezTo>
                    <a:pt x="295" y="11"/>
                    <a:pt x="295" y="11"/>
                    <a:pt x="295" y="11"/>
                  </a:cubicBezTo>
                  <a:cubicBezTo>
                    <a:pt x="295" y="5"/>
                    <a:pt x="290" y="0"/>
                    <a:pt x="284" y="0"/>
                  </a:cubicBezTo>
                  <a:cubicBezTo>
                    <a:pt x="12" y="0"/>
                    <a:pt x="12" y="0"/>
                    <a:pt x="12" y="0"/>
                  </a:cubicBezTo>
                  <a:cubicBezTo>
                    <a:pt x="6" y="0"/>
                    <a:pt x="0" y="5"/>
                    <a:pt x="0" y="11"/>
                  </a:cubicBezTo>
                  <a:cubicBezTo>
                    <a:pt x="0" y="435"/>
                    <a:pt x="0" y="435"/>
                    <a:pt x="0" y="435"/>
                  </a:cubicBezTo>
                  <a:cubicBezTo>
                    <a:pt x="0" y="441"/>
                    <a:pt x="6" y="446"/>
                    <a:pt x="12" y="446"/>
                  </a:cubicBezTo>
                  <a:close/>
                  <a:moveTo>
                    <a:pt x="24" y="23"/>
                  </a:moveTo>
                  <a:lnTo>
                    <a:pt x="24" y="23"/>
                  </a:lnTo>
                  <a:cubicBezTo>
                    <a:pt x="272" y="23"/>
                    <a:pt x="272" y="23"/>
                    <a:pt x="272" y="23"/>
                  </a:cubicBezTo>
                  <a:cubicBezTo>
                    <a:pt x="272" y="422"/>
                    <a:pt x="272" y="422"/>
                    <a:pt x="272" y="422"/>
                  </a:cubicBezTo>
                  <a:cubicBezTo>
                    <a:pt x="24" y="422"/>
                    <a:pt x="24" y="422"/>
                    <a:pt x="24" y="422"/>
                  </a:cubicBezTo>
                  <a:lnTo>
                    <a:pt x="24" y="2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4" name="Freeform 56"/>
            <p:cNvSpPr>
              <a:spLocks noChangeArrowheads="1"/>
            </p:cNvSpPr>
            <p:nvPr/>
          </p:nvSpPr>
          <p:spPr bwMode="auto">
            <a:xfrm>
              <a:off x="4105526" y="1929865"/>
              <a:ext cx="38950" cy="16692"/>
            </a:xfrm>
            <a:custGeom>
              <a:avLst/>
              <a:gdLst>
                <a:gd name="T0" fmla="*/ 17 w 92"/>
                <a:gd name="T1" fmla="*/ 37 h 38"/>
                <a:gd name="T2" fmla="*/ 17 w 92"/>
                <a:gd name="T3" fmla="*/ 37 h 38"/>
                <a:gd name="T4" fmla="*/ 74 w 92"/>
                <a:gd name="T5" fmla="*/ 37 h 38"/>
                <a:gd name="T6" fmla="*/ 91 w 92"/>
                <a:gd name="T7" fmla="*/ 18 h 38"/>
                <a:gd name="T8" fmla="*/ 74 w 92"/>
                <a:gd name="T9" fmla="*/ 0 h 38"/>
                <a:gd name="T10" fmla="*/ 17 w 92"/>
                <a:gd name="T11" fmla="*/ 0 h 38"/>
                <a:gd name="T12" fmla="*/ 0 w 92"/>
                <a:gd name="T13" fmla="*/ 19 h 38"/>
                <a:gd name="T14" fmla="*/ 17 w 92"/>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38">
                  <a:moveTo>
                    <a:pt x="17" y="37"/>
                  </a:moveTo>
                  <a:lnTo>
                    <a:pt x="17" y="37"/>
                  </a:lnTo>
                  <a:cubicBezTo>
                    <a:pt x="74" y="37"/>
                    <a:pt x="74" y="37"/>
                    <a:pt x="74" y="37"/>
                  </a:cubicBezTo>
                  <a:cubicBezTo>
                    <a:pt x="83" y="37"/>
                    <a:pt x="91" y="28"/>
                    <a:pt x="91" y="18"/>
                  </a:cubicBezTo>
                  <a:cubicBezTo>
                    <a:pt x="91" y="8"/>
                    <a:pt x="83" y="0"/>
                    <a:pt x="74" y="0"/>
                  </a:cubicBezTo>
                  <a:cubicBezTo>
                    <a:pt x="17" y="0"/>
                    <a:pt x="17" y="0"/>
                    <a:pt x="17" y="0"/>
                  </a:cubicBezTo>
                  <a:cubicBezTo>
                    <a:pt x="7" y="0"/>
                    <a:pt x="0" y="8"/>
                    <a:pt x="0" y="19"/>
                  </a:cubicBezTo>
                  <a:cubicBezTo>
                    <a:pt x="0" y="28"/>
                    <a:pt x="7" y="37"/>
                    <a:pt x="17"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5" name="Freeform 57"/>
            <p:cNvSpPr>
              <a:spLocks noChangeArrowheads="1"/>
            </p:cNvSpPr>
            <p:nvPr/>
          </p:nvSpPr>
          <p:spPr bwMode="auto">
            <a:xfrm>
              <a:off x="4112946" y="2158002"/>
              <a:ext cx="27821" cy="27822"/>
            </a:xfrm>
            <a:custGeom>
              <a:avLst/>
              <a:gdLst>
                <a:gd name="T0" fmla="*/ 33 w 66"/>
                <a:gd name="T1" fmla="*/ 0 h 66"/>
                <a:gd name="T2" fmla="*/ 33 w 66"/>
                <a:gd name="T3" fmla="*/ 0 h 66"/>
                <a:gd name="T4" fmla="*/ 0 w 66"/>
                <a:gd name="T5" fmla="*/ 33 h 66"/>
                <a:gd name="T6" fmla="*/ 33 w 66"/>
                <a:gd name="T7" fmla="*/ 65 h 66"/>
                <a:gd name="T8" fmla="*/ 65 w 66"/>
                <a:gd name="T9" fmla="*/ 33 h 66"/>
                <a:gd name="T10" fmla="*/ 33 w 66"/>
                <a:gd name="T11" fmla="*/ 0 h 66"/>
              </a:gdLst>
              <a:ahLst/>
              <a:cxnLst>
                <a:cxn ang="0">
                  <a:pos x="T0" y="T1"/>
                </a:cxn>
                <a:cxn ang="0">
                  <a:pos x="T2" y="T3"/>
                </a:cxn>
                <a:cxn ang="0">
                  <a:pos x="T4" y="T5"/>
                </a:cxn>
                <a:cxn ang="0">
                  <a:pos x="T6" y="T7"/>
                </a:cxn>
                <a:cxn ang="0">
                  <a:pos x="T8" y="T9"/>
                </a:cxn>
                <a:cxn ang="0">
                  <a:pos x="T10" y="T11"/>
                </a:cxn>
              </a:cxnLst>
              <a:rect l="0" t="0" r="r" b="b"/>
              <a:pathLst>
                <a:path w="66" h="66">
                  <a:moveTo>
                    <a:pt x="33" y="0"/>
                  </a:moveTo>
                  <a:lnTo>
                    <a:pt x="33" y="0"/>
                  </a:lnTo>
                  <a:cubicBezTo>
                    <a:pt x="15" y="0"/>
                    <a:pt x="0" y="15"/>
                    <a:pt x="0" y="33"/>
                  </a:cubicBezTo>
                  <a:cubicBezTo>
                    <a:pt x="0" y="50"/>
                    <a:pt x="15" y="65"/>
                    <a:pt x="33" y="65"/>
                  </a:cubicBezTo>
                  <a:cubicBezTo>
                    <a:pt x="50" y="65"/>
                    <a:pt x="65" y="50"/>
                    <a:pt x="65" y="33"/>
                  </a:cubicBezTo>
                  <a:cubicBezTo>
                    <a:pt x="65" y="15"/>
                    <a:pt x="50" y="0"/>
                    <a:pt x="33"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86" name="Group 85"/>
          <p:cNvGrpSpPr>
            <a:grpSpLocks noChangeAspect="1"/>
          </p:cNvGrpSpPr>
          <p:nvPr/>
        </p:nvGrpSpPr>
        <p:grpSpPr>
          <a:xfrm>
            <a:off x="1666499" y="1974263"/>
            <a:ext cx="325157" cy="441893"/>
            <a:chOff x="6630326" y="2839203"/>
            <a:chExt cx="216763" cy="294577"/>
          </a:xfrm>
          <a:solidFill>
            <a:srgbClr val="0078EF"/>
          </a:solidFill>
        </p:grpSpPr>
        <p:sp>
          <p:nvSpPr>
            <p:cNvPr id="87" name="Freeform 166"/>
            <p:cNvSpPr>
              <a:spLocks noChangeArrowheads="1"/>
            </p:cNvSpPr>
            <p:nvPr/>
          </p:nvSpPr>
          <p:spPr bwMode="auto">
            <a:xfrm>
              <a:off x="6630326" y="2839203"/>
              <a:ext cx="216763" cy="294577"/>
            </a:xfrm>
            <a:custGeom>
              <a:avLst/>
              <a:gdLst>
                <a:gd name="T0" fmla="*/ 432 w 515"/>
                <a:gd name="T1" fmla="*/ 0 h 702"/>
                <a:gd name="T2" fmla="*/ 432 w 515"/>
                <a:gd name="T3" fmla="*/ 0 h 702"/>
                <a:gd name="T4" fmla="*/ 105 w 515"/>
                <a:gd name="T5" fmla="*/ 0 h 702"/>
                <a:gd name="T6" fmla="*/ 93 w 515"/>
                <a:gd name="T7" fmla="*/ 11 h 702"/>
                <a:gd name="T8" fmla="*/ 93 w 515"/>
                <a:gd name="T9" fmla="*/ 117 h 702"/>
                <a:gd name="T10" fmla="*/ 12 w 515"/>
                <a:gd name="T11" fmla="*/ 117 h 702"/>
                <a:gd name="T12" fmla="*/ 0 w 515"/>
                <a:gd name="T13" fmla="*/ 128 h 702"/>
                <a:gd name="T14" fmla="*/ 0 w 515"/>
                <a:gd name="T15" fmla="*/ 688 h 702"/>
                <a:gd name="T16" fmla="*/ 12 w 515"/>
                <a:gd name="T17" fmla="*/ 701 h 702"/>
                <a:gd name="T18" fmla="*/ 198 w 515"/>
                <a:gd name="T19" fmla="*/ 701 h 702"/>
                <a:gd name="T20" fmla="*/ 315 w 515"/>
                <a:gd name="T21" fmla="*/ 701 h 702"/>
                <a:gd name="T22" fmla="*/ 501 w 515"/>
                <a:gd name="T23" fmla="*/ 701 h 702"/>
                <a:gd name="T24" fmla="*/ 514 w 515"/>
                <a:gd name="T25" fmla="*/ 688 h 702"/>
                <a:gd name="T26" fmla="*/ 514 w 515"/>
                <a:gd name="T27" fmla="*/ 128 h 702"/>
                <a:gd name="T28" fmla="*/ 501 w 515"/>
                <a:gd name="T29" fmla="*/ 117 h 702"/>
                <a:gd name="T30" fmla="*/ 443 w 515"/>
                <a:gd name="T31" fmla="*/ 117 h 702"/>
                <a:gd name="T32" fmla="*/ 443 w 515"/>
                <a:gd name="T33" fmla="*/ 11 h 702"/>
                <a:gd name="T34" fmla="*/ 432 w 515"/>
                <a:gd name="T35" fmla="*/ 0 h 702"/>
                <a:gd name="T36" fmla="*/ 116 w 515"/>
                <a:gd name="T37" fmla="*/ 24 h 702"/>
                <a:gd name="T38" fmla="*/ 116 w 515"/>
                <a:gd name="T39" fmla="*/ 24 h 702"/>
                <a:gd name="T40" fmla="*/ 420 w 515"/>
                <a:gd name="T41" fmla="*/ 24 h 702"/>
                <a:gd name="T42" fmla="*/ 420 w 515"/>
                <a:gd name="T43" fmla="*/ 117 h 702"/>
                <a:gd name="T44" fmla="*/ 116 w 515"/>
                <a:gd name="T45" fmla="*/ 117 h 702"/>
                <a:gd name="T46" fmla="*/ 116 w 515"/>
                <a:gd name="T47" fmla="*/ 24 h 702"/>
                <a:gd name="T48" fmla="*/ 210 w 515"/>
                <a:gd name="T49" fmla="*/ 677 h 702"/>
                <a:gd name="T50" fmla="*/ 210 w 515"/>
                <a:gd name="T51" fmla="*/ 677 h 702"/>
                <a:gd name="T52" fmla="*/ 210 w 515"/>
                <a:gd name="T53" fmla="*/ 607 h 702"/>
                <a:gd name="T54" fmla="*/ 304 w 515"/>
                <a:gd name="T55" fmla="*/ 607 h 702"/>
                <a:gd name="T56" fmla="*/ 304 w 515"/>
                <a:gd name="T57" fmla="*/ 677 h 702"/>
                <a:gd name="T58" fmla="*/ 210 w 515"/>
                <a:gd name="T59" fmla="*/ 677 h 702"/>
                <a:gd name="T60" fmla="*/ 490 w 515"/>
                <a:gd name="T61" fmla="*/ 677 h 702"/>
                <a:gd name="T62" fmla="*/ 490 w 515"/>
                <a:gd name="T63" fmla="*/ 677 h 702"/>
                <a:gd name="T64" fmla="*/ 326 w 515"/>
                <a:gd name="T65" fmla="*/ 677 h 702"/>
                <a:gd name="T66" fmla="*/ 326 w 515"/>
                <a:gd name="T67" fmla="*/ 595 h 702"/>
                <a:gd name="T68" fmla="*/ 315 w 515"/>
                <a:gd name="T69" fmla="*/ 584 h 702"/>
                <a:gd name="T70" fmla="*/ 198 w 515"/>
                <a:gd name="T71" fmla="*/ 584 h 702"/>
                <a:gd name="T72" fmla="*/ 187 w 515"/>
                <a:gd name="T73" fmla="*/ 595 h 702"/>
                <a:gd name="T74" fmla="*/ 187 w 515"/>
                <a:gd name="T75" fmla="*/ 677 h 702"/>
                <a:gd name="T76" fmla="*/ 24 w 515"/>
                <a:gd name="T77" fmla="*/ 677 h 702"/>
                <a:gd name="T78" fmla="*/ 24 w 515"/>
                <a:gd name="T79" fmla="*/ 141 h 702"/>
                <a:gd name="T80" fmla="*/ 105 w 515"/>
                <a:gd name="T81" fmla="*/ 141 h 702"/>
                <a:gd name="T82" fmla="*/ 432 w 515"/>
                <a:gd name="T83" fmla="*/ 141 h 702"/>
                <a:gd name="T84" fmla="*/ 490 w 515"/>
                <a:gd name="T85" fmla="*/ 141 h 702"/>
                <a:gd name="T86" fmla="*/ 490 w 515"/>
                <a:gd name="T87" fmla="*/ 67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5" h="702">
                  <a:moveTo>
                    <a:pt x="432" y="0"/>
                  </a:moveTo>
                  <a:lnTo>
                    <a:pt x="432" y="0"/>
                  </a:lnTo>
                  <a:cubicBezTo>
                    <a:pt x="105" y="0"/>
                    <a:pt x="105" y="0"/>
                    <a:pt x="105" y="0"/>
                  </a:cubicBezTo>
                  <a:cubicBezTo>
                    <a:pt x="98" y="0"/>
                    <a:pt x="93" y="5"/>
                    <a:pt x="93" y="11"/>
                  </a:cubicBezTo>
                  <a:cubicBezTo>
                    <a:pt x="93" y="117"/>
                    <a:pt x="93" y="117"/>
                    <a:pt x="93" y="117"/>
                  </a:cubicBezTo>
                  <a:cubicBezTo>
                    <a:pt x="12" y="117"/>
                    <a:pt x="12" y="117"/>
                    <a:pt x="12" y="117"/>
                  </a:cubicBezTo>
                  <a:cubicBezTo>
                    <a:pt x="5" y="117"/>
                    <a:pt x="0" y="122"/>
                    <a:pt x="0" y="128"/>
                  </a:cubicBezTo>
                  <a:cubicBezTo>
                    <a:pt x="0" y="688"/>
                    <a:pt x="0" y="688"/>
                    <a:pt x="0" y="688"/>
                  </a:cubicBezTo>
                  <a:cubicBezTo>
                    <a:pt x="0" y="695"/>
                    <a:pt x="5" y="701"/>
                    <a:pt x="12" y="701"/>
                  </a:cubicBezTo>
                  <a:cubicBezTo>
                    <a:pt x="198" y="701"/>
                    <a:pt x="198" y="701"/>
                    <a:pt x="198" y="701"/>
                  </a:cubicBezTo>
                  <a:cubicBezTo>
                    <a:pt x="315" y="701"/>
                    <a:pt x="315" y="701"/>
                    <a:pt x="315" y="701"/>
                  </a:cubicBezTo>
                  <a:cubicBezTo>
                    <a:pt x="501" y="701"/>
                    <a:pt x="501" y="701"/>
                    <a:pt x="501" y="701"/>
                  </a:cubicBezTo>
                  <a:cubicBezTo>
                    <a:pt x="508" y="701"/>
                    <a:pt x="514" y="695"/>
                    <a:pt x="514" y="688"/>
                  </a:cubicBezTo>
                  <a:cubicBezTo>
                    <a:pt x="514" y="128"/>
                    <a:pt x="514" y="128"/>
                    <a:pt x="514" y="128"/>
                  </a:cubicBezTo>
                  <a:cubicBezTo>
                    <a:pt x="514" y="122"/>
                    <a:pt x="508" y="117"/>
                    <a:pt x="501" y="117"/>
                  </a:cubicBezTo>
                  <a:cubicBezTo>
                    <a:pt x="443" y="117"/>
                    <a:pt x="443" y="117"/>
                    <a:pt x="443" y="117"/>
                  </a:cubicBezTo>
                  <a:cubicBezTo>
                    <a:pt x="443" y="11"/>
                    <a:pt x="443" y="11"/>
                    <a:pt x="443" y="11"/>
                  </a:cubicBezTo>
                  <a:cubicBezTo>
                    <a:pt x="443" y="5"/>
                    <a:pt x="438" y="0"/>
                    <a:pt x="432" y="0"/>
                  </a:cubicBezTo>
                  <a:close/>
                  <a:moveTo>
                    <a:pt x="116" y="24"/>
                  </a:moveTo>
                  <a:lnTo>
                    <a:pt x="116" y="24"/>
                  </a:lnTo>
                  <a:cubicBezTo>
                    <a:pt x="420" y="24"/>
                    <a:pt x="420" y="24"/>
                    <a:pt x="420" y="24"/>
                  </a:cubicBezTo>
                  <a:cubicBezTo>
                    <a:pt x="420" y="117"/>
                    <a:pt x="420" y="117"/>
                    <a:pt x="420" y="117"/>
                  </a:cubicBezTo>
                  <a:cubicBezTo>
                    <a:pt x="116" y="117"/>
                    <a:pt x="116" y="117"/>
                    <a:pt x="116" y="117"/>
                  </a:cubicBezTo>
                  <a:lnTo>
                    <a:pt x="116" y="24"/>
                  </a:lnTo>
                  <a:close/>
                  <a:moveTo>
                    <a:pt x="210" y="677"/>
                  </a:moveTo>
                  <a:lnTo>
                    <a:pt x="210" y="677"/>
                  </a:lnTo>
                  <a:cubicBezTo>
                    <a:pt x="210" y="607"/>
                    <a:pt x="210" y="607"/>
                    <a:pt x="210" y="607"/>
                  </a:cubicBezTo>
                  <a:cubicBezTo>
                    <a:pt x="304" y="607"/>
                    <a:pt x="304" y="607"/>
                    <a:pt x="304" y="607"/>
                  </a:cubicBezTo>
                  <a:cubicBezTo>
                    <a:pt x="304" y="677"/>
                    <a:pt x="304" y="677"/>
                    <a:pt x="304" y="677"/>
                  </a:cubicBezTo>
                  <a:lnTo>
                    <a:pt x="210" y="677"/>
                  </a:lnTo>
                  <a:close/>
                  <a:moveTo>
                    <a:pt x="490" y="677"/>
                  </a:moveTo>
                  <a:lnTo>
                    <a:pt x="490" y="677"/>
                  </a:lnTo>
                  <a:cubicBezTo>
                    <a:pt x="326" y="677"/>
                    <a:pt x="326" y="677"/>
                    <a:pt x="326" y="677"/>
                  </a:cubicBezTo>
                  <a:cubicBezTo>
                    <a:pt x="326" y="595"/>
                    <a:pt x="326" y="595"/>
                    <a:pt x="326" y="595"/>
                  </a:cubicBezTo>
                  <a:cubicBezTo>
                    <a:pt x="326" y="589"/>
                    <a:pt x="321" y="584"/>
                    <a:pt x="315" y="584"/>
                  </a:cubicBezTo>
                  <a:cubicBezTo>
                    <a:pt x="198" y="584"/>
                    <a:pt x="198" y="584"/>
                    <a:pt x="198" y="584"/>
                  </a:cubicBezTo>
                  <a:cubicBezTo>
                    <a:pt x="192" y="584"/>
                    <a:pt x="187" y="589"/>
                    <a:pt x="187" y="595"/>
                  </a:cubicBezTo>
                  <a:cubicBezTo>
                    <a:pt x="187" y="677"/>
                    <a:pt x="187" y="677"/>
                    <a:pt x="187" y="677"/>
                  </a:cubicBezTo>
                  <a:cubicBezTo>
                    <a:pt x="24" y="677"/>
                    <a:pt x="24" y="677"/>
                    <a:pt x="24" y="677"/>
                  </a:cubicBezTo>
                  <a:cubicBezTo>
                    <a:pt x="24" y="141"/>
                    <a:pt x="24" y="141"/>
                    <a:pt x="24" y="141"/>
                  </a:cubicBezTo>
                  <a:cubicBezTo>
                    <a:pt x="105" y="141"/>
                    <a:pt x="105" y="141"/>
                    <a:pt x="105" y="141"/>
                  </a:cubicBezTo>
                  <a:cubicBezTo>
                    <a:pt x="432" y="141"/>
                    <a:pt x="432" y="141"/>
                    <a:pt x="432" y="141"/>
                  </a:cubicBezTo>
                  <a:cubicBezTo>
                    <a:pt x="490" y="141"/>
                    <a:pt x="490" y="141"/>
                    <a:pt x="490" y="141"/>
                  </a:cubicBezTo>
                  <a:lnTo>
                    <a:pt x="490" y="67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8" name="Freeform 167"/>
            <p:cNvSpPr>
              <a:spLocks noChangeArrowheads="1"/>
            </p:cNvSpPr>
            <p:nvPr/>
          </p:nvSpPr>
          <p:spPr bwMode="auto">
            <a:xfrm>
              <a:off x="6665527" y="2926280"/>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9" name="Freeform 168"/>
            <p:cNvSpPr>
              <a:spLocks noChangeArrowheads="1"/>
            </p:cNvSpPr>
            <p:nvPr/>
          </p:nvSpPr>
          <p:spPr bwMode="auto">
            <a:xfrm>
              <a:off x="6722960" y="2926280"/>
              <a:ext cx="29643" cy="9263"/>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2"/>
                  </a:cubicBezTo>
                  <a:cubicBezTo>
                    <a:pt x="0" y="18"/>
                    <a:pt x="6" y="23"/>
                    <a:pt x="13" y="23"/>
                  </a:cubicBezTo>
                  <a:cubicBezTo>
                    <a:pt x="59" y="23"/>
                    <a:pt x="59" y="23"/>
                    <a:pt x="59" y="23"/>
                  </a:cubicBezTo>
                  <a:cubicBezTo>
                    <a:pt x="66" y="23"/>
                    <a:pt x="71" y="18"/>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0" name="Freeform 169"/>
            <p:cNvSpPr>
              <a:spLocks noChangeArrowheads="1"/>
            </p:cNvSpPr>
            <p:nvPr/>
          </p:nvSpPr>
          <p:spPr bwMode="auto">
            <a:xfrm>
              <a:off x="6695170" y="2868846"/>
              <a:ext cx="38907" cy="11116"/>
            </a:xfrm>
            <a:custGeom>
              <a:avLst/>
              <a:gdLst>
                <a:gd name="T0" fmla="*/ 82 w 94"/>
                <a:gd name="T1" fmla="*/ 0 h 25"/>
                <a:gd name="T2" fmla="*/ 82 w 94"/>
                <a:gd name="T3" fmla="*/ 0 h 25"/>
                <a:gd name="T4" fmla="*/ 11 w 94"/>
                <a:gd name="T5" fmla="*/ 0 h 25"/>
                <a:gd name="T6" fmla="*/ 0 w 94"/>
                <a:gd name="T7" fmla="*/ 12 h 25"/>
                <a:gd name="T8" fmla="*/ 11 w 94"/>
                <a:gd name="T9" fmla="*/ 24 h 25"/>
                <a:gd name="T10" fmla="*/ 82 w 94"/>
                <a:gd name="T11" fmla="*/ 24 h 25"/>
                <a:gd name="T12" fmla="*/ 93 w 94"/>
                <a:gd name="T13" fmla="*/ 12 h 25"/>
                <a:gd name="T14" fmla="*/ 82 w 94"/>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25">
                  <a:moveTo>
                    <a:pt x="82" y="0"/>
                  </a:moveTo>
                  <a:lnTo>
                    <a:pt x="82" y="0"/>
                  </a:lnTo>
                  <a:cubicBezTo>
                    <a:pt x="11" y="0"/>
                    <a:pt x="11" y="0"/>
                    <a:pt x="11" y="0"/>
                  </a:cubicBezTo>
                  <a:cubicBezTo>
                    <a:pt x="5" y="0"/>
                    <a:pt x="0" y="5"/>
                    <a:pt x="0" y="12"/>
                  </a:cubicBezTo>
                  <a:cubicBezTo>
                    <a:pt x="0" y="18"/>
                    <a:pt x="5" y="24"/>
                    <a:pt x="11" y="24"/>
                  </a:cubicBezTo>
                  <a:cubicBezTo>
                    <a:pt x="82" y="24"/>
                    <a:pt x="82" y="24"/>
                    <a:pt x="82" y="24"/>
                  </a:cubicBezTo>
                  <a:cubicBezTo>
                    <a:pt x="88" y="24"/>
                    <a:pt x="93" y="18"/>
                    <a:pt x="93" y="12"/>
                  </a:cubicBezTo>
                  <a:cubicBezTo>
                    <a:pt x="93" y="5"/>
                    <a:pt x="88" y="0"/>
                    <a:pt x="8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1" name="Freeform 170"/>
            <p:cNvSpPr>
              <a:spLocks noChangeArrowheads="1"/>
            </p:cNvSpPr>
            <p:nvPr/>
          </p:nvSpPr>
          <p:spPr bwMode="auto">
            <a:xfrm>
              <a:off x="6752603" y="2868846"/>
              <a:ext cx="38906" cy="11116"/>
            </a:xfrm>
            <a:custGeom>
              <a:avLst/>
              <a:gdLst>
                <a:gd name="T0" fmla="*/ 81 w 94"/>
                <a:gd name="T1" fmla="*/ 0 h 25"/>
                <a:gd name="T2" fmla="*/ 81 w 94"/>
                <a:gd name="T3" fmla="*/ 0 h 25"/>
                <a:gd name="T4" fmla="*/ 12 w 94"/>
                <a:gd name="T5" fmla="*/ 0 h 25"/>
                <a:gd name="T6" fmla="*/ 0 w 94"/>
                <a:gd name="T7" fmla="*/ 12 h 25"/>
                <a:gd name="T8" fmla="*/ 12 w 94"/>
                <a:gd name="T9" fmla="*/ 24 h 25"/>
                <a:gd name="T10" fmla="*/ 81 w 94"/>
                <a:gd name="T11" fmla="*/ 24 h 25"/>
                <a:gd name="T12" fmla="*/ 93 w 94"/>
                <a:gd name="T13" fmla="*/ 12 h 25"/>
                <a:gd name="T14" fmla="*/ 81 w 94"/>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25">
                  <a:moveTo>
                    <a:pt x="81" y="0"/>
                  </a:moveTo>
                  <a:lnTo>
                    <a:pt x="81" y="0"/>
                  </a:lnTo>
                  <a:cubicBezTo>
                    <a:pt x="12" y="0"/>
                    <a:pt x="12" y="0"/>
                    <a:pt x="12" y="0"/>
                  </a:cubicBezTo>
                  <a:cubicBezTo>
                    <a:pt x="5" y="0"/>
                    <a:pt x="0" y="5"/>
                    <a:pt x="0" y="12"/>
                  </a:cubicBezTo>
                  <a:cubicBezTo>
                    <a:pt x="0" y="18"/>
                    <a:pt x="5" y="24"/>
                    <a:pt x="12" y="24"/>
                  </a:cubicBezTo>
                  <a:cubicBezTo>
                    <a:pt x="81" y="24"/>
                    <a:pt x="81" y="24"/>
                    <a:pt x="81" y="24"/>
                  </a:cubicBezTo>
                  <a:cubicBezTo>
                    <a:pt x="88" y="24"/>
                    <a:pt x="93" y="18"/>
                    <a:pt x="93" y="12"/>
                  </a:cubicBezTo>
                  <a:cubicBezTo>
                    <a:pt x="93" y="5"/>
                    <a:pt x="88" y="0"/>
                    <a:pt x="8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2" name="Freeform 171"/>
            <p:cNvSpPr>
              <a:spLocks noChangeArrowheads="1"/>
            </p:cNvSpPr>
            <p:nvPr/>
          </p:nvSpPr>
          <p:spPr bwMode="auto">
            <a:xfrm>
              <a:off x="6782246" y="2926280"/>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3" name="Freeform 172"/>
            <p:cNvSpPr>
              <a:spLocks noChangeArrowheads="1"/>
            </p:cNvSpPr>
            <p:nvPr/>
          </p:nvSpPr>
          <p:spPr bwMode="auto">
            <a:xfrm>
              <a:off x="6665527" y="2946659"/>
              <a:ext cx="29643" cy="9264"/>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4" name="Freeform 173"/>
            <p:cNvSpPr>
              <a:spLocks noChangeArrowheads="1"/>
            </p:cNvSpPr>
            <p:nvPr/>
          </p:nvSpPr>
          <p:spPr bwMode="auto">
            <a:xfrm>
              <a:off x="6722960" y="2946659"/>
              <a:ext cx="29643" cy="9264"/>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2"/>
                  </a:cubicBezTo>
                  <a:cubicBezTo>
                    <a:pt x="0" y="18"/>
                    <a:pt x="6" y="23"/>
                    <a:pt x="13" y="23"/>
                  </a:cubicBezTo>
                  <a:cubicBezTo>
                    <a:pt x="59" y="23"/>
                    <a:pt x="59" y="23"/>
                    <a:pt x="59" y="23"/>
                  </a:cubicBezTo>
                  <a:cubicBezTo>
                    <a:pt x="66" y="23"/>
                    <a:pt x="71" y="18"/>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5" name="Freeform 174"/>
            <p:cNvSpPr>
              <a:spLocks noChangeArrowheads="1"/>
            </p:cNvSpPr>
            <p:nvPr/>
          </p:nvSpPr>
          <p:spPr bwMode="auto">
            <a:xfrm>
              <a:off x="6782246" y="2946659"/>
              <a:ext cx="29643" cy="9264"/>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6" name="Freeform 175"/>
            <p:cNvSpPr>
              <a:spLocks noChangeArrowheads="1"/>
            </p:cNvSpPr>
            <p:nvPr/>
          </p:nvSpPr>
          <p:spPr bwMode="auto">
            <a:xfrm>
              <a:off x="6665527" y="2967039"/>
              <a:ext cx="29643" cy="9263"/>
            </a:xfrm>
            <a:custGeom>
              <a:avLst/>
              <a:gdLst>
                <a:gd name="T0" fmla="*/ 58 w 71"/>
                <a:gd name="T1" fmla="*/ 0 h 24"/>
                <a:gd name="T2" fmla="*/ 58 w 71"/>
                <a:gd name="T3" fmla="*/ 0 h 24"/>
                <a:gd name="T4" fmla="*/ 11 w 71"/>
                <a:gd name="T5" fmla="*/ 0 h 24"/>
                <a:gd name="T6" fmla="*/ 0 w 71"/>
                <a:gd name="T7" fmla="*/ 11 h 24"/>
                <a:gd name="T8" fmla="*/ 11 w 71"/>
                <a:gd name="T9" fmla="*/ 23 h 24"/>
                <a:gd name="T10" fmla="*/ 58 w 71"/>
                <a:gd name="T11" fmla="*/ 23 h 24"/>
                <a:gd name="T12" fmla="*/ 70 w 71"/>
                <a:gd name="T13" fmla="*/ 11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1"/>
                  </a:cubicBezTo>
                  <a:cubicBezTo>
                    <a:pt x="0" y="18"/>
                    <a:pt x="5" y="23"/>
                    <a:pt x="11" y="23"/>
                  </a:cubicBezTo>
                  <a:cubicBezTo>
                    <a:pt x="58" y="23"/>
                    <a:pt x="58" y="23"/>
                    <a:pt x="58" y="23"/>
                  </a:cubicBezTo>
                  <a:cubicBezTo>
                    <a:pt x="64" y="23"/>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7" name="Freeform 176"/>
            <p:cNvSpPr>
              <a:spLocks noChangeArrowheads="1"/>
            </p:cNvSpPr>
            <p:nvPr/>
          </p:nvSpPr>
          <p:spPr bwMode="auto">
            <a:xfrm>
              <a:off x="6722960" y="2967039"/>
              <a:ext cx="29643" cy="9263"/>
            </a:xfrm>
            <a:custGeom>
              <a:avLst/>
              <a:gdLst>
                <a:gd name="T0" fmla="*/ 59 w 72"/>
                <a:gd name="T1" fmla="*/ 0 h 24"/>
                <a:gd name="T2" fmla="*/ 59 w 72"/>
                <a:gd name="T3" fmla="*/ 0 h 24"/>
                <a:gd name="T4" fmla="*/ 13 w 72"/>
                <a:gd name="T5" fmla="*/ 0 h 24"/>
                <a:gd name="T6" fmla="*/ 0 w 72"/>
                <a:gd name="T7" fmla="*/ 11 h 24"/>
                <a:gd name="T8" fmla="*/ 13 w 72"/>
                <a:gd name="T9" fmla="*/ 23 h 24"/>
                <a:gd name="T10" fmla="*/ 59 w 72"/>
                <a:gd name="T11" fmla="*/ 23 h 24"/>
                <a:gd name="T12" fmla="*/ 71 w 72"/>
                <a:gd name="T13" fmla="*/ 11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1"/>
                  </a:cubicBezTo>
                  <a:cubicBezTo>
                    <a:pt x="0" y="18"/>
                    <a:pt x="6" y="23"/>
                    <a:pt x="13" y="23"/>
                  </a:cubicBezTo>
                  <a:cubicBezTo>
                    <a:pt x="59" y="23"/>
                    <a:pt x="59" y="23"/>
                    <a:pt x="59" y="23"/>
                  </a:cubicBezTo>
                  <a:cubicBezTo>
                    <a:pt x="66" y="23"/>
                    <a:pt x="71" y="18"/>
                    <a:pt x="71" y="11"/>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8" name="Freeform 177"/>
            <p:cNvSpPr>
              <a:spLocks noChangeArrowheads="1"/>
            </p:cNvSpPr>
            <p:nvPr/>
          </p:nvSpPr>
          <p:spPr bwMode="auto">
            <a:xfrm>
              <a:off x="6782246" y="2967039"/>
              <a:ext cx="29643" cy="9263"/>
            </a:xfrm>
            <a:custGeom>
              <a:avLst/>
              <a:gdLst>
                <a:gd name="T0" fmla="*/ 58 w 71"/>
                <a:gd name="T1" fmla="*/ 0 h 24"/>
                <a:gd name="T2" fmla="*/ 58 w 71"/>
                <a:gd name="T3" fmla="*/ 0 h 24"/>
                <a:gd name="T4" fmla="*/ 11 w 71"/>
                <a:gd name="T5" fmla="*/ 0 h 24"/>
                <a:gd name="T6" fmla="*/ 0 w 71"/>
                <a:gd name="T7" fmla="*/ 11 h 24"/>
                <a:gd name="T8" fmla="*/ 11 w 71"/>
                <a:gd name="T9" fmla="*/ 23 h 24"/>
                <a:gd name="T10" fmla="*/ 58 w 71"/>
                <a:gd name="T11" fmla="*/ 23 h 24"/>
                <a:gd name="T12" fmla="*/ 70 w 71"/>
                <a:gd name="T13" fmla="*/ 11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1"/>
                  </a:cubicBezTo>
                  <a:cubicBezTo>
                    <a:pt x="0" y="18"/>
                    <a:pt x="5" y="23"/>
                    <a:pt x="11" y="23"/>
                  </a:cubicBezTo>
                  <a:cubicBezTo>
                    <a:pt x="58" y="23"/>
                    <a:pt x="58" y="23"/>
                    <a:pt x="58" y="23"/>
                  </a:cubicBezTo>
                  <a:cubicBezTo>
                    <a:pt x="64" y="23"/>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9" name="Freeform 178"/>
            <p:cNvSpPr>
              <a:spLocks noChangeArrowheads="1"/>
            </p:cNvSpPr>
            <p:nvPr/>
          </p:nvSpPr>
          <p:spPr bwMode="auto">
            <a:xfrm>
              <a:off x="6665527" y="2985566"/>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2"/>
                  </a:cubicBezTo>
                  <a:cubicBezTo>
                    <a:pt x="0" y="19"/>
                    <a:pt x="5" y="24"/>
                    <a:pt x="11" y="24"/>
                  </a:cubicBezTo>
                  <a:cubicBezTo>
                    <a:pt x="58" y="24"/>
                    <a:pt x="58" y="24"/>
                    <a:pt x="58" y="24"/>
                  </a:cubicBezTo>
                  <a:cubicBezTo>
                    <a:pt x="64" y="24"/>
                    <a:pt x="70" y="19"/>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0" name="Freeform 179"/>
            <p:cNvSpPr>
              <a:spLocks noChangeArrowheads="1"/>
            </p:cNvSpPr>
            <p:nvPr/>
          </p:nvSpPr>
          <p:spPr bwMode="auto">
            <a:xfrm>
              <a:off x="6722960" y="2985566"/>
              <a:ext cx="29643" cy="11116"/>
            </a:xfrm>
            <a:custGeom>
              <a:avLst/>
              <a:gdLst>
                <a:gd name="T0" fmla="*/ 59 w 72"/>
                <a:gd name="T1" fmla="*/ 0 h 25"/>
                <a:gd name="T2" fmla="*/ 59 w 72"/>
                <a:gd name="T3" fmla="*/ 0 h 25"/>
                <a:gd name="T4" fmla="*/ 13 w 72"/>
                <a:gd name="T5" fmla="*/ 0 h 25"/>
                <a:gd name="T6" fmla="*/ 0 w 72"/>
                <a:gd name="T7" fmla="*/ 12 h 25"/>
                <a:gd name="T8" fmla="*/ 13 w 72"/>
                <a:gd name="T9" fmla="*/ 24 h 25"/>
                <a:gd name="T10" fmla="*/ 59 w 72"/>
                <a:gd name="T11" fmla="*/ 24 h 25"/>
                <a:gd name="T12" fmla="*/ 71 w 72"/>
                <a:gd name="T13" fmla="*/ 12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5"/>
                    <a:pt x="0" y="12"/>
                  </a:cubicBezTo>
                  <a:cubicBezTo>
                    <a:pt x="0" y="19"/>
                    <a:pt x="6" y="24"/>
                    <a:pt x="13" y="24"/>
                  </a:cubicBezTo>
                  <a:cubicBezTo>
                    <a:pt x="59" y="24"/>
                    <a:pt x="59" y="24"/>
                    <a:pt x="59" y="24"/>
                  </a:cubicBezTo>
                  <a:cubicBezTo>
                    <a:pt x="66" y="24"/>
                    <a:pt x="71" y="19"/>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1" name="Freeform 180"/>
            <p:cNvSpPr>
              <a:spLocks noChangeArrowheads="1"/>
            </p:cNvSpPr>
            <p:nvPr/>
          </p:nvSpPr>
          <p:spPr bwMode="auto">
            <a:xfrm>
              <a:off x="6782246" y="2985566"/>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2"/>
                  </a:cubicBezTo>
                  <a:cubicBezTo>
                    <a:pt x="0" y="19"/>
                    <a:pt x="5" y="24"/>
                    <a:pt x="11" y="24"/>
                  </a:cubicBezTo>
                  <a:cubicBezTo>
                    <a:pt x="58" y="24"/>
                    <a:pt x="58" y="24"/>
                    <a:pt x="58" y="24"/>
                  </a:cubicBezTo>
                  <a:cubicBezTo>
                    <a:pt x="64" y="24"/>
                    <a:pt x="70" y="19"/>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2" name="Freeform 181"/>
            <p:cNvSpPr>
              <a:spLocks noChangeArrowheads="1"/>
            </p:cNvSpPr>
            <p:nvPr/>
          </p:nvSpPr>
          <p:spPr bwMode="auto">
            <a:xfrm>
              <a:off x="6665527" y="3005944"/>
              <a:ext cx="29643" cy="11116"/>
            </a:xfrm>
            <a:custGeom>
              <a:avLst/>
              <a:gdLst>
                <a:gd name="T0" fmla="*/ 58 w 71"/>
                <a:gd name="T1" fmla="*/ 0 h 25"/>
                <a:gd name="T2" fmla="*/ 58 w 71"/>
                <a:gd name="T3" fmla="*/ 0 h 25"/>
                <a:gd name="T4" fmla="*/ 11 w 71"/>
                <a:gd name="T5" fmla="*/ 0 h 25"/>
                <a:gd name="T6" fmla="*/ 0 w 71"/>
                <a:gd name="T7" fmla="*/ 11 h 25"/>
                <a:gd name="T8" fmla="*/ 11 w 71"/>
                <a:gd name="T9" fmla="*/ 24 h 25"/>
                <a:gd name="T10" fmla="*/ 58 w 71"/>
                <a:gd name="T11" fmla="*/ 24 h 25"/>
                <a:gd name="T12" fmla="*/ 70 w 71"/>
                <a:gd name="T13" fmla="*/ 11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1"/>
                  </a:cubicBezTo>
                  <a:cubicBezTo>
                    <a:pt x="0" y="18"/>
                    <a:pt x="5" y="24"/>
                    <a:pt x="11" y="24"/>
                  </a:cubicBezTo>
                  <a:cubicBezTo>
                    <a:pt x="58" y="24"/>
                    <a:pt x="58" y="24"/>
                    <a:pt x="58" y="24"/>
                  </a:cubicBezTo>
                  <a:cubicBezTo>
                    <a:pt x="64" y="24"/>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3" name="Freeform 182"/>
            <p:cNvSpPr>
              <a:spLocks noChangeArrowheads="1"/>
            </p:cNvSpPr>
            <p:nvPr/>
          </p:nvSpPr>
          <p:spPr bwMode="auto">
            <a:xfrm>
              <a:off x="6722960" y="3005944"/>
              <a:ext cx="29643" cy="11116"/>
            </a:xfrm>
            <a:custGeom>
              <a:avLst/>
              <a:gdLst>
                <a:gd name="T0" fmla="*/ 59 w 72"/>
                <a:gd name="T1" fmla="*/ 0 h 25"/>
                <a:gd name="T2" fmla="*/ 59 w 72"/>
                <a:gd name="T3" fmla="*/ 0 h 25"/>
                <a:gd name="T4" fmla="*/ 13 w 72"/>
                <a:gd name="T5" fmla="*/ 0 h 25"/>
                <a:gd name="T6" fmla="*/ 0 w 72"/>
                <a:gd name="T7" fmla="*/ 11 h 25"/>
                <a:gd name="T8" fmla="*/ 13 w 72"/>
                <a:gd name="T9" fmla="*/ 24 h 25"/>
                <a:gd name="T10" fmla="*/ 59 w 72"/>
                <a:gd name="T11" fmla="*/ 24 h 25"/>
                <a:gd name="T12" fmla="*/ 71 w 72"/>
                <a:gd name="T13" fmla="*/ 11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5"/>
                    <a:pt x="0" y="11"/>
                  </a:cubicBezTo>
                  <a:cubicBezTo>
                    <a:pt x="0" y="18"/>
                    <a:pt x="6" y="24"/>
                    <a:pt x="13" y="24"/>
                  </a:cubicBezTo>
                  <a:cubicBezTo>
                    <a:pt x="59" y="24"/>
                    <a:pt x="59" y="24"/>
                    <a:pt x="59" y="24"/>
                  </a:cubicBezTo>
                  <a:cubicBezTo>
                    <a:pt x="66" y="24"/>
                    <a:pt x="71" y="18"/>
                    <a:pt x="71" y="11"/>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4" name="Freeform 183"/>
            <p:cNvSpPr>
              <a:spLocks noChangeArrowheads="1"/>
            </p:cNvSpPr>
            <p:nvPr/>
          </p:nvSpPr>
          <p:spPr bwMode="auto">
            <a:xfrm>
              <a:off x="6782246" y="3005944"/>
              <a:ext cx="29643" cy="11116"/>
            </a:xfrm>
            <a:custGeom>
              <a:avLst/>
              <a:gdLst>
                <a:gd name="T0" fmla="*/ 58 w 71"/>
                <a:gd name="T1" fmla="*/ 0 h 25"/>
                <a:gd name="T2" fmla="*/ 58 w 71"/>
                <a:gd name="T3" fmla="*/ 0 h 25"/>
                <a:gd name="T4" fmla="*/ 11 w 71"/>
                <a:gd name="T5" fmla="*/ 0 h 25"/>
                <a:gd name="T6" fmla="*/ 0 w 71"/>
                <a:gd name="T7" fmla="*/ 11 h 25"/>
                <a:gd name="T8" fmla="*/ 11 w 71"/>
                <a:gd name="T9" fmla="*/ 24 h 25"/>
                <a:gd name="T10" fmla="*/ 58 w 71"/>
                <a:gd name="T11" fmla="*/ 24 h 25"/>
                <a:gd name="T12" fmla="*/ 70 w 71"/>
                <a:gd name="T13" fmla="*/ 11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1"/>
                  </a:cubicBezTo>
                  <a:cubicBezTo>
                    <a:pt x="0" y="18"/>
                    <a:pt x="5" y="24"/>
                    <a:pt x="11" y="24"/>
                  </a:cubicBezTo>
                  <a:cubicBezTo>
                    <a:pt x="58" y="24"/>
                    <a:pt x="58" y="24"/>
                    <a:pt x="58" y="24"/>
                  </a:cubicBezTo>
                  <a:cubicBezTo>
                    <a:pt x="64" y="24"/>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5" name="Freeform 184"/>
            <p:cNvSpPr>
              <a:spLocks noChangeArrowheads="1"/>
            </p:cNvSpPr>
            <p:nvPr/>
          </p:nvSpPr>
          <p:spPr bwMode="auto">
            <a:xfrm>
              <a:off x="6665527" y="3024471"/>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6"/>
                    <a:pt x="0" y="12"/>
                  </a:cubicBezTo>
                  <a:cubicBezTo>
                    <a:pt x="0" y="18"/>
                    <a:pt x="5" y="24"/>
                    <a:pt x="11" y="24"/>
                  </a:cubicBezTo>
                  <a:cubicBezTo>
                    <a:pt x="58" y="24"/>
                    <a:pt x="58" y="24"/>
                    <a:pt x="58" y="24"/>
                  </a:cubicBezTo>
                  <a:cubicBezTo>
                    <a:pt x="64" y="24"/>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6" name="Freeform 185"/>
            <p:cNvSpPr>
              <a:spLocks noChangeArrowheads="1"/>
            </p:cNvSpPr>
            <p:nvPr/>
          </p:nvSpPr>
          <p:spPr bwMode="auto">
            <a:xfrm>
              <a:off x="6722960" y="3024471"/>
              <a:ext cx="29643" cy="11116"/>
            </a:xfrm>
            <a:custGeom>
              <a:avLst/>
              <a:gdLst>
                <a:gd name="T0" fmla="*/ 59 w 72"/>
                <a:gd name="T1" fmla="*/ 0 h 25"/>
                <a:gd name="T2" fmla="*/ 59 w 72"/>
                <a:gd name="T3" fmla="*/ 0 h 25"/>
                <a:gd name="T4" fmla="*/ 13 w 72"/>
                <a:gd name="T5" fmla="*/ 0 h 25"/>
                <a:gd name="T6" fmla="*/ 0 w 72"/>
                <a:gd name="T7" fmla="*/ 12 h 25"/>
                <a:gd name="T8" fmla="*/ 13 w 72"/>
                <a:gd name="T9" fmla="*/ 24 h 25"/>
                <a:gd name="T10" fmla="*/ 59 w 72"/>
                <a:gd name="T11" fmla="*/ 24 h 25"/>
                <a:gd name="T12" fmla="*/ 71 w 72"/>
                <a:gd name="T13" fmla="*/ 12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6"/>
                    <a:pt x="0" y="12"/>
                  </a:cubicBezTo>
                  <a:cubicBezTo>
                    <a:pt x="0" y="18"/>
                    <a:pt x="6" y="24"/>
                    <a:pt x="13" y="24"/>
                  </a:cubicBezTo>
                  <a:cubicBezTo>
                    <a:pt x="59" y="24"/>
                    <a:pt x="59" y="24"/>
                    <a:pt x="59" y="24"/>
                  </a:cubicBezTo>
                  <a:cubicBezTo>
                    <a:pt x="66" y="24"/>
                    <a:pt x="71" y="18"/>
                    <a:pt x="71" y="12"/>
                  </a:cubicBezTo>
                  <a:cubicBezTo>
                    <a:pt x="71" y="6"/>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7" name="Freeform 186"/>
            <p:cNvSpPr>
              <a:spLocks noChangeArrowheads="1"/>
            </p:cNvSpPr>
            <p:nvPr/>
          </p:nvSpPr>
          <p:spPr bwMode="auto">
            <a:xfrm>
              <a:off x="6782246" y="3024471"/>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6"/>
                    <a:pt x="0" y="12"/>
                  </a:cubicBezTo>
                  <a:cubicBezTo>
                    <a:pt x="0" y="18"/>
                    <a:pt x="5" y="24"/>
                    <a:pt x="11" y="24"/>
                  </a:cubicBezTo>
                  <a:cubicBezTo>
                    <a:pt x="58" y="24"/>
                    <a:pt x="58" y="24"/>
                    <a:pt x="58" y="24"/>
                  </a:cubicBezTo>
                  <a:cubicBezTo>
                    <a:pt x="64" y="24"/>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8" name="Freeform 187"/>
            <p:cNvSpPr>
              <a:spLocks noChangeArrowheads="1"/>
            </p:cNvSpPr>
            <p:nvPr/>
          </p:nvSpPr>
          <p:spPr bwMode="auto">
            <a:xfrm>
              <a:off x="6665527" y="3044851"/>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6"/>
                    <a:pt x="0" y="12"/>
                  </a:cubicBezTo>
                  <a:cubicBezTo>
                    <a:pt x="0" y="18"/>
                    <a:pt x="5" y="23"/>
                    <a:pt x="11" y="23"/>
                  </a:cubicBezTo>
                  <a:cubicBezTo>
                    <a:pt x="58" y="23"/>
                    <a:pt x="58" y="23"/>
                    <a:pt x="58" y="23"/>
                  </a:cubicBezTo>
                  <a:cubicBezTo>
                    <a:pt x="64" y="23"/>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9" name="Freeform 188"/>
            <p:cNvSpPr>
              <a:spLocks noChangeArrowheads="1"/>
            </p:cNvSpPr>
            <p:nvPr/>
          </p:nvSpPr>
          <p:spPr bwMode="auto">
            <a:xfrm>
              <a:off x="6722960" y="3044851"/>
              <a:ext cx="29643" cy="9263"/>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6"/>
                    <a:pt x="0" y="12"/>
                  </a:cubicBezTo>
                  <a:cubicBezTo>
                    <a:pt x="0" y="18"/>
                    <a:pt x="6" y="23"/>
                    <a:pt x="13" y="23"/>
                  </a:cubicBezTo>
                  <a:cubicBezTo>
                    <a:pt x="59" y="23"/>
                    <a:pt x="59" y="23"/>
                    <a:pt x="59" y="23"/>
                  </a:cubicBezTo>
                  <a:cubicBezTo>
                    <a:pt x="66" y="23"/>
                    <a:pt x="71" y="18"/>
                    <a:pt x="71" y="12"/>
                  </a:cubicBezTo>
                  <a:cubicBezTo>
                    <a:pt x="71" y="6"/>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0" name="Freeform 189"/>
            <p:cNvSpPr>
              <a:spLocks noChangeArrowheads="1"/>
            </p:cNvSpPr>
            <p:nvPr/>
          </p:nvSpPr>
          <p:spPr bwMode="auto">
            <a:xfrm>
              <a:off x="6782246" y="3044851"/>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6"/>
                    <a:pt x="0" y="12"/>
                  </a:cubicBezTo>
                  <a:cubicBezTo>
                    <a:pt x="0" y="18"/>
                    <a:pt x="5" y="23"/>
                    <a:pt x="11" y="23"/>
                  </a:cubicBezTo>
                  <a:cubicBezTo>
                    <a:pt x="58" y="23"/>
                    <a:pt x="58" y="23"/>
                    <a:pt x="58" y="23"/>
                  </a:cubicBezTo>
                  <a:cubicBezTo>
                    <a:pt x="64" y="23"/>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111" name="Freeform 43"/>
          <p:cNvSpPr>
            <a:spLocks noChangeAspect="1" noChangeArrowheads="1"/>
          </p:cNvSpPr>
          <p:nvPr/>
        </p:nvSpPr>
        <p:spPr bwMode="auto">
          <a:xfrm>
            <a:off x="3676442" y="3833347"/>
            <a:ext cx="511253" cy="297308"/>
          </a:xfrm>
          <a:custGeom>
            <a:avLst/>
            <a:gdLst>
              <a:gd name="T0" fmla="*/ 628 w 810"/>
              <a:gd name="T1" fmla="*/ 112 h 473"/>
              <a:gd name="T2" fmla="*/ 628 w 810"/>
              <a:gd name="T3" fmla="*/ 112 h 473"/>
              <a:gd name="T4" fmla="*/ 581 w 810"/>
              <a:gd name="T5" fmla="*/ 119 h 473"/>
              <a:gd name="T6" fmla="*/ 409 w 810"/>
              <a:gd name="T7" fmla="*/ 0 h 473"/>
              <a:gd name="T8" fmla="*/ 228 w 810"/>
              <a:gd name="T9" fmla="*/ 152 h 473"/>
              <a:gd name="T10" fmla="*/ 167 w 810"/>
              <a:gd name="T11" fmla="*/ 140 h 473"/>
              <a:gd name="T12" fmla="*/ 0 w 810"/>
              <a:gd name="T13" fmla="*/ 306 h 473"/>
              <a:gd name="T14" fmla="*/ 145 w 810"/>
              <a:gd name="T15" fmla="*/ 471 h 473"/>
              <a:gd name="T16" fmla="*/ 643 w 810"/>
              <a:gd name="T17" fmla="*/ 472 h 473"/>
              <a:gd name="T18" fmla="*/ 809 w 810"/>
              <a:gd name="T19" fmla="*/ 293 h 473"/>
              <a:gd name="T20" fmla="*/ 628 w 810"/>
              <a:gd name="T21" fmla="*/ 112 h 473"/>
              <a:gd name="T22" fmla="*/ 642 w 810"/>
              <a:gd name="T23" fmla="*/ 449 h 473"/>
              <a:gd name="T24" fmla="*/ 642 w 810"/>
              <a:gd name="T25" fmla="*/ 449 h 473"/>
              <a:gd name="T26" fmla="*/ 146 w 810"/>
              <a:gd name="T27" fmla="*/ 448 h 473"/>
              <a:gd name="T28" fmla="*/ 23 w 810"/>
              <a:gd name="T29" fmla="*/ 306 h 473"/>
              <a:gd name="T30" fmla="*/ 167 w 810"/>
              <a:gd name="T31" fmla="*/ 163 h 473"/>
              <a:gd name="T32" fmla="*/ 232 w 810"/>
              <a:gd name="T33" fmla="*/ 179 h 473"/>
              <a:gd name="T34" fmla="*/ 243 w 810"/>
              <a:gd name="T35" fmla="*/ 179 h 473"/>
              <a:gd name="T36" fmla="*/ 249 w 810"/>
              <a:gd name="T37" fmla="*/ 170 h 473"/>
              <a:gd name="T38" fmla="*/ 409 w 810"/>
              <a:gd name="T39" fmla="*/ 24 h 473"/>
              <a:gd name="T40" fmla="*/ 562 w 810"/>
              <a:gd name="T41" fmla="*/ 138 h 473"/>
              <a:gd name="T42" fmla="*/ 569 w 810"/>
              <a:gd name="T43" fmla="*/ 144 h 473"/>
              <a:gd name="T44" fmla="*/ 577 w 810"/>
              <a:gd name="T45" fmla="*/ 145 h 473"/>
              <a:gd name="T46" fmla="*/ 628 w 810"/>
              <a:gd name="T47" fmla="*/ 136 h 473"/>
              <a:gd name="T48" fmla="*/ 786 w 810"/>
              <a:gd name="T49" fmla="*/ 293 h 473"/>
              <a:gd name="T50" fmla="*/ 642 w 810"/>
              <a:gd name="T51" fmla="*/ 449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10" h="473">
                <a:moveTo>
                  <a:pt x="628" y="112"/>
                </a:moveTo>
                <a:lnTo>
                  <a:pt x="628" y="112"/>
                </a:lnTo>
                <a:cubicBezTo>
                  <a:pt x="612" y="112"/>
                  <a:pt x="597" y="115"/>
                  <a:pt x="581" y="119"/>
                </a:cubicBezTo>
                <a:cubicBezTo>
                  <a:pt x="553" y="48"/>
                  <a:pt x="485" y="0"/>
                  <a:pt x="409" y="0"/>
                </a:cubicBezTo>
                <a:cubicBezTo>
                  <a:pt x="319" y="0"/>
                  <a:pt x="244" y="65"/>
                  <a:pt x="228" y="152"/>
                </a:cubicBezTo>
                <a:cubicBezTo>
                  <a:pt x="207" y="144"/>
                  <a:pt x="188" y="140"/>
                  <a:pt x="167" y="140"/>
                </a:cubicBezTo>
                <a:cubicBezTo>
                  <a:pt x="75" y="140"/>
                  <a:pt x="0" y="215"/>
                  <a:pt x="0" y="306"/>
                </a:cubicBezTo>
                <a:cubicBezTo>
                  <a:pt x="0" y="389"/>
                  <a:pt x="62" y="459"/>
                  <a:pt x="145" y="471"/>
                </a:cubicBezTo>
                <a:cubicBezTo>
                  <a:pt x="643" y="472"/>
                  <a:pt x="643" y="472"/>
                  <a:pt x="643" y="472"/>
                </a:cubicBezTo>
                <a:cubicBezTo>
                  <a:pt x="736" y="465"/>
                  <a:pt x="809" y="386"/>
                  <a:pt x="809" y="293"/>
                </a:cubicBezTo>
                <a:cubicBezTo>
                  <a:pt x="809" y="193"/>
                  <a:pt x="728" y="112"/>
                  <a:pt x="628" y="112"/>
                </a:cubicBezTo>
                <a:close/>
                <a:moveTo>
                  <a:pt x="642" y="449"/>
                </a:moveTo>
                <a:lnTo>
                  <a:pt x="642" y="449"/>
                </a:lnTo>
                <a:cubicBezTo>
                  <a:pt x="146" y="448"/>
                  <a:pt x="146" y="448"/>
                  <a:pt x="146" y="448"/>
                </a:cubicBezTo>
                <a:cubicBezTo>
                  <a:pt x="76" y="438"/>
                  <a:pt x="23" y="377"/>
                  <a:pt x="23" y="306"/>
                </a:cubicBezTo>
                <a:cubicBezTo>
                  <a:pt x="23" y="227"/>
                  <a:pt x="88" y="163"/>
                  <a:pt x="167" y="163"/>
                </a:cubicBezTo>
                <a:cubicBezTo>
                  <a:pt x="189" y="163"/>
                  <a:pt x="211" y="169"/>
                  <a:pt x="232" y="179"/>
                </a:cubicBezTo>
                <a:cubicBezTo>
                  <a:pt x="236" y="182"/>
                  <a:pt x="240" y="182"/>
                  <a:pt x="243" y="179"/>
                </a:cubicBezTo>
                <a:cubicBezTo>
                  <a:pt x="246" y="177"/>
                  <a:pt x="248" y="174"/>
                  <a:pt x="249" y="170"/>
                </a:cubicBezTo>
                <a:cubicBezTo>
                  <a:pt x="257" y="87"/>
                  <a:pt x="326" y="24"/>
                  <a:pt x="409" y="24"/>
                </a:cubicBezTo>
                <a:cubicBezTo>
                  <a:pt x="479" y="24"/>
                  <a:pt x="541" y="69"/>
                  <a:pt x="562" y="138"/>
                </a:cubicBezTo>
                <a:cubicBezTo>
                  <a:pt x="563" y="140"/>
                  <a:pt x="566" y="143"/>
                  <a:pt x="569" y="144"/>
                </a:cubicBezTo>
                <a:cubicBezTo>
                  <a:pt x="571" y="146"/>
                  <a:pt x="575" y="146"/>
                  <a:pt x="577" y="145"/>
                </a:cubicBezTo>
                <a:cubicBezTo>
                  <a:pt x="595" y="139"/>
                  <a:pt x="611" y="136"/>
                  <a:pt x="628" y="136"/>
                </a:cubicBezTo>
                <a:cubicBezTo>
                  <a:pt x="716" y="136"/>
                  <a:pt x="786" y="207"/>
                  <a:pt x="786" y="293"/>
                </a:cubicBezTo>
                <a:cubicBezTo>
                  <a:pt x="786" y="374"/>
                  <a:pt x="722" y="442"/>
                  <a:pt x="642" y="449"/>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12" name="Group 111"/>
          <p:cNvGrpSpPr>
            <a:grpSpLocks noChangeAspect="1"/>
          </p:cNvGrpSpPr>
          <p:nvPr/>
        </p:nvGrpSpPr>
        <p:grpSpPr>
          <a:xfrm>
            <a:off x="3762358" y="2863873"/>
            <a:ext cx="299848" cy="297777"/>
            <a:chOff x="7463838" y="4790724"/>
            <a:chExt cx="294567" cy="292536"/>
          </a:xfrm>
          <a:solidFill>
            <a:srgbClr val="0078EF"/>
          </a:solidFill>
        </p:grpSpPr>
        <p:sp>
          <p:nvSpPr>
            <p:cNvPr id="113" name="Freeform 483"/>
            <p:cNvSpPr>
              <a:spLocks noChangeArrowheads="1"/>
            </p:cNvSpPr>
            <p:nvPr/>
          </p:nvSpPr>
          <p:spPr bwMode="auto">
            <a:xfrm>
              <a:off x="7463838" y="4790724"/>
              <a:ext cx="52819" cy="211276"/>
            </a:xfrm>
            <a:custGeom>
              <a:avLst/>
              <a:gdLst>
                <a:gd name="T0" fmla="*/ 92 w 113"/>
                <a:gd name="T1" fmla="*/ 453 h 458"/>
                <a:gd name="T2" fmla="*/ 92 w 113"/>
                <a:gd name="T3" fmla="*/ 453 h 458"/>
                <a:gd name="T4" fmla="*/ 100 w 113"/>
                <a:gd name="T5" fmla="*/ 457 h 458"/>
                <a:gd name="T6" fmla="*/ 108 w 113"/>
                <a:gd name="T7" fmla="*/ 453 h 458"/>
                <a:gd name="T8" fmla="*/ 108 w 113"/>
                <a:gd name="T9" fmla="*/ 438 h 458"/>
                <a:gd name="T10" fmla="*/ 21 w 113"/>
                <a:gd name="T11" fmla="*/ 229 h 458"/>
                <a:gd name="T12" fmla="*/ 108 w 113"/>
                <a:gd name="T13" fmla="*/ 20 h 458"/>
                <a:gd name="T14" fmla="*/ 108 w 113"/>
                <a:gd name="T15" fmla="*/ 5 h 458"/>
                <a:gd name="T16" fmla="*/ 92 w 113"/>
                <a:gd name="T17" fmla="*/ 5 h 458"/>
                <a:gd name="T18" fmla="*/ 0 w 113"/>
                <a:gd name="T19" fmla="*/ 229 h 458"/>
                <a:gd name="T20" fmla="*/ 92 w 113"/>
                <a:gd name="T21" fmla="*/ 45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458">
                  <a:moveTo>
                    <a:pt x="92" y="453"/>
                  </a:moveTo>
                  <a:lnTo>
                    <a:pt x="92" y="453"/>
                  </a:lnTo>
                  <a:cubicBezTo>
                    <a:pt x="95" y="455"/>
                    <a:pt x="97" y="457"/>
                    <a:pt x="100" y="457"/>
                  </a:cubicBezTo>
                  <a:cubicBezTo>
                    <a:pt x="103" y="457"/>
                    <a:pt x="106" y="455"/>
                    <a:pt x="108" y="453"/>
                  </a:cubicBezTo>
                  <a:cubicBezTo>
                    <a:pt x="112" y="450"/>
                    <a:pt x="112" y="442"/>
                    <a:pt x="108" y="438"/>
                  </a:cubicBezTo>
                  <a:cubicBezTo>
                    <a:pt x="51" y="383"/>
                    <a:pt x="21" y="307"/>
                    <a:pt x="21" y="229"/>
                  </a:cubicBezTo>
                  <a:cubicBezTo>
                    <a:pt x="21" y="150"/>
                    <a:pt x="51" y="75"/>
                    <a:pt x="108" y="20"/>
                  </a:cubicBezTo>
                  <a:cubicBezTo>
                    <a:pt x="112" y="16"/>
                    <a:pt x="112" y="10"/>
                    <a:pt x="108" y="5"/>
                  </a:cubicBezTo>
                  <a:cubicBezTo>
                    <a:pt x="104" y="0"/>
                    <a:pt x="97" y="0"/>
                    <a:pt x="92" y="5"/>
                  </a:cubicBezTo>
                  <a:cubicBezTo>
                    <a:pt x="33" y="65"/>
                    <a:pt x="0" y="144"/>
                    <a:pt x="0" y="229"/>
                  </a:cubicBezTo>
                  <a:cubicBezTo>
                    <a:pt x="0" y="314"/>
                    <a:pt x="33" y="393"/>
                    <a:pt x="92" y="4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4" name="Freeform 484"/>
            <p:cNvSpPr>
              <a:spLocks noChangeArrowheads="1"/>
            </p:cNvSpPr>
            <p:nvPr/>
          </p:nvSpPr>
          <p:spPr bwMode="auto">
            <a:xfrm>
              <a:off x="7705586" y="4790724"/>
              <a:ext cx="52819" cy="211276"/>
            </a:xfrm>
            <a:custGeom>
              <a:avLst/>
              <a:gdLst>
                <a:gd name="T0" fmla="*/ 11 w 113"/>
                <a:gd name="T1" fmla="*/ 457 h 458"/>
                <a:gd name="T2" fmla="*/ 11 w 113"/>
                <a:gd name="T3" fmla="*/ 457 h 458"/>
                <a:gd name="T4" fmla="*/ 19 w 113"/>
                <a:gd name="T5" fmla="*/ 453 h 458"/>
                <a:gd name="T6" fmla="*/ 112 w 113"/>
                <a:gd name="T7" fmla="*/ 229 h 458"/>
                <a:gd name="T8" fmla="*/ 19 w 113"/>
                <a:gd name="T9" fmla="*/ 5 h 458"/>
                <a:gd name="T10" fmla="*/ 4 w 113"/>
                <a:gd name="T11" fmla="*/ 5 h 458"/>
                <a:gd name="T12" fmla="*/ 4 w 113"/>
                <a:gd name="T13" fmla="*/ 20 h 458"/>
                <a:gd name="T14" fmla="*/ 91 w 113"/>
                <a:gd name="T15" fmla="*/ 229 h 458"/>
                <a:gd name="T16" fmla="*/ 4 w 113"/>
                <a:gd name="T17" fmla="*/ 438 h 458"/>
                <a:gd name="T18" fmla="*/ 4 w 113"/>
                <a:gd name="T19" fmla="*/ 453 h 458"/>
                <a:gd name="T20" fmla="*/ 11 w 113"/>
                <a:gd name="T21" fmla="*/ 457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458">
                  <a:moveTo>
                    <a:pt x="11" y="457"/>
                  </a:moveTo>
                  <a:lnTo>
                    <a:pt x="11" y="457"/>
                  </a:lnTo>
                  <a:cubicBezTo>
                    <a:pt x="14" y="457"/>
                    <a:pt x="18" y="455"/>
                    <a:pt x="19" y="453"/>
                  </a:cubicBezTo>
                  <a:cubicBezTo>
                    <a:pt x="79" y="393"/>
                    <a:pt x="112" y="314"/>
                    <a:pt x="112" y="229"/>
                  </a:cubicBezTo>
                  <a:cubicBezTo>
                    <a:pt x="112" y="144"/>
                    <a:pt x="79" y="64"/>
                    <a:pt x="19" y="5"/>
                  </a:cubicBezTo>
                  <a:cubicBezTo>
                    <a:pt x="15" y="0"/>
                    <a:pt x="8" y="0"/>
                    <a:pt x="4" y="5"/>
                  </a:cubicBezTo>
                  <a:cubicBezTo>
                    <a:pt x="0" y="10"/>
                    <a:pt x="0" y="16"/>
                    <a:pt x="4" y="20"/>
                  </a:cubicBezTo>
                  <a:cubicBezTo>
                    <a:pt x="60" y="75"/>
                    <a:pt x="91" y="150"/>
                    <a:pt x="91" y="229"/>
                  </a:cubicBezTo>
                  <a:cubicBezTo>
                    <a:pt x="91" y="307"/>
                    <a:pt x="60" y="383"/>
                    <a:pt x="4" y="438"/>
                  </a:cubicBezTo>
                  <a:cubicBezTo>
                    <a:pt x="0" y="442"/>
                    <a:pt x="0" y="450"/>
                    <a:pt x="4" y="453"/>
                  </a:cubicBezTo>
                  <a:cubicBezTo>
                    <a:pt x="6" y="455"/>
                    <a:pt x="8" y="457"/>
                    <a:pt x="11" y="4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5" name="Freeform 485"/>
            <p:cNvSpPr>
              <a:spLocks noChangeArrowheads="1"/>
            </p:cNvSpPr>
            <p:nvPr/>
          </p:nvSpPr>
          <p:spPr bwMode="auto">
            <a:xfrm>
              <a:off x="7502436" y="4817133"/>
              <a:ext cx="40630" cy="158457"/>
            </a:xfrm>
            <a:custGeom>
              <a:avLst/>
              <a:gdLst>
                <a:gd name="T0" fmla="*/ 84 w 89"/>
                <a:gd name="T1" fmla="*/ 18 h 342"/>
                <a:gd name="T2" fmla="*/ 84 w 89"/>
                <a:gd name="T3" fmla="*/ 18 h 342"/>
                <a:gd name="T4" fmla="*/ 84 w 89"/>
                <a:gd name="T5" fmla="*/ 4 h 342"/>
                <a:gd name="T6" fmla="*/ 70 w 89"/>
                <a:gd name="T7" fmla="*/ 4 h 342"/>
                <a:gd name="T8" fmla="*/ 0 w 89"/>
                <a:gd name="T9" fmla="*/ 171 h 342"/>
                <a:gd name="T10" fmla="*/ 70 w 89"/>
                <a:gd name="T11" fmla="*/ 339 h 342"/>
                <a:gd name="T12" fmla="*/ 77 w 89"/>
                <a:gd name="T13" fmla="*/ 341 h 342"/>
                <a:gd name="T14" fmla="*/ 84 w 89"/>
                <a:gd name="T15" fmla="*/ 339 h 342"/>
                <a:gd name="T16" fmla="*/ 84 w 89"/>
                <a:gd name="T17" fmla="*/ 324 h 342"/>
                <a:gd name="T18" fmla="*/ 21 w 89"/>
                <a:gd name="T19" fmla="*/ 171 h 342"/>
                <a:gd name="T20" fmla="*/ 84 w 89"/>
                <a:gd name="T21" fmla="*/ 18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 h="342">
                  <a:moveTo>
                    <a:pt x="84" y="18"/>
                  </a:moveTo>
                  <a:lnTo>
                    <a:pt x="84" y="18"/>
                  </a:lnTo>
                  <a:cubicBezTo>
                    <a:pt x="88" y="14"/>
                    <a:pt x="88" y="7"/>
                    <a:pt x="84" y="4"/>
                  </a:cubicBezTo>
                  <a:cubicBezTo>
                    <a:pt x="80" y="0"/>
                    <a:pt x="73" y="0"/>
                    <a:pt x="70" y="4"/>
                  </a:cubicBezTo>
                  <a:cubicBezTo>
                    <a:pt x="25" y="48"/>
                    <a:pt x="0" y="108"/>
                    <a:pt x="0" y="171"/>
                  </a:cubicBezTo>
                  <a:cubicBezTo>
                    <a:pt x="0" y="235"/>
                    <a:pt x="25" y="294"/>
                    <a:pt x="70" y="339"/>
                  </a:cubicBezTo>
                  <a:cubicBezTo>
                    <a:pt x="72" y="340"/>
                    <a:pt x="74" y="341"/>
                    <a:pt x="77" y="341"/>
                  </a:cubicBezTo>
                  <a:cubicBezTo>
                    <a:pt x="80" y="341"/>
                    <a:pt x="82" y="340"/>
                    <a:pt x="84" y="339"/>
                  </a:cubicBezTo>
                  <a:cubicBezTo>
                    <a:pt x="88" y="334"/>
                    <a:pt x="88" y="328"/>
                    <a:pt x="84" y="324"/>
                  </a:cubicBezTo>
                  <a:cubicBezTo>
                    <a:pt x="44" y="283"/>
                    <a:pt x="21" y="229"/>
                    <a:pt x="21" y="171"/>
                  </a:cubicBezTo>
                  <a:cubicBezTo>
                    <a:pt x="21" y="114"/>
                    <a:pt x="44" y="59"/>
                    <a:pt x="84"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6" name="Freeform 486"/>
            <p:cNvSpPr>
              <a:spLocks noChangeArrowheads="1"/>
            </p:cNvSpPr>
            <p:nvPr/>
          </p:nvSpPr>
          <p:spPr bwMode="auto">
            <a:xfrm>
              <a:off x="7679177" y="4817133"/>
              <a:ext cx="40630" cy="158457"/>
            </a:xfrm>
            <a:custGeom>
              <a:avLst/>
              <a:gdLst>
                <a:gd name="T0" fmla="*/ 12 w 90"/>
                <a:gd name="T1" fmla="*/ 341 h 342"/>
                <a:gd name="T2" fmla="*/ 12 w 90"/>
                <a:gd name="T3" fmla="*/ 341 h 342"/>
                <a:gd name="T4" fmla="*/ 20 w 90"/>
                <a:gd name="T5" fmla="*/ 339 h 342"/>
                <a:gd name="T6" fmla="*/ 89 w 90"/>
                <a:gd name="T7" fmla="*/ 171 h 342"/>
                <a:gd name="T8" fmla="*/ 20 w 90"/>
                <a:gd name="T9" fmla="*/ 4 h 342"/>
                <a:gd name="T10" fmla="*/ 5 w 90"/>
                <a:gd name="T11" fmla="*/ 4 h 342"/>
                <a:gd name="T12" fmla="*/ 5 w 90"/>
                <a:gd name="T13" fmla="*/ 18 h 342"/>
                <a:gd name="T14" fmla="*/ 67 w 90"/>
                <a:gd name="T15" fmla="*/ 171 h 342"/>
                <a:gd name="T16" fmla="*/ 5 w 90"/>
                <a:gd name="T17" fmla="*/ 324 h 342"/>
                <a:gd name="T18" fmla="*/ 5 w 90"/>
                <a:gd name="T19" fmla="*/ 339 h 342"/>
                <a:gd name="T20" fmla="*/ 12 w 90"/>
                <a:gd name="T21" fmla="*/ 341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342">
                  <a:moveTo>
                    <a:pt x="12" y="341"/>
                  </a:moveTo>
                  <a:lnTo>
                    <a:pt x="12" y="341"/>
                  </a:lnTo>
                  <a:cubicBezTo>
                    <a:pt x="15" y="341"/>
                    <a:pt x="17" y="340"/>
                    <a:pt x="20" y="339"/>
                  </a:cubicBezTo>
                  <a:cubicBezTo>
                    <a:pt x="64" y="294"/>
                    <a:pt x="89" y="235"/>
                    <a:pt x="89" y="171"/>
                  </a:cubicBezTo>
                  <a:cubicBezTo>
                    <a:pt x="89" y="108"/>
                    <a:pt x="64" y="48"/>
                    <a:pt x="20" y="4"/>
                  </a:cubicBezTo>
                  <a:cubicBezTo>
                    <a:pt x="15" y="0"/>
                    <a:pt x="9" y="0"/>
                    <a:pt x="5" y="4"/>
                  </a:cubicBezTo>
                  <a:cubicBezTo>
                    <a:pt x="0" y="7"/>
                    <a:pt x="0" y="14"/>
                    <a:pt x="5" y="18"/>
                  </a:cubicBezTo>
                  <a:cubicBezTo>
                    <a:pt x="45" y="59"/>
                    <a:pt x="67" y="114"/>
                    <a:pt x="67" y="171"/>
                  </a:cubicBezTo>
                  <a:cubicBezTo>
                    <a:pt x="67" y="229"/>
                    <a:pt x="45" y="283"/>
                    <a:pt x="5" y="324"/>
                  </a:cubicBezTo>
                  <a:cubicBezTo>
                    <a:pt x="0" y="328"/>
                    <a:pt x="0" y="334"/>
                    <a:pt x="5" y="339"/>
                  </a:cubicBezTo>
                  <a:cubicBezTo>
                    <a:pt x="7" y="340"/>
                    <a:pt x="10" y="341"/>
                    <a:pt x="12" y="3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7" name="Freeform 487"/>
            <p:cNvSpPr>
              <a:spLocks noChangeArrowheads="1"/>
            </p:cNvSpPr>
            <p:nvPr/>
          </p:nvSpPr>
          <p:spPr bwMode="auto">
            <a:xfrm>
              <a:off x="7539003" y="4843543"/>
              <a:ext cx="30473" cy="105638"/>
            </a:xfrm>
            <a:custGeom>
              <a:avLst/>
              <a:gdLst>
                <a:gd name="T0" fmla="*/ 53 w 66"/>
                <a:gd name="T1" fmla="*/ 230 h 231"/>
                <a:gd name="T2" fmla="*/ 53 w 66"/>
                <a:gd name="T3" fmla="*/ 230 h 231"/>
                <a:gd name="T4" fmla="*/ 61 w 66"/>
                <a:gd name="T5" fmla="*/ 226 h 231"/>
                <a:gd name="T6" fmla="*/ 61 w 66"/>
                <a:gd name="T7" fmla="*/ 211 h 231"/>
                <a:gd name="T8" fmla="*/ 21 w 66"/>
                <a:gd name="T9" fmla="*/ 115 h 231"/>
                <a:gd name="T10" fmla="*/ 61 w 66"/>
                <a:gd name="T11" fmla="*/ 19 h 231"/>
                <a:gd name="T12" fmla="*/ 61 w 66"/>
                <a:gd name="T13" fmla="*/ 3 h 231"/>
                <a:gd name="T14" fmla="*/ 45 w 66"/>
                <a:gd name="T15" fmla="*/ 3 h 231"/>
                <a:gd name="T16" fmla="*/ 0 w 66"/>
                <a:gd name="T17" fmla="*/ 115 h 231"/>
                <a:gd name="T18" fmla="*/ 45 w 66"/>
                <a:gd name="T19" fmla="*/ 226 h 231"/>
                <a:gd name="T20" fmla="*/ 53 w 66"/>
                <a:gd name="T21" fmla="*/ 23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231">
                  <a:moveTo>
                    <a:pt x="53" y="230"/>
                  </a:moveTo>
                  <a:lnTo>
                    <a:pt x="53" y="230"/>
                  </a:lnTo>
                  <a:cubicBezTo>
                    <a:pt x="56" y="230"/>
                    <a:pt x="59" y="229"/>
                    <a:pt x="61" y="226"/>
                  </a:cubicBezTo>
                  <a:cubicBezTo>
                    <a:pt x="65" y="222"/>
                    <a:pt x="65" y="215"/>
                    <a:pt x="61" y="211"/>
                  </a:cubicBezTo>
                  <a:cubicBezTo>
                    <a:pt x="35" y="185"/>
                    <a:pt x="21" y="152"/>
                    <a:pt x="21" y="115"/>
                  </a:cubicBezTo>
                  <a:cubicBezTo>
                    <a:pt x="21" y="78"/>
                    <a:pt x="35" y="44"/>
                    <a:pt x="61" y="19"/>
                  </a:cubicBezTo>
                  <a:cubicBezTo>
                    <a:pt x="65" y="15"/>
                    <a:pt x="65" y="8"/>
                    <a:pt x="61" y="3"/>
                  </a:cubicBezTo>
                  <a:cubicBezTo>
                    <a:pt x="57" y="0"/>
                    <a:pt x="50" y="0"/>
                    <a:pt x="45" y="3"/>
                  </a:cubicBezTo>
                  <a:cubicBezTo>
                    <a:pt x="16" y="34"/>
                    <a:pt x="0" y="73"/>
                    <a:pt x="0" y="115"/>
                  </a:cubicBezTo>
                  <a:cubicBezTo>
                    <a:pt x="0" y="158"/>
                    <a:pt x="16" y="197"/>
                    <a:pt x="45" y="226"/>
                  </a:cubicBezTo>
                  <a:cubicBezTo>
                    <a:pt x="47" y="229"/>
                    <a:pt x="50" y="230"/>
                    <a:pt x="53" y="2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8" name="Freeform 488"/>
            <p:cNvSpPr>
              <a:spLocks noChangeArrowheads="1"/>
            </p:cNvSpPr>
            <p:nvPr/>
          </p:nvSpPr>
          <p:spPr bwMode="auto">
            <a:xfrm>
              <a:off x="7652767" y="4843543"/>
              <a:ext cx="30473" cy="105638"/>
            </a:xfrm>
            <a:custGeom>
              <a:avLst/>
              <a:gdLst>
                <a:gd name="T0" fmla="*/ 19 w 67"/>
                <a:gd name="T1" fmla="*/ 3 h 231"/>
                <a:gd name="T2" fmla="*/ 19 w 67"/>
                <a:gd name="T3" fmla="*/ 3 h 231"/>
                <a:gd name="T4" fmla="*/ 4 w 67"/>
                <a:gd name="T5" fmla="*/ 3 h 231"/>
                <a:gd name="T6" fmla="*/ 4 w 67"/>
                <a:gd name="T7" fmla="*/ 19 h 231"/>
                <a:gd name="T8" fmla="*/ 44 w 67"/>
                <a:gd name="T9" fmla="*/ 115 h 231"/>
                <a:gd name="T10" fmla="*/ 4 w 67"/>
                <a:gd name="T11" fmla="*/ 211 h 231"/>
                <a:gd name="T12" fmla="*/ 4 w 67"/>
                <a:gd name="T13" fmla="*/ 226 h 231"/>
                <a:gd name="T14" fmla="*/ 11 w 67"/>
                <a:gd name="T15" fmla="*/ 230 h 231"/>
                <a:gd name="T16" fmla="*/ 19 w 67"/>
                <a:gd name="T17" fmla="*/ 226 h 231"/>
                <a:gd name="T18" fmla="*/ 66 w 67"/>
                <a:gd name="T19" fmla="*/ 115 h 231"/>
                <a:gd name="T20" fmla="*/ 19 w 67"/>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231">
                  <a:moveTo>
                    <a:pt x="19" y="3"/>
                  </a:moveTo>
                  <a:lnTo>
                    <a:pt x="19" y="3"/>
                  </a:lnTo>
                  <a:cubicBezTo>
                    <a:pt x="15" y="0"/>
                    <a:pt x="8" y="0"/>
                    <a:pt x="4" y="3"/>
                  </a:cubicBezTo>
                  <a:cubicBezTo>
                    <a:pt x="0" y="8"/>
                    <a:pt x="0" y="15"/>
                    <a:pt x="4" y="19"/>
                  </a:cubicBezTo>
                  <a:cubicBezTo>
                    <a:pt x="29" y="44"/>
                    <a:pt x="44" y="78"/>
                    <a:pt x="44" y="115"/>
                  </a:cubicBezTo>
                  <a:cubicBezTo>
                    <a:pt x="44" y="152"/>
                    <a:pt x="29" y="185"/>
                    <a:pt x="4" y="211"/>
                  </a:cubicBezTo>
                  <a:cubicBezTo>
                    <a:pt x="0" y="215"/>
                    <a:pt x="0" y="222"/>
                    <a:pt x="4" y="226"/>
                  </a:cubicBezTo>
                  <a:cubicBezTo>
                    <a:pt x="5" y="229"/>
                    <a:pt x="8" y="230"/>
                    <a:pt x="11" y="230"/>
                  </a:cubicBezTo>
                  <a:cubicBezTo>
                    <a:pt x="15" y="230"/>
                    <a:pt x="17" y="229"/>
                    <a:pt x="19" y="226"/>
                  </a:cubicBezTo>
                  <a:cubicBezTo>
                    <a:pt x="48" y="197"/>
                    <a:pt x="66" y="158"/>
                    <a:pt x="66" y="115"/>
                  </a:cubicBezTo>
                  <a:cubicBezTo>
                    <a:pt x="66" y="73"/>
                    <a:pt x="48" y="34"/>
                    <a:pt x="19"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9" name="Freeform 489"/>
            <p:cNvSpPr>
              <a:spLocks noChangeArrowheads="1"/>
            </p:cNvSpPr>
            <p:nvPr/>
          </p:nvSpPr>
          <p:spPr bwMode="auto">
            <a:xfrm>
              <a:off x="7555255" y="4894330"/>
              <a:ext cx="109701" cy="188930"/>
            </a:xfrm>
            <a:custGeom>
              <a:avLst/>
              <a:gdLst>
                <a:gd name="T0" fmla="*/ 1 w 238"/>
                <a:gd name="T1" fmla="*/ 403 h 410"/>
                <a:gd name="T2" fmla="*/ 1 w 238"/>
                <a:gd name="T3" fmla="*/ 403 h 410"/>
                <a:gd name="T4" fmla="*/ 2 w 238"/>
                <a:gd name="T5" fmla="*/ 404 h 410"/>
                <a:gd name="T6" fmla="*/ 3 w 238"/>
                <a:gd name="T7" fmla="*/ 405 h 410"/>
                <a:gd name="T8" fmla="*/ 5 w 238"/>
                <a:gd name="T9" fmla="*/ 407 h 410"/>
                <a:gd name="T10" fmla="*/ 6 w 238"/>
                <a:gd name="T11" fmla="*/ 407 h 410"/>
                <a:gd name="T12" fmla="*/ 11 w 238"/>
                <a:gd name="T13" fmla="*/ 409 h 410"/>
                <a:gd name="T14" fmla="*/ 227 w 238"/>
                <a:gd name="T15" fmla="*/ 409 h 410"/>
                <a:gd name="T16" fmla="*/ 236 w 238"/>
                <a:gd name="T17" fmla="*/ 405 h 410"/>
                <a:gd name="T18" fmla="*/ 237 w 238"/>
                <a:gd name="T19" fmla="*/ 396 h 410"/>
                <a:gd name="T20" fmla="*/ 129 w 238"/>
                <a:gd name="T21" fmla="*/ 9 h 410"/>
                <a:gd name="T22" fmla="*/ 108 w 238"/>
                <a:gd name="T23" fmla="*/ 9 h 410"/>
                <a:gd name="T24" fmla="*/ 1 w 238"/>
                <a:gd name="T25" fmla="*/ 396 h 410"/>
                <a:gd name="T26" fmla="*/ 1 w 238"/>
                <a:gd name="T27" fmla="*/ 402 h 410"/>
                <a:gd name="T28" fmla="*/ 1 w 238"/>
                <a:gd name="T29" fmla="*/ 403 h 410"/>
                <a:gd name="T30" fmla="*/ 213 w 238"/>
                <a:gd name="T31" fmla="*/ 388 h 410"/>
                <a:gd name="T32" fmla="*/ 213 w 238"/>
                <a:gd name="T33" fmla="*/ 388 h 410"/>
                <a:gd name="T34" fmla="*/ 59 w 238"/>
                <a:gd name="T35" fmla="*/ 388 h 410"/>
                <a:gd name="T36" fmla="*/ 195 w 238"/>
                <a:gd name="T37" fmla="*/ 327 h 410"/>
                <a:gd name="T38" fmla="*/ 213 w 238"/>
                <a:gd name="T39" fmla="*/ 388 h 410"/>
                <a:gd name="T40" fmla="*/ 189 w 238"/>
                <a:gd name="T41" fmla="*/ 303 h 410"/>
                <a:gd name="T42" fmla="*/ 189 w 238"/>
                <a:gd name="T43" fmla="*/ 303 h 410"/>
                <a:gd name="T44" fmla="*/ 75 w 238"/>
                <a:gd name="T45" fmla="*/ 303 h 410"/>
                <a:gd name="T46" fmla="*/ 172 w 238"/>
                <a:gd name="T47" fmla="*/ 241 h 410"/>
                <a:gd name="T48" fmla="*/ 189 w 238"/>
                <a:gd name="T49" fmla="*/ 303 h 410"/>
                <a:gd name="T50" fmla="*/ 119 w 238"/>
                <a:gd name="T51" fmla="*/ 52 h 410"/>
                <a:gd name="T52" fmla="*/ 119 w 238"/>
                <a:gd name="T53" fmla="*/ 52 h 410"/>
                <a:gd name="T54" fmla="*/ 165 w 238"/>
                <a:gd name="T55" fmla="*/ 218 h 410"/>
                <a:gd name="T56" fmla="*/ 73 w 238"/>
                <a:gd name="T57" fmla="*/ 218 h 410"/>
                <a:gd name="T58" fmla="*/ 119 w 238"/>
                <a:gd name="T59" fmla="*/ 52 h 410"/>
                <a:gd name="T60" fmla="*/ 67 w 238"/>
                <a:gd name="T61" fmla="*/ 239 h 410"/>
                <a:gd name="T62" fmla="*/ 67 w 238"/>
                <a:gd name="T63" fmla="*/ 239 h 410"/>
                <a:gd name="T64" fmla="*/ 136 w 238"/>
                <a:gd name="T65" fmla="*/ 239 h 410"/>
                <a:gd name="T66" fmla="*/ 51 w 238"/>
                <a:gd name="T67" fmla="*/ 292 h 410"/>
                <a:gd name="T68" fmla="*/ 67 w 238"/>
                <a:gd name="T69" fmla="*/ 239 h 410"/>
                <a:gd name="T70" fmla="*/ 43 w 238"/>
                <a:gd name="T71" fmla="*/ 324 h 410"/>
                <a:gd name="T72" fmla="*/ 43 w 238"/>
                <a:gd name="T73" fmla="*/ 324 h 410"/>
                <a:gd name="T74" fmla="*/ 149 w 238"/>
                <a:gd name="T75" fmla="*/ 324 h 410"/>
                <a:gd name="T76" fmla="*/ 27 w 238"/>
                <a:gd name="T77" fmla="*/ 379 h 410"/>
                <a:gd name="T78" fmla="*/ 43 w 238"/>
                <a:gd name="T79" fmla="*/ 32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8" h="410">
                  <a:moveTo>
                    <a:pt x="1" y="403"/>
                  </a:moveTo>
                  <a:lnTo>
                    <a:pt x="1" y="403"/>
                  </a:lnTo>
                  <a:cubicBezTo>
                    <a:pt x="2" y="403"/>
                    <a:pt x="2" y="404"/>
                    <a:pt x="2" y="404"/>
                  </a:cubicBezTo>
                  <a:cubicBezTo>
                    <a:pt x="2" y="404"/>
                    <a:pt x="2" y="405"/>
                    <a:pt x="3" y="405"/>
                  </a:cubicBezTo>
                  <a:cubicBezTo>
                    <a:pt x="3" y="406"/>
                    <a:pt x="4" y="406"/>
                    <a:pt x="5" y="407"/>
                  </a:cubicBezTo>
                  <a:lnTo>
                    <a:pt x="6" y="407"/>
                  </a:lnTo>
                  <a:cubicBezTo>
                    <a:pt x="7" y="408"/>
                    <a:pt x="9" y="409"/>
                    <a:pt x="11" y="409"/>
                  </a:cubicBezTo>
                  <a:cubicBezTo>
                    <a:pt x="227" y="409"/>
                    <a:pt x="227" y="409"/>
                    <a:pt x="227" y="409"/>
                  </a:cubicBezTo>
                  <a:cubicBezTo>
                    <a:pt x="230" y="409"/>
                    <a:pt x="233" y="407"/>
                    <a:pt x="236" y="405"/>
                  </a:cubicBezTo>
                  <a:cubicBezTo>
                    <a:pt x="237" y="402"/>
                    <a:pt x="237" y="399"/>
                    <a:pt x="237" y="396"/>
                  </a:cubicBezTo>
                  <a:cubicBezTo>
                    <a:pt x="129" y="9"/>
                    <a:pt x="129" y="9"/>
                    <a:pt x="129" y="9"/>
                  </a:cubicBezTo>
                  <a:cubicBezTo>
                    <a:pt x="126" y="0"/>
                    <a:pt x="111" y="0"/>
                    <a:pt x="108" y="9"/>
                  </a:cubicBezTo>
                  <a:cubicBezTo>
                    <a:pt x="1" y="396"/>
                    <a:pt x="1" y="396"/>
                    <a:pt x="1" y="396"/>
                  </a:cubicBezTo>
                  <a:cubicBezTo>
                    <a:pt x="0" y="398"/>
                    <a:pt x="1" y="400"/>
                    <a:pt x="1" y="402"/>
                  </a:cubicBezTo>
                  <a:cubicBezTo>
                    <a:pt x="2" y="403"/>
                    <a:pt x="1" y="403"/>
                    <a:pt x="1" y="403"/>
                  </a:cubicBezTo>
                  <a:close/>
                  <a:moveTo>
                    <a:pt x="213" y="388"/>
                  </a:moveTo>
                  <a:lnTo>
                    <a:pt x="213" y="388"/>
                  </a:lnTo>
                  <a:cubicBezTo>
                    <a:pt x="59" y="388"/>
                    <a:pt x="59" y="388"/>
                    <a:pt x="59" y="388"/>
                  </a:cubicBezTo>
                  <a:cubicBezTo>
                    <a:pt x="195" y="327"/>
                    <a:pt x="195" y="327"/>
                    <a:pt x="195" y="327"/>
                  </a:cubicBezTo>
                  <a:lnTo>
                    <a:pt x="213" y="388"/>
                  </a:lnTo>
                  <a:close/>
                  <a:moveTo>
                    <a:pt x="189" y="303"/>
                  </a:moveTo>
                  <a:lnTo>
                    <a:pt x="189" y="303"/>
                  </a:lnTo>
                  <a:cubicBezTo>
                    <a:pt x="75" y="303"/>
                    <a:pt x="75" y="303"/>
                    <a:pt x="75" y="303"/>
                  </a:cubicBezTo>
                  <a:cubicBezTo>
                    <a:pt x="172" y="241"/>
                    <a:pt x="172" y="241"/>
                    <a:pt x="172" y="241"/>
                  </a:cubicBezTo>
                  <a:lnTo>
                    <a:pt x="189" y="303"/>
                  </a:lnTo>
                  <a:close/>
                  <a:moveTo>
                    <a:pt x="119" y="52"/>
                  </a:moveTo>
                  <a:lnTo>
                    <a:pt x="119" y="52"/>
                  </a:lnTo>
                  <a:cubicBezTo>
                    <a:pt x="165" y="218"/>
                    <a:pt x="165" y="218"/>
                    <a:pt x="165" y="218"/>
                  </a:cubicBezTo>
                  <a:cubicBezTo>
                    <a:pt x="73" y="218"/>
                    <a:pt x="73" y="218"/>
                    <a:pt x="73" y="218"/>
                  </a:cubicBezTo>
                  <a:lnTo>
                    <a:pt x="119" y="52"/>
                  </a:lnTo>
                  <a:close/>
                  <a:moveTo>
                    <a:pt x="67" y="239"/>
                  </a:moveTo>
                  <a:lnTo>
                    <a:pt x="67" y="239"/>
                  </a:lnTo>
                  <a:cubicBezTo>
                    <a:pt x="136" y="239"/>
                    <a:pt x="136" y="239"/>
                    <a:pt x="136" y="239"/>
                  </a:cubicBezTo>
                  <a:cubicBezTo>
                    <a:pt x="51" y="292"/>
                    <a:pt x="51" y="292"/>
                    <a:pt x="51" y="292"/>
                  </a:cubicBezTo>
                  <a:lnTo>
                    <a:pt x="67" y="239"/>
                  </a:lnTo>
                  <a:close/>
                  <a:moveTo>
                    <a:pt x="43" y="324"/>
                  </a:moveTo>
                  <a:lnTo>
                    <a:pt x="43" y="324"/>
                  </a:lnTo>
                  <a:cubicBezTo>
                    <a:pt x="149" y="324"/>
                    <a:pt x="149" y="324"/>
                    <a:pt x="149" y="324"/>
                  </a:cubicBezTo>
                  <a:cubicBezTo>
                    <a:pt x="27" y="379"/>
                    <a:pt x="27" y="379"/>
                    <a:pt x="27" y="379"/>
                  </a:cubicBezTo>
                  <a:lnTo>
                    <a:pt x="43" y="32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120" name="Group 119"/>
          <p:cNvGrpSpPr>
            <a:grpSpLocks noChangeAspect="1"/>
          </p:cNvGrpSpPr>
          <p:nvPr/>
        </p:nvGrpSpPr>
        <p:grpSpPr>
          <a:xfrm>
            <a:off x="2932022" y="4431989"/>
            <a:ext cx="547260" cy="374449"/>
            <a:chOff x="8316264" y="9450721"/>
            <a:chExt cx="316808" cy="216763"/>
          </a:xfrm>
          <a:solidFill>
            <a:srgbClr val="0078EF"/>
          </a:solidFill>
        </p:grpSpPr>
        <p:sp>
          <p:nvSpPr>
            <p:cNvPr id="121" name="Freeform 338"/>
            <p:cNvSpPr>
              <a:spLocks noChangeArrowheads="1"/>
            </p:cNvSpPr>
            <p:nvPr/>
          </p:nvSpPr>
          <p:spPr bwMode="auto">
            <a:xfrm>
              <a:off x="8316264" y="9554471"/>
              <a:ext cx="316808" cy="113013"/>
            </a:xfrm>
            <a:custGeom>
              <a:avLst/>
              <a:gdLst>
                <a:gd name="T0" fmla="*/ 377 w 756"/>
                <a:gd name="T1" fmla="*/ 268 h 269"/>
                <a:gd name="T2" fmla="*/ 377 w 756"/>
                <a:gd name="T3" fmla="*/ 268 h 269"/>
                <a:gd name="T4" fmla="*/ 755 w 756"/>
                <a:gd name="T5" fmla="*/ 130 h 269"/>
                <a:gd name="T6" fmla="*/ 504 w 756"/>
                <a:gd name="T7" fmla="*/ 1 h 269"/>
                <a:gd name="T8" fmla="*/ 492 w 756"/>
                <a:gd name="T9" fmla="*/ 11 h 269"/>
                <a:gd name="T10" fmla="*/ 502 w 756"/>
                <a:gd name="T11" fmla="*/ 24 h 269"/>
                <a:gd name="T12" fmla="*/ 732 w 756"/>
                <a:gd name="T13" fmla="*/ 130 h 269"/>
                <a:gd name="T14" fmla="*/ 377 w 756"/>
                <a:gd name="T15" fmla="*/ 245 h 269"/>
                <a:gd name="T16" fmla="*/ 23 w 756"/>
                <a:gd name="T17" fmla="*/ 130 h 269"/>
                <a:gd name="T18" fmla="*/ 253 w 756"/>
                <a:gd name="T19" fmla="*/ 24 h 269"/>
                <a:gd name="T20" fmla="*/ 262 w 756"/>
                <a:gd name="T21" fmla="*/ 12 h 269"/>
                <a:gd name="T22" fmla="*/ 250 w 756"/>
                <a:gd name="T23" fmla="*/ 1 h 269"/>
                <a:gd name="T24" fmla="*/ 0 w 756"/>
                <a:gd name="T25" fmla="*/ 130 h 269"/>
                <a:gd name="T26" fmla="*/ 377 w 756"/>
                <a:gd name="T27" fmla="*/ 26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6" h="269">
                  <a:moveTo>
                    <a:pt x="377" y="268"/>
                  </a:moveTo>
                  <a:lnTo>
                    <a:pt x="377" y="268"/>
                  </a:lnTo>
                  <a:cubicBezTo>
                    <a:pt x="563" y="268"/>
                    <a:pt x="755" y="216"/>
                    <a:pt x="755" y="130"/>
                  </a:cubicBezTo>
                  <a:cubicBezTo>
                    <a:pt x="755" y="61"/>
                    <a:pt x="620" y="17"/>
                    <a:pt x="504" y="1"/>
                  </a:cubicBezTo>
                  <a:cubicBezTo>
                    <a:pt x="499" y="0"/>
                    <a:pt x="492" y="5"/>
                    <a:pt x="492" y="11"/>
                  </a:cubicBezTo>
                  <a:cubicBezTo>
                    <a:pt x="491" y="17"/>
                    <a:pt x="495" y="23"/>
                    <a:pt x="502" y="24"/>
                  </a:cubicBezTo>
                  <a:cubicBezTo>
                    <a:pt x="635" y="42"/>
                    <a:pt x="732" y="87"/>
                    <a:pt x="732" y="130"/>
                  </a:cubicBezTo>
                  <a:cubicBezTo>
                    <a:pt x="732" y="185"/>
                    <a:pt x="586" y="245"/>
                    <a:pt x="377" y="245"/>
                  </a:cubicBezTo>
                  <a:cubicBezTo>
                    <a:pt x="168" y="245"/>
                    <a:pt x="23" y="185"/>
                    <a:pt x="23" y="130"/>
                  </a:cubicBezTo>
                  <a:cubicBezTo>
                    <a:pt x="23" y="85"/>
                    <a:pt x="117" y="42"/>
                    <a:pt x="253" y="24"/>
                  </a:cubicBezTo>
                  <a:cubicBezTo>
                    <a:pt x="260" y="23"/>
                    <a:pt x="264" y="17"/>
                    <a:pt x="262" y="12"/>
                  </a:cubicBezTo>
                  <a:cubicBezTo>
                    <a:pt x="262" y="5"/>
                    <a:pt x="255" y="1"/>
                    <a:pt x="250" y="1"/>
                  </a:cubicBezTo>
                  <a:cubicBezTo>
                    <a:pt x="98" y="20"/>
                    <a:pt x="0" y="72"/>
                    <a:pt x="0" y="130"/>
                  </a:cubicBezTo>
                  <a:cubicBezTo>
                    <a:pt x="0" y="216"/>
                    <a:pt x="192" y="268"/>
                    <a:pt x="377" y="26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2" name="Freeform 339"/>
            <p:cNvSpPr>
              <a:spLocks noChangeArrowheads="1"/>
            </p:cNvSpPr>
            <p:nvPr/>
          </p:nvSpPr>
          <p:spPr bwMode="auto">
            <a:xfrm>
              <a:off x="8394077" y="9587819"/>
              <a:ext cx="161182" cy="42611"/>
            </a:xfrm>
            <a:custGeom>
              <a:avLst/>
              <a:gdLst>
                <a:gd name="T0" fmla="*/ 113 w 383"/>
                <a:gd name="T1" fmla="*/ 25 h 102"/>
                <a:gd name="T2" fmla="*/ 113 w 383"/>
                <a:gd name="T3" fmla="*/ 25 h 102"/>
                <a:gd name="T4" fmla="*/ 124 w 383"/>
                <a:gd name="T5" fmla="*/ 12 h 102"/>
                <a:gd name="T6" fmla="*/ 112 w 383"/>
                <a:gd name="T7" fmla="*/ 1 h 102"/>
                <a:gd name="T8" fmla="*/ 0 w 383"/>
                <a:gd name="T9" fmla="*/ 49 h 102"/>
                <a:gd name="T10" fmla="*/ 191 w 383"/>
                <a:gd name="T11" fmla="*/ 101 h 102"/>
                <a:gd name="T12" fmla="*/ 382 w 383"/>
                <a:gd name="T13" fmla="*/ 49 h 102"/>
                <a:gd name="T14" fmla="*/ 275 w 383"/>
                <a:gd name="T15" fmla="*/ 0 h 102"/>
                <a:gd name="T16" fmla="*/ 261 w 383"/>
                <a:gd name="T17" fmla="*/ 11 h 102"/>
                <a:gd name="T18" fmla="*/ 272 w 383"/>
                <a:gd name="T19" fmla="*/ 23 h 102"/>
                <a:gd name="T20" fmla="*/ 359 w 383"/>
                <a:gd name="T21" fmla="*/ 48 h 102"/>
                <a:gd name="T22" fmla="*/ 191 w 383"/>
                <a:gd name="T23" fmla="*/ 78 h 102"/>
                <a:gd name="T24" fmla="*/ 23 w 383"/>
                <a:gd name="T25" fmla="*/ 49 h 102"/>
                <a:gd name="T26" fmla="*/ 113 w 383"/>
                <a:gd name="T27" fmla="*/ 2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3" h="102">
                  <a:moveTo>
                    <a:pt x="113" y="25"/>
                  </a:moveTo>
                  <a:lnTo>
                    <a:pt x="113" y="25"/>
                  </a:lnTo>
                  <a:cubicBezTo>
                    <a:pt x="120" y="23"/>
                    <a:pt x="124" y="18"/>
                    <a:pt x="124" y="12"/>
                  </a:cubicBezTo>
                  <a:cubicBezTo>
                    <a:pt x="124" y="5"/>
                    <a:pt x="118" y="1"/>
                    <a:pt x="112" y="1"/>
                  </a:cubicBezTo>
                  <a:cubicBezTo>
                    <a:pt x="69" y="4"/>
                    <a:pt x="0" y="16"/>
                    <a:pt x="0" y="49"/>
                  </a:cubicBezTo>
                  <a:cubicBezTo>
                    <a:pt x="0" y="90"/>
                    <a:pt x="120" y="101"/>
                    <a:pt x="191" y="101"/>
                  </a:cubicBezTo>
                  <a:cubicBezTo>
                    <a:pt x="261" y="101"/>
                    <a:pt x="382" y="90"/>
                    <a:pt x="382" y="49"/>
                  </a:cubicBezTo>
                  <a:cubicBezTo>
                    <a:pt x="382" y="19"/>
                    <a:pt x="324" y="7"/>
                    <a:pt x="275" y="0"/>
                  </a:cubicBezTo>
                  <a:cubicBezTo>
                    <a:pt x="268" y="0"/>
                    <a:pt x="263" y="4"/>
                    <a:pt x="261" y="11"/>
                  </a:cubicBezTo>
                  <a:cubicBezTo>
                    <a:pt x="261" y="18"/>
                    <a:pt x="265" y="23"/>
                    <a:pt x="272" y="23"/>
                  </a:cubicBezTo>
                  <a:cubicBezTo>
                    <a:pt x="333" y="31"/>
                    <a:pt x="356" y="44"/>
                    <a:pt x="359" y="48"/>
                  </a:cubicBezTo>
                  <a:cubicBezTo>
                    <a:pt x="355" y="59"/>
                    <a:pt x="294" y="78"/>
                    <a:pt x="191" y="78"/>
                  </a:cubicBezTo>
                  <a:cubicBezTo>
                    <a:pt x="88" y="78"/>
                    <a:pt x="27" y="59"/>
                    <a:pt x="23" y="49"/>
                  </a:cubicBezTo>
                  <a:cubicBezTo>
                    <a:pt x="26" y="44"/>
                    <a:pt x="54" y="27"/>
                    <a:pt x="113" y="2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3" name="Freeform 340"/>
            <p:cNvSpPr>
              <a:spLocks noChangeArrowheads="1"/>
            </p:cNvSpPr>
            <p:nvPr/>
          </p:nvSpPr>
          <p:spPr bwMode="auto">
            <a:xfrm>
              <a:off x="8418161" y="9450721"/>
              <a:ext cx="113014" cy="157477"/>
            </a:xfrm>
            <a:custGeom>
              <a:avLst/>
              <a:gdLst>
                <a:gd name="T0" fmla="*/ 134 w 269"/>
                <a:gd name="T1" fmla="*/ 0 h 376"/>
                <a:gd name="T2" fmla="*/ 134 w 269"/>
                <a:gd name="T3" fmla="*/ 0 h 376"/>
                <a:gd name="T4" fmla="*/ 0 w 269"/>
                <a:gd name="T5" fmla="*/ 133 h 376"/>
                <a:gd name="T6" fmla="*/ 125 w 269"/>
                <a:gd name="T7" fmla="*/ 370 h 376"/>
                <a:gd name="T8" fmla="*/ 134 w 269"/>
                <a:gd name="T9" fmla="*/ 375 h 376"/>
                <a:gd name="T10" fmla="*/ 134 w 269"/>
                <a:gd name="T11" fmla="*/ 375 h 376"/>
                <a:gd name="T12" fmla="*/ 143 w 269"/>
                <a:gd name="T13" fmla="*/ 370 h 376"/>
                <a:gd name="T14" fmla="*/ 268 w 269"/>
                <a:gd name="T15" fmla="*/ 133 h 376"/>
                <a:gd name="T16" fmla="*/ 134 w 269"/>
                <a:gd name="T17" fmla="*/ 0 h 376"/>
                <a:gd name="T18" fmla="*/ 134 w 269"/>
                <a:gd name="T19" fmla="*/ 344 h 376"/>
                <a:gd name="T20" fmla="*/ 134 w 269"/>
                <a:gd name="T21" fmla="*/ 344 h 376"/>
                <a:gd name="T22" fmla="*/ 23 w 269"/>
                <a:gd name="T23" fmla="*/ 133 h 376"/>
                <a:gd name="T24" fmla="*/ 134 w 269"/>
                <a:gd name="T25" fmla="*/ 23 h 376"/>
                <a:gd name="T26" fmla="*/ 245 w 269"/>
                <a:gd name="T27" fmla="*/ 133 h 376"/>
                <a:gd name="T28" fmla="*/ 134 w 269"/>
                <a:gd name="T29" fmla="*/ 344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9" h="376">
                  <a:moveTo>
                    <a:pt x="134" y="0"/>
                  </a:moveTo>
                  <a:lnTo>
                    <a:pt x="134" y="0"/>
                  </a:lnTo>
                  <a:cubicBezTo>
                    <a:pt x="60" y="0"/>
                    <a:pt x="0" y="59"/>
                    <a:pt x="0" y="133"/>
                  </a:cubicBezTo>
                  <a:cubicBezTo>
                    <a:pt x="0" y="205"/>
                    <a:pt x="120" y="363"/>
                    <a:pt x="125" y="370"/>
                  </a:cubicBezTo>
                  <a:cubicBezTo>
                    <a:pt x="127" y="374"/>
                    <a:pt x="131" y="375"/>
                    <a:pt x="134" y="375"/>
                  </a:cubicBezTo>
                  <a:lnTo>
                    <a:pt x="134" y="375"/>
                  </a:lnTo>
                  <a:cubicBezTo>
                    <a:pt x="138" y="375"/>
                    <a:pt x="140" y="374"/>
                    <a:pt x="143" y="370"/>
                  </a:cubicBezTo>
                  <a:cubicBezTo>
                    <a:pt x="149" y="364"/>
                    <a:pt x="268" y="205"/>
                    <a:pt x="268" y="133"/>
                  </a:cubicBezTo>
                  <a:cubicBezTo>
                    <a:pt x="268" y="59"/>
                    <a:pt x="208" y="0"/>
                    <a:pt x="134" y="0"/>
                  </a:cubicBezTo>
                  <a:close/>
                  <a:moveTo>
                    <a:pt x="134" y="344"/>
                  </a:moveTo>
                  <a:lnTo>
                    <a:pt x="134" y="344"/>
                  </a:lnTo>
                  <a:cubicBezTo>
                    <a:pt x="97" y="292"/>
                    <a:pt x="23" y="182"/>
                    <a:pt x="23" y="133"/>
                  </a:cubicBezTo>
                  <a:cubicBezTo>
                    <a:pt x="23" y="73"/>
                    <a:pt x="72" y="23"/>
                    <a:pt x="134" y="23"/>
                  </a:cubicBezTo>
                  <a:cubicBezTo>
                    <a:pt x="195" y="23"/>
                    <a:pt x="245" y="73"/>
                    <a:pt x="245" y="133"/>
                  </a:cubicBezTo>
                  <a:cubicBezTo>
                    <a:pt x="245" y="182"/>
                    <a:pt x="172" y="292"/>
                    <a:pt x="134" y="34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4" name="Freeform 341"/>
            <p:cNvSpPr>
              <a:spLocks noChangeArrowheads="1"/>
            </p:cNvSpPr>
            <p:nvPr/>
          </p:nvSpPr>
          <p:spPr bwMode="auto">
            <a:xfrm>
              <a:off x="8449657" y="9484069"/>
              <a:ext cx="51875" cy="51875"/>
            </a:xfrm>
            <a:custGeom>
              <a:avLst/>
              <a:gdLst>
                <a:gd name="T0" fmla="*/ 61 w 125"/>
                <a:gd name="T1" fmla="*/ 0 h 123"/>
                <a:gd name="T2" fmla="*/ 61 w 125"/>
                <a:gd name="T3" fmla="*/ 0 h 123"/>
                <a:gd name="T4" fmla="*/ 0 w 125"/>
                <a:gd name="T5" fmla="*/ 61 h 123"/>
                <a:gd name="T6" fmla="*/ 61 w 125"/>
                <a:gd name="T7" fmla="*/ 122 h 123"/>
                <a:gd name="T8" fmla="*/ 124 w 125"/>
                <a:gd name="T9" fmla="*/ 61 h 123"/>
                <a:gd name="T10" fmla="*/ 61 w 125"/>
                <a:gd name="T11" fmla="*/ 0 h 123"/>
                <a:gd name="T12" fmla="*/ 61 w 125"/>
                <a:gd name="T13" fmla="*/ 99 h 123"/>
                <a:gd name="T14" fmla="*/ 61 w 125"/>
                <a:gd name="T15" fmla="*/ 99 h 123"/>
                <a:gd name="T16" fmla="*/ 23 w 125"/>
                <a:gd name="T17" fmla="*/ 61 h 123"/>
                <a:gd name="T18" fmla="*/ 61 w 125"/>
                <a:gd name="T19" fmla="*/ 23 h 123"/>
                <a:gd name="T20" fmla="*/ 101 w 125"/>
                <a:gd name="T21" fmla="*/ 61 h 123"/>
                <a:gd name="T22" fmla="*/ 61 w 125"/>
                <a:gd name="T23" fmla="*/ 9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23">
                  <a:moveTo>
                    <a:pt x="61" y="0"/>
                  </a:moveTo>
                  <a:lnTo>
                    <a:pt x="61" y="0"/>
                  </a:lnTo>
                  <a:cubicBezTo>
                    <a:pt x="27" y="0"/>
                    <a:pt x="0" y="27"/>
                    <a:pt x="0" y="61"/>
                  </a:cubicBezTo>
                  <a:cubicBezTo>
                    <a:pt x="0" y="95"/>
                    <a:pt x="27" y="122"/>
                    <a:pt x="61" y="122"/>
                  </a:cubicBezTo>
                  <a:cubicBezTo>
                    <a:pt x="95" y="122"/>
                    <a:pt x="124" y="95"/>
                    <a:pt x="124" y="61"/>
                  </a:cubicBezTo>
                  <a:cubicBezTo>
                    <a:pt x="124" y="27"/>
                    <a:pt x="95" y="0"/>
                    <a:pt x="61" y="0"/>
                  </a:cubicBezTo>
                  <a:close/>
                  <a:moveTo>
                    <a:pt x="61" y="99"/>
                  </a:moveTo>
                  <a:lnTo>
                    <a:pt x="61" y="99"/>
                  </a:lnTo>
                  <a:cubicBezTo>
                    <a:pt x="41" y="99"/>
                    <a:pt x="23" y="81"/>
                    <a:pt x="23" y="61"/>
                  </a:cubicBezTo>
                  <a:cubicBezTo>
                    <a:pt x="23" y="39"/>
                    <a:pt x="41" y="23"/>
                    <a:pt x="61" y="23"/>
                  </a:cubicBezTo>
                  <a:cubicBezTo>
                    <a:pt x="83" y="23"/>
                    <a:pt x="101" y="39"/>
                    <a:pt x="101" y="61"/>
                  </a:cubicBezTo>
                  <a:cubicBezTo>
                    <a:pt x="101" y="81"/>
                    <a:pt x="83" y="99"/>
                    <a:pt x="61" y="9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grpSp>
      <p:grpSp>
        <p:nvGrpSpPr>
          <p:cNvPr id="125" name="Group 124"/>
          <p:cNvGrpSpPr>
            <a:grpSpLocks noChangeAspect="1"/>
          </p:cNvGrpSpPr>
          <p:nvPr/>
        </p:nvGrpSpPr>
        <p:grpSpPr>
          <a:xfrm>
            <a:off x="1054358" y="2916881"/>
            <a:ext cx="355733" cy="427995"/>
            <a:chOff x="553539" y="1901055"/>
            <a:chExt cx="237143" cy="285313"/>
          </a:xfrm>
          <a:solidFill>
            <a:srgbClr val="0078EF"/>
          </a:solidFill>
        </p:grpSpPr>
        <p:sp>
          <p:nvSpPr>
            <p:cNvPr id="126" name="Freeform 94"/>
            <p:cNvSpPr>
              <a:spLocks noChangeArrowheads="1"/>
            </p:cNvSpPr>
            <p:nvPr/>
          </p:nvSpPr>
          <p:spPr bwMode="auto">
            <a:xfrm>
              <a:off x="609120" y="1901055"/>
              <a:ext cx="127834" cy="127834"/>
            </a:xfrm>
            <a:custGeom>
              <a:avLst/>
              <a:gdLst>
                <a:gd name="T0" fmla="*/ 151 w 303"/>
                <a:gd name="T1" fmla="*/ 302 h 303"/>
                <a:gd name="T2" fmla="*/ 151 w 303"/>
                <a:gd name="T3" fmla="*/ 302 h 303"/>
                <a:gd name="T4" fmla="*/ 302 w 303"/>
                <a:gd name="T5" fmla="*/ 151 h 303"/>
                <a:gd name="T6" fmla="*/ 151 w 303"/>
                <a:gd name="T7" fmla="*/ 0 h 303"/>
                <a:gd name="T8" fmla="*/ 0 w 303"/>
                <a:gd name="T9" fmla="*/ 151 h 303"/>
                <a:gd name="T10" fmla="*/ 151 w 303"/>
                <a:gd name="T11" fmla="*/ 302 h 303"/>
                <a:gd name="T12" fmla="*/ 151 w 303"/>
                <a:gd name="T13" fmla="*/ 23 h 303"/>
                <a:gd name="T14" fmla="*/ 151 w 303"/>
                <a:gd name="T15" fmla="*/ 23 h 303"/>
                <a:gd name="T16" fmla="*/ 278 w 303"/>
                <a:gd name="T17" fmla="*/ 151 h 303"/>
                <a:gd name="T18" fmla="*/ 151 w 303"/>
                <a:gd name="T19" fmla="*/ 278 h 303"/>
                <a:gd name="T20" fmla="*/ 23 w 303"/>
                <a:gd name="T21" fmla="*/ 151 h 303"/>
                <a:gd name="T22" fmla="*/ 151 w 303"/>
                <a:gd name="T23" fmla="*/ 2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3" h="303">
                  <a:moveTo>
                    <a:pt x="151" y="302"/>
                  </a:moveTo>
                  <a:lnTo>
                    <a:pt x="151" y="302"/>
                  </a:lnTo>
                  <a:cubicBezTo>
                    <a:pt x="233" y="302"/>
                    <a:pt x="302" y="234"/>
                    <a:pt x="302" y="151"/>
                  </a:cubicBezTo>
                  <a:cubicBezTo>
                    <a:pt x="302" y="67"/>
                    <a:pt x="233" y="0"/>
                    <a:pt x="151" y="0"/>
                  </a:cubicBezTo>
                  <a:cubicBezTo>
                    <a:pt x="68" y="0"/>
                    <a:pt x="0" y="67"/>
                    <a:pt x="0" y="151"/>
                  </a:cubicBezTo>
                  <a:cubicBezTo>
                    <a:pt x="0" y="234"/>
                    <a:pt x="68" y="302"/>
                    <a:pt x="151" y="302"/>
                  </a:cubicBezTo>
                  <a:close/>
                  <a:moveTo>
                    <a:pt x="151" y="23"/>
                  </a:moveTo>
                  <a:lnTo>
                    <a:pt x="151" y="23"/>
                  </a:lnTo>
                  <a:cubicBezTo>
                    <a:pt x="221" y="23"/>
                    <a:pt x="278" y="80"/>
                    <a:pt x="278" y="151"/>
                  </a:cubicBezTo>
                  <a:cubicBezTo>
                    <a:pt x="278" y="220"/>
                    <a:pt x="221" y="278"/>
                    <a:pt x="151" y="278"/>
                  </a:cubicBezTo>
                  <a:cubicBezTo>
                    <a:pt x="80" y="278"/>
                    <a:pt x="23" y="220"/>
                    <a:pt x="23" y="151"/>
                  </a:cubicBezTo>
                  <a:cubicBezTo>
                    <a:pt x="23" y="80"/>
                    <a:pt x="80" y="23"/>
                    <a:pt x="151"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7" name="Freeform 95"/>
            <p:cNvSpPr>
              <a:spLocks noChangeArrowheads="1"/>
            </p:cNvSpPr>
            <p:nvPr/>
          </p:nvSpPr>
          <p:spPr bwMode="auto">
            <a:xfrm>
              <a:off x="553539" y="2054827"/>
              <a:ext cx="237143" cy="131541"/>
            </a:xfrm>
            <a:custGeom>
              <a:avLst/>
              <a:gdLst>
                <a:gd name="T0" fmla="*/ 12 w 564"/>
                <a:gd name="T1" fmla="*/ 314 h 315"/>
                <a:gd name="T2" fmla="*/ 12 w 564"/>
                <a:gd name="T3" fmla="*/ 314 h 315"/>
                <a:gd name="T4" fmla="*/ 552 w 564"/>
                <a:gd name="T5" fmla="*/ 314 h 315"/>
                <a:gd name="T6" fmla="*/ 563 w 564"/>
                <a:gd name="T7" fmla="*/ 302 h 315"/>
                <a:gd name="T8" fmla="*/ 563 w 564"/>
                <a:gd name="T9" fmla="*/ 222 h 315"/>
                <a:gd name="T10" fmla="*/ 343 w 564"/>
                <a:gd name="T11" fmla="*/ 0 h 315"/>
                <a:gd name="T12" fmla="*/ 222 w 564"/>
                <a:gd name="T13" fmla="*/ 0 h 315"/>
                <a:gd name="T14" fmla="*/ 0 w 564"/>
                <a:gd name="T15" fmla="*/ 222 h 315"/>
                <a:gd name="T16" fmla="*/ 0 w 564"/>
                <a:gd name="T17" fmla="*/ 302 h 315"/>
                <a:gd name="T18" fmla="*/ 12 w 564"/>
                <a:gd name="T19" fmla="*/ 314 h 315"/>
                <a:gd name="T20" fmla="*/ 24 w 564"/>
                <a:gd name="T21" fmla="*/ 222 h 315"/>
                <a:gd name="T22" fmla="*/ 24 w 564"/>
                <a:gd name="T23" fmla="*/ 222 h 315"/>
                <a:gd name="T24" fmla="*/ 222 w 564"/>
                <a:gd name="T25" fmla="*/ 24 h 315"/>
                <a:gd name="T26" fmla="*/ 343 w 564"/>
                <a:gd name="T27" fmla="*/ 24 h 315"/>
                <a:gd name="T28" fmla="*/ 540 w 564"/>
                <a:gd name="T29" fmla="*/ 222 h 315"/>
                <a:gd name="T30" fmla="*/ 540 w 564"/>
                <a:gd name="T31" fmla="*/ 291 h 315"/>
                <a:gd name="T32" fmla="*/ 24 w 564"/>
                <a:gd name="T33" fmla="*/ 291 h 315"/>
                <a:gd name="T34" fmla="*/ 24 w 564"/>
                <a:gd name="T35" fmla="*/ 222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64" h="315">
                  <a:moveTo>
                    <a:pt x="12" y="314"/>
                  </a:moveTo>
                  <a:lnTo>
                    <a:pt x="12" y="314"/>
                  </a:lnTo>
                  <a:cubicBezTo>
                    <a:pt x="552" y="314"/>
                    <a:pt x="552" y="314"/>
                    <a:pt x="552" y="314"/>
                  </a:cubicBezTo>
                  <a:cubicBezTo>
                    <a:pt x="558" y="314"/>
                    <a:pt x="563" y="308"/>
                    <a:pt x="563" y="302"/>
                  </a:cubicBezTo>
                  <a:cubicBezTo>
                    <a:pt x="563" y="222"/>
                    <a:pt x="563" y="222"/>
                    <a:pt x="563" y="222"/>
                  </a:cubicBezTo>
                  <a:cubicBezTo>
                    <a:pt x="563" y="100"/>
                    <a:pt x="464" y="0"/>
                    <a:pt x="343" y="0"/>
                  </a:cubicBezTo>
                  <a:cubicBezTo>
                    <a:pt x="222" y="0"/>
                    <a:pt x="222" y="0"/>
                    <a:pt x="222" y="0"/>
                  </a:cubicBezTo>
                  <a:cubicBezTo>
                    <a:pt x="99" y="0"/>
                    <a:pt x="0" y="100"/>
                    <a:pt x="0" y="222"/>
                  </a:cubicBezTo>
                  <a:cubicBezTo>
                    <a:pt x="0" y="302"/>
                    <a:pt x="0" y="302"/>
                    <a:pt x="0" y="302"/>
                  </a:cubicBezTo>
                  <a:cubicBezTo>
                    <a:pt x="0" y="308"/>
                    <a:pt x="5" y="314"/>
                    <a:pt x="12" y="314"/>
                  </a:cubicBezTo>
                  <a:close/>
                  <a:moveTo>
                    <a:pt x="24" y="222"/>
                  </a:moveTo>
                  <a:lnTo>
                    <a:pt x="24" y="222"/>
                  </a:lnTo>
                  <a:cubicBezTo>
                    <a:pt x="24" y="113"/>
                    <a:pt x="113" y="24"/>
                    <a:pt x="222" y="24"/>
                  </a:cubicBezTo>
                  <a:cubicBezTo>
                    <a:pt x="343" y="24"/>
                    <a:pt x="343" y="24"/>
                    <a:pt x="343" y="24"/>
                  </a:cubicBezTo>
                  <a:cubicBezTo>
                    <a:pt x="451" y="24"/>
                    <a:pt x="540" y="113"/>
                    <a:pt x="540" y="222"/>
                  </a:cubicBezTo>
                  <a:cubicBezTo>
                    <a:pt x="540" y="291"/>
                    <a:pt x="540" y="291"/>
                    <a:pt x="540" y="291"/>
                  </a:cubicBezTo>
                  <a:cubicBezTo>
                    <a:pt x="24" y="291"/>
                    <a:pt x="24" y="291"/>
                    <a:pt x="24" y="291"/>
                  </a:cubicBezTo>
                  <a:lnTo>
                    <a:pt x="24" y="22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grpSp>
    </p:spTree>
    <p:extLst>
      <p:ext uri="{BB962C8B-B14F-4D97-AF65-F5344CB8AC3E}">
        <p14:creationId xmlns:p14="http://schemas.microsoft.com/office/powerpoint/2010/main" val="174857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8055"/>
            <a:ext cx="10822941" cy="574516"/>
          </a:xfrm>
        </p:spPr>
        <p:txBody>
          <a:bodyPr/>
          <a:lstStyle/>
          <a:p>
            <a:r>
              <a:rPr lang="en-US" dirty="0" smtClean="0">
                <a:solidFill>
                  <a:schemeClr val="tx1"/>
                </a:solidFill>
                <a:latin typeface="+mj-lt"/>
                <a:cs typeface="+mj-cs"/>
              </a:rPr>
              <a:t>Information Management inflection points</a:t>
            </a:r>
            <a:endParaRPr lang="en-US" sz="2000" dirty="0">
              <a:latin typeface="+mj-lt"/>
            </a:endParaRPr>
          </a:p>
        </p:txBody>
      </p:sp>
      <p:sp>
        <p:nvSpPr>
          <p:cNvPr id="81" name="Rectangle 80"/>
          <p:cNvSpPr/>
          <p:nvPr/>
        </p:nvSpPr>
        <p:spPr>
          <a:xfrm>
            <a:off x="639486" y="1307405"/>
            <a:ext cx="11435863" cy="369332"/>
          </a:xfrm>
          <a:prstGeom prst="rect">
            <a:avLst/>
          </a:prstGeom>
        </p:spPr>
        <p:txBody>
          <a:bodyPr wrap="square">
            <a:spAutoFit/>
          </a:bodyPr>
          <a:lstStyle/>
          <a:p>
            <a:pPr defTabSz="914400"/>
            <a:r>
              <a:rPr lang="en-US" dirty="0" smtClean="0">
                <a:solidFill>
                  <a:srgbClr val="212E35"/>
                </a:solidFill>
              </a:rPr>
              <a:t>How big data is changing information value</a:t>
            </a:r>
            <a:endParaRPr lang="en-US" dirty="0">
              <a:solidFill>
                <a:srgbClr val="212E35"/>
              </a:solidFill>
            </a:endParaRPr>
          </a:p>
        </p:txBody>
      </p:sp>
      <p:grpSp>
        <p:nvGrpSpPr>
          <p:cNvPr id="104" name="Group 103"/>
          <p:cNvGrpSpPr/>
          <p:nvPr/>
        </p:nvGrpSpPr>
        <p:grpSpPr>
          <a:xfrm>
            <a:off x="6546254" y="2257261"/>
            <a:ext cx="4699132" cy="1104900"/>
            <a:chOff x="788867" y="3294167"/>
            <a:chExt cx="4699132" cy="1104900"/>
          </a:xfrm>
        </p:grpSpPr>
        <p:sp>
          <p:nvSpPr>
            <p:cNvPr id="106" name="Rectangle 105"/>
            <p:cNvSpPr/>
            <p:nvPr/>
          </p:nvSpPr>
          <p:spPr>
            <a:xfrm>
              <a:off x="1946123" y="3551151"/>
              <a:ext cx="3541876" cy="590931"/>
            </a:xfrm>
            <a:prstGeom prst="rect">
              <a:avLst/>
            </a:prstGeom>
            <a:ln w="19050">
              <a:solidFill>
                <a:srgbClr val="3896F3"/>
              </a:solidFill>
            </a:ln>
          </p:spPr>
          <p:txBody>
            <a:bodyPr wrap="square">
              <a:spAutoFit/>
            </a:bodyPr>
            <a:lstStyle/>
            <a:p>
              <a:pPr lvl="0" defTabSz="711200">
                <a:lnSpc>
                  <a:spcPct val="90000"/>
                </a:lnSpc>
                <a:spcBef>
                  <a:spcPct val="0"/>
                </a:spcBef>
                <a:spcAft>
                  <a:spcPct val="35000"/>
                </a:spcAft>
              </a:pPr>
              <a:r>
                <a:rPr lang="en-US" dirty="0"/>
                <a:t>Growing need to protect and retain all important information</a:t>
              </a:r>
            </a:p>
          </p:txBody>
        </p:sp>
        <p:sp>
          <p:nvSpPr>
            <p:cNvPr id="108" name="Rectangle 107"/>
            <p:cNvSpPr/>
            <p:nvPr/>
          </p:nvSpPr>
          <p:spPr>
            <a:xfrm>
              <a:off x="834145" y="3294167"/>
              <a:ext cx="1021054" cy="1104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Rectangle 108"/>
            <p:cNvSpPr/>
            <p:nvPr/>
          </p:nvSpPr>
          <p:spPr>
            <a:xfrm>
              <a:off x="788867" y="3960794"/>
              <a:ext cx="1122102" cy="369332"/>
            </a:xfrm>
            <a:prstGeom prst="rect">
              <a:avLst/>
            </a:prstGeom>
          </p:spPr>
          <p:txBody>
            <a:bodyPr wrap="none">
              <a:spAutoFit/>
            </a:bodyPr>
            <a:lstStyle/>
            <a:p>
              <a:r>
                <a:rPr lang="en-US" b="1" dirty="0" smtClean="0"/>
                <a:t>Retention</a:t>
              </a:r>
              <a:endParaRPr lang="en-GB" sz="3600" b="1" dirty="0"/>
            </a:p>
          </p:txBody>
        </p:sp>
        <p:grpSp>
          <p:nvGrpSpPr>
            <p:cNvPr id="110" name="Group 109"/>
            <p:cNvGrpSpPr/>
            <p:nvPr/>
          </p:nvGrpSpPr>
          <p:grpSpPr>
            <a:xfrm>
              <a:off x="974504" y="3507181"/>
              <a:ext cx="750828" cy="372742"/>
              <a:chOff x="1077053" y="3507181"/>
              <a:chExt cx="750828" cy="372742"/>
            </a:xfrm>
          </p:grpSpPr>
          <p:grpSp>
            <p:nvGrpSpPr>
              <p:cNvPr id="111" name="Group 110"/>
              <p:cNvGrpSpPr>
                <a:grpSpLocks noChangeAspect="1"/>
              </p:cNvGrpSpPr>
              <p:nvPr/>
            </p:nvGrpSpPr>
            <p:grpSpPr>
              <a:xfrm>
                <a:off x="1077053" y="3568133"/>
                <a:ext cx="349299" cy="311790"/>
                <a:chOff x="3128763" y="2870006"/>
                <a:chExt cx="276049" cy="246406"/>
              </a:xfrm>
              <a:solidFill>
                <a:srgbClr val="0078EF"/>
              </a:solidFill>
            </p:grpSpPr>
            <p:sp>
              <p:nvSpPr>
                <p:cNvPr id="123" name="Freeform 86"/>
                <p:cNvSpPr>
                  <a:spLocks noChangeArrowheads="1"/>
                </p:cNvSpPr>
                <p:nvPr/>
              </p:nvSpPr>
              <p:spPr bwMode="auto">
                <a:xfrm>
                  <a:off x="3328852" y="3027483"/>
                  <a:ext cx="66696" cy="77813"/>
                </a:xfrm>
                <a:custGeom>
                  <a:avLst/>
                  <a:gdLst>
                    <a:gd name="T0" fmla="*/ 78 w 158"/>
                    <a:gd name="T1" fmla="*/ 0 h 184"/>
                    <a:gd name="T2" fmla="*/ 78 w 158"/>
                    <a:gd name="T3" fmla="*/ 0 h 184"/>
                    <a:gd name="T4" fmla="*/ 29 w 158"/>
                    <a:gd name="T5" fmla="*/ 48 h 184"/>
                    <a:gd name="T6" fmla="*/ 29 w 158"/>
                    <a:gd name="T7" fmla="*/ 69 h 184"/>
                    <a:gd name="T8" fmla="*/ 12 w 158"/>
                    <a:gd name="T9" fmla="*/ 69 h 184"/>
                    <a:gd name="T10" fmla="*/ 0 w 158"/>
                    <a:gd name="T11" fmla="*/ 82 h 184"/>
                    <a:gd name="T12" fmla="*/ 0 w 158"/>
                    <a:gd name="T13" fmla="*/ 171 h 184"/>
                    <a:gd name="T14" fmla="*/ 12 w 158"/>
                    <a:gd name="T15" fmla="*/ 183 h 184"/>
                    <a:gd name="T16" fmla="*/ 145 w 158"/>
                    <a:gd name="T17" fmla="*/ 183 h 184"/>
                    <a:gd name="T18" fmla="*/ 157 w 158"/>
                    <a:gd name="T19" fmla="*/ 171 h 184"/>
                    <a:gd name="T20" fmla="*/ 157 w 158"/>
                    <a:gd name="T21" fmla="*/ 82 h 184"/>
                    <a:gd name="T22" fmla="*/ 145 w 158"/>
                    <a:gd name="T23" fmla="*/ 69 h 184"/>
                    <a:gd name="T24" fmla="*/ 127 w 158"/>
                    <a:gd name="T25" fmla="*/ 69 h 184"/>
                    <a:gd name="T26" fmla="*/ 127 w 158"/>
                    <a:gd name="T27" fmla="*/ 49 h 184"/>
                    <a:gd name="T28" fmla="*/ 78 w 158"/>
                    <a:gd name="T29" fmla="*/ 0 h 184"/>
                    <a:gd name="T30" fmla="*/ 53 w 158"/>
                    <a:gd name="T31" fmla="*/ 48 h 184"/>
                    <a:gd name="T32" fmla="*/ 53 w 158"/>
                    <a:gd name="T33" fmla="*/ 48 h 184"/>
                    <a:gd name="T34" fmla="*/ 78 w 158"/>
                    <a:gd name="T35" fmla="*/ 23 h 184"/>
                    <a:gd name="T36" fmla="*/ 104 w 158"/>
                    <a:gd name="T37" fmla="*/ 49 h 184"/>
                    <a:gd name="T38" fmla="*/ 104 w 158"/>
                    <a:gd name="T39" fmla="*/ 69 h 184"/>
                    <a:gd name="T40" fmla="*/ 53 w 158"/>
                    <a:gd name="T41" fmla="*/ 69 h 184"/>
                    <a:gd name="T42" fmla="*/ 53 w 158"/>
                    <a:gd name="T43" fmla="*/ 48 h 184"/>
                    <a:gd name="T44" fmla="*/ 133 w 158"/>
                    <a:gd name="T45" fmla="*/ 93 h 184"/>
                    <a:gd name="T46" fmla="*/ 133 w 158"/>
                    <a:gd name="T47" fmla="*/ 93 h 184"/>
                    <a:gd name="T48" fmla="*/ 133 w 158"/>
                    <a:gd name="T49" fmla="*/ 159 h 184"/>
                    <a:gd name="T50" fmla="*/ 23 w 158"/>
                    <a:gd name="T51" fmla="*/ 159 h 184"/>
                    <a:gd name="T52" fmla="*/ 23 w 158"/>
                    <a:gd name="T53" fmla="*/ 93 h 184"/>
                    <a:gd name="T54" fmla="*/ 133 w 158"/>
                    <a:gd name="T55" fmla="*/ 9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8" h="184">
                      <a:moveTo>
                        <a:pt x="78" y="0"/>
                      </a:moveTo>
                      <a:lnTo>
                        <a:pt x="78" y="0"/>
                      </a:lnTo>
                      <a:cubicBezTo>
                        <a:pt x="51" y="0"/>
                        <a:pt x="29" y="22"/>
                        <a:pt x="29" y="48"/>
                      </a:cubicBezTo>
                      <a:cubicBezTo>
                        <a:pt x="29" y="69"/>
                        <a:pt x="29" y="69"/>
                        <a:pt x="29" y="69"/>
                      </a:cubicBezTo>
                      <a:cubicBezTo>
                        <a:pt x="12" y="69"/>
                        <a:pt x="12" y="69"/>
                        <a:pt x="12" y="69"/>
                      </a:cubicBezTo>
                      <a:cubicBezTo>
                        <a:pt x="5" y="69"/>
                        <a:pt x="0" y="75"/>
                        <a:pt x="0" y="82"/>
                      </a:cubicBezTo>
                      <a:cubicBezTo>
                        <a:pt x="0" y="171"/>
                        <a:pt x="0" y="171"/>
                        <a:pt x="0" y="171"/>
                      </a:cubicBezTo>
                      <a:cubicBezTo>
                        <a:pt x="0" y="178"/>
                        <a:pt x="5" y="183"/>
                        <a:pt x="12" y="183"/>
                      </a:cubicBezTo>
                      <a:cubicBezTo>
                        <a:pt x="145" y="183"/>
                        <a:pt x="145" y="183"/>
                        <a:pt x="145" y="183"/>
                      </a:cubicBezTo>
                      <a:cubicBezTo>
                        <a:pt x="152" y="183"/>
                        <a:pt x="157" y="178"/>
                        <a:pt x="157" y="171"/>
                      </a:cubicBezTo>
                      <a:cubicBezTo>
                        <a:pt x="157" y="82"/>
                        <a:pt x="157" y="82"/>
                        <a:pt x="157" y="82"/>
                      </a:cubicBezTo>
                      <a:cubicBezTo>
                        <a:pt x="157" y="75"/>
                        <a:pt x="152" y="69"/>
                        <a:pt x="145" y="69"/>
                      </a:cubicBezTo>
                      <a:cubicBezTo>
                        <a:pt x="127" y="69"/>
                        <a:pt x="127" y="69"/>
                        <a:pt x="127" y="69"/>
                      </a:cubicBezTo>
                      <a:cubicBezTo>
                        <a:pt x="127" y="49"/>
                        <a:pt x="127" y="49"/>
                        <a:pt x="127" y="49"/>
                      </a:cubicBezTo>
                      <a:cubicBezTo>
                        <a:pt x="127" y="22"/>
                        <a:pt x="105" y="0"/>
                        <a:pt x="78" y="0"/>
                      </a:cubicBezTo>
                      <a:close/>
                      <a:moveTo>
                        <a:pt x="53" y="48"/>
                      </a:moveTo>
                      <a:lnTo>
                        <a:pt x="53" y="48"/>
                      </a:lnTo>
                      <a:cubicBezTo>
                        <a:pt x="53" y="34"/>
                        <a:pt x="65" y="23"/>
                        <a:pt x="78" y="23"/>
                      </a:cubicBezTo>
                      <a:cubicBezTo>
                        <a:pt x="93" y="23"/>
                        <a:pt x="104" y="34"/>
                        <a:pt x="104" y="49"/>
                      </a:cubicBezTo>
                      <a:cubicBezTo>
                        <a:pt x="104" y="69"/>
                        <a:pt x="104" y="69"/>
                        <a:pt x="104" y="69"/>
                      </a:cubicBezTo>
                      <a:cubicBezTo>
                        <a:pt x="53" y="69"/>
                        <a:pt x="53" y="69"/>
                        <a:pt x="53" y="69"/>
                      </a:cubicBezTo>
                      <a:lnTo>
                        <a:pt x="53" y="48"/>
                      </a:lnTo>
                      <a:close/>
                      <a:moveTo>
                        <a:pt x="133" y="93"/>
                      </a:moveTo>
                      <a:lnTo>
                        <a:pt x="133" y="93"/>
                      </a:lnTo>
                      <a:cubicBezTo>
                        <a:pt x="133" y="159"/>
                        <a:pt x="133" y="159"/>
                        <a:pt x="133" y="159"/>
                      </a:cubicBezTo>
                      <a:cubicBezTo>
                        <a:pt x="23" y="159"/>
                        <a:pt x="23" y="159"/>
                        <a:pt x="23" y="159"/>
                      </a:cubicBezTo>
                      <a:cubicBezTo>
                        <a:pt x="23" y="93"/>
                        <a:pt x="23" y="93"/>
                        <a:pt x="23" y="93"/>
                      </a:cubicBezTo>
                      <a:lnTo>
                        <a:pt x="133" y="9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white"/>
                    </a:solidFill>
                    <a:latin typeface="Arial" charset="0"/>
                  </a:endParaRPr>
                </a:p>
              </p:txBody>
            </p:sp>
            <p:sp>
              <p:nvSpPr>
                <p:cNvPr id="124" name="Freeform 87"/>
                <p:cNvSpPr>
                  <a:spLocks noChangeArrowheads="1"/>
                </p:cNvSpPr>
                <p:nvPr/>
              </p:nvSpPr>
              <p:spPr bwMode="auto">
                <a:xfrm>
                  <a:off x="3128763" y="2870006"/>
                  <a:ext cx="276049" cy="246406"/>
                </a:xfrm>
                <a:custGeom>
                  <a:avLst/>
                  <a:gdLst>
                    <a:gd name="T0" fmla="*/ 616 w 659"/>
                    <a:gd name="T1" fmla="*/ 144 h 586"/>
                    <a:gd name="T2" fmla="*/ 616 w 659"/>
                    <a:gd name="T3" fmla="*/ 144 h 586"/>
                    <a:gd name="T4" fmla="*/ 586 w 659"/>
                    <a:gd name="T5" fmla="*/ 144 h 586"/>
                    <a:gd name="T6" fmla="*/ 586 w 659"/>
                    <a:gd name="T7" fmla="*/ 118 h 586"/>
                    <a:gd name="T8" fmla="*/ 544 w 659"/>
                    <a:gd name="T9" fmla="*/ 75 h 586"/>
                    <a:gd name="T10" fmla="*/ 249 w 659"/>
                    <a:gd name="T11" fmla="*/ 75 h 586"/>
                    <a:gd name="T12" fmla="*/ 229 w 659"/>
                    <a:gd name="T13" fmla="*/ 29 h 586"/>
                    <a:gd name="T14" fmla="*/ 185 w 659"/>
                    <a:gd name="T15" fmla="*/ 0 h 586"/>
                    <a:gd name="T16" fmla="*/ 42 w 659"/>
                    <a:gd name="T17" fmla="*/ 0 h 586"/>
                    <a:gd name="T18" fmla="*/ 0 w 659"/>
                    <a:gd name="T19" fmla="*/ 43 h 586"/>
                    <a:gd name="T20" fmla="*/ 0 w 659"/>
                    <a:gd name="T21" fmla="*/ 535 h 586"/>
                    <a:gd name="T22" fmla="*/ 12 w 659"/>
                    <a:gd name="T23" fmla="*/ 568 h 586"/>
                    <a:gd name="T24" fmla="*/ 49 w 659"/>
                    <a:gd name="T25" fmla="*/ 585 h 586"/>
                    <a:gd name="T26" fmla="*/ 49 w 659"/>
                    <a:gd name="T27" fmla="*/ 585 h 586"/>
                    <a:gd name="T28" fmla="*/ 444 w 659"/>
                    <a:gd name="T29" fmla="*/ 585 h 586"/>
                    <a:gd name="T30" fmla="*/ 456 w 659"/>
                    <a:gd name="T31" fmla="*/ 574 h 586"/>
                    <a:gd name="T32" fmla="*/ 444 w 659"/>
                    <a:gd name="T33" fmla="*/ 561 h 586"/>
                    <a:gd name="T34" fmla="*/ 95 w 659"/>
                    <a:gd name="T35" fmla="*/ 561 h 586"/>
                    <a:gd name="T36" fmla="*/ 100 w 659"/>
                    <a:gd name="T37" fmla="*/ 546 h 586"/>
                    <a:gd name="T38" fmla="*/ 101 w 659"/>
                    <a:gd name="T39" fmla="*/ 527 h 586"/>
                    <a:gd name="T40" fmla="*/ 101 w 659"/>
                    <a:gd name="T41" fmla="*/ 527 h 586"/>
                    <a:gd name="T42" fmla="*/ 101 w 659"/>
                    <a:gd name="T43" fmla="*/ 186 h 586"/>
                    <a:gd name="T44" fmla="*/ 121 w 659"/>
                    <a:gd name="T45" fmla="*/ 168 h 586"/>
                    <a:gd name="T46" fmla="*/ 616 w 659"/>
                    <a:gd name="T47" fmla="*/ 168 h 586"/>
                    <a:gd name="T48" fmla="*/ 635 w 659"/>
                    <a:gd name="T49" fmla="*/ 186 h 586"/>
                    <a:gd name="T50" fmla="*/ 635 w 659"/>
                    <a:gd name="T51" fmla="*/ 376 h 586"/>
                    <a:gd name="T52" fmla="*/ 647 w 659"/>
                    <a:gd name="T53" fmla="*/ 388 h 586"/>
                    <a:gd name="T54" fmla="*/ 658 w 659"/>
                    <a:gd name="T55" fmla="*/ 376 h 586"/>
                    <a:gd name="T56" fmla="*/ 658 w 659"/>
                    <a:gd name="T57" fmla="*/ 186 h 586"/>
                    <a:gd name="T58" fmla="*/ 616 w 659"/>
                    <a:gd name="T59" fmla="*/ 144 h 586"/>
                    <a:gd name="T60" fmla="*/ 121 w 659"/>
                    <a:gd name="T61" fmla="*/ 144 h 586"/>
                    <a:gd name="T62" fmla="*/ 121 w 659"/>
                    <a:gd name="T63" fmla="*/ 144 h 586"/>
                    <a:gd name="T64" fmla="*/ 78 w 659"/>
                    <a:gd name="T65" fmla="*/ 186 h 586"/>
                    <a:gd name="T66" fmla="*/ 77 w 659"/>
                    <a:gd name="T67" fmla="*/ 536 h 586"/>
                    <a:gd name="T68" fmla="*/ 77 w 659"/>
                    <a:gd name="T69" fmla="*/ 536 h 586"/>
                    <a:gd name="T70" fmla="*/ 77 w 659"/>
                    <a:gd name="T71" fmla="*/ 541 h 586"/>
                    <a:gd name="T72" fmla="*/ 49 w 659"/>
                    <a:gd name="T73" fmla="*/ 561 h 586"/>
                    <a:gd name="T74" fmla="*/ 49 w 659"/>
                    <a:gd name="T75" fmla="*/ 561 h 586"/>
                    <a:gd name="T76" fmla="*/ 29 w 659"/>
                    <a:gd name="T77" fmla="*/ 553 h 586"/>
                    <a:gd name="T78" fmla="*/ 23 w 659"/>
                    <a:gd name="T79" fmla="*/ 535 h 586"/>
                    <a:gd name="T80" fmla="*/ 23 w 659"/>
                    <a:gd name="T81" fmla="*/ 43 h 586"/>
                    <a:gd name="T82" fmla="*/ 42 w 659"/>
                    <a:gd name="T83" fmla="*/ 24 h 586"/>
                    <a:gd name="T84" fmla="*/ 185 w 659"/>
                    <a:gd name="T85" fmla="*/ 24 h 586"/>
                    <a:gd name="T86" fmla="*/ 207 w 659"/>
                    <a:gd name="T87" fmla="*/ 38 h 586"/>
                    <a:gd name="T88" fmla="*/ 233 w 659"/>
                    <a:gd name="T89" fmla="*/ 99 h 586"/>
                    <a:gd name="T90" fmla="*/ 544 w 659"/>
                    <a:gd name="T91" fmla="*/ 99 h 586"/>
                    <a:gd name="T92" fmla="*/ 562 w 659"/>
                    <a:gd name="T93" fmla="*/ 118 h 586"/>
                    <a:gd name="T94" fmla="*/ 563 w 659"/>
                    <a:gd name="T95" fmla="*/ 144 h 586"/>
                    <a:gd name="T96" fmla="*/ 121 w 659"/>
                    <a:gd name="T97" fmla="*/ 144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9" h="586">
                      <a:moveTo>
                        <a:pt x="616" y="144"/>
                      </a:moveTo>
                      <a:lnTo>
                        <a:pt x="616" y="144"/>
                      </a:lnTo>
                      <a:cubicBezTo>
                        <a:pt x="586" y="144"/>
                        <a:pt x="586" y="144"/>
                        <a:pt x="586" y="144"/>
                      </a:cubicBezTo>
                      <a:cubicBezTo>
                        <a:pt x="586" y="118"/>
                        <a:pt x="586" y="118"/>
                        <a:pt x="586" y="118"/>
                      </a:cubicBezTo>
                      <a:cubicBezTo>
                        <a:pt x="586" y="95"/>
                        <a:pt x="567" y="75"/>
                        <a:pt x="544" y="75"/>
                      </a:cubicBezTo>
                      <a:cubicBezTo>
                        <a:pt x="249" y="75"/>
                        <a:pt x="249" y="75"/>
                        <a:pt x="249" y="75"/>
                      </a:cubicBezTo>
                      <a:cubicBezTo>
                        <a:pt x="229" y="29"/>
                        <a:pt x="229" y="29"/>
                        <a:pt x="229" y="29"/>
                      </a:cubicBezTo>
                      <a:cubicBezTo>
                        <a:pt x="221" y="11"/>
                        <a:pt x="204" y="0"/>
                        <a:pt x="185" y="0"/>
                      </a:cubicBezTo>
                      <a:cubicBezTo>
                        <a:pt x="42" y="0"/>
                        <a:pt x="42" y="0"/>
                        <a:pt x="42" y="0"/>
                      </a:cubicBezTo>
                      <a:cubicBezTo>
                        <a:pt x="19" y="0"/>
                        <a:pt x="0" y="20"/>
                        <a:pt x="0" y="43"/>
                      </a:cubicBezTo>
                      <a:cubicBezTo>
                        <a:pt x="0" y="535"/>
                        <a:pt x="0" y="535"/>
                        <a:pt x="0" y="535"/>
                      </a:cubicBezTo>
                      <a:cubicBezTo>
                        <a:pt x="0" y="548"/>
                        <a:pt x="4" y="559"/>
                        <a:pt x="12" y="568"/>
                      </a:cubicBezTo>
                      <a:cubicBezTo>
                        <a:pt x="18" y="576"/>
                        <a:pt x="29" y="585"/>
                        <a:pt x="49" y="585"/>
                      </a:cubicBezTo>
                      <a:lnTo>
                        <a:pt x="49" y="585"/>
                      </a:lnTo>
                      <a:cubicBezTo>
                        <a:pt x="444" y="585"/>
                        <a:pt x="444" y="585"/>
                        <a:pt x="444" y="585"/>
                      </a:cubicBezTo>
                      <a:cubicBezTo>
                        <a:pt x="451" y="585"/>
                        <a:pt x="456" y="580"/>
                        <a:pt x="456" y="574"/>
                      </a:cubicBezTo>
                      <a:cubicBezTo>
                        <a:pt x="456" y="566"/>
                        <a:pt x="451" y="561"/>
                        <a:pt x="444" y="561"/>
                      </a:cubicBezTo>
                      <a:cubicBezTo>
                        <a:pt x="95" y="561"/>
                        <a:pt x="95" y="561"/>
                        <a:pt x="95" y="561"/>
                      </a:cubicBezTo>
                      <a:cubicBezTo>
                        <a:pt x="97" y="556"/>
                        <a:pt x="100" y="551"/>
                        <a:pt x="100" y="546"/>
                      </a:cubicBezTo>
                      <a:cubicBezTo>
                        <a:pt x="101" y="542"/>
                        <a:pt x="101" y="527"/>
                        <a:pt x="101" y="527"/>
                      </a:cubicBezTo>
                      <a:lnTo>
                        <a:pt x="101" y="527"/>
                      </a:lnTo>
                      <a:cubicBezTo>
                        <a:pt x="101" y="186"/>
                        <a:pt x="101" y="186"/>
                        <a:pt x="101" y="186"/>
                      </a:cubicBezTo>
                      <a:cubicBezTo>
                        <a:pt x="101" y="176"/>
                        <a:pt x="111" y="168"/>
                        <a:pt x="121" y="168"/>
                      </a:cubicBezTo>
                      <a:cubicBezTo>
                        <a:pt x="616" y="168"/>
                        <a:pt x="616" y="168"/>
                        <a:pt x="616" y="168"/>
                      </a:cubicBezTo>
                      <a:cubicBezTo>
                        <a:pt x="626" y="168"/>
                        <a:pt x="635" y="176"/>
                        <a:pt x="635" y="186"/>
                      </a:cubicBezTo>
                      <a:cubicBezTo>
                        <a:pt x="635" y="376"/>
                        <a:pt x="635" y="376"/>
                        <a:pt x="635" y="376"/>
                      </a:cubicBezTo>
                      <a:cubicBezTo>
                        <a:pt x="635" y="383"/>
                        <a:pt x="641" y="388"/>
                        <a:pt x="647" y="388"/>
                      </a:cubicBezTo>
                      <a:cubicBezTo>
                        <a:pt x="653" y="388"/>
                        <a:pt x="658" y="383"/>
                        <a:pt x="658" y="376"/>
                      </a:cubicBezTo>
                      <a:cubicBezTo>
                        <a:pt x="658" y="186"/>
                        <a:pt x="658" y="186"/>
                        <a:pt x="658" y="186"/>
                      </a:cubicBezTo>
                      <a:cubicBezTo>
                        <a:pt x="658" y="163"/>
                        <a:pt x="639" y="144"/>
                        <a:pt x="616" y="144"/>
                      </a:cubicBezTo>
                      <a:close/>
                      <a:moveTo>
                        <a:pt x="121" y="144"/>
                      </a:moveTo>
                      <a:lnTo>
                        <a:pt x="121" y="144"/>
                      </a:lnTo>
                      <a:cubicBezTo>
                        <a:pt x="98" y="144"/>
                        <a:pt x="78" y="163"/>
                        <a:pt x="78" y="186"/>
                      </a:cubicBezTo>
                      <a:cubicBezTo>
                        <a:pt x="77" y="536"/>
                        <a:pt x="77" y="536"/>
                        <a:pt x="77" y="536"/>
                      </a:cubicBezTo>
                      <a:lnTo>
                        <a:pt x="77" y="536"/>
                      </a:lnTo>
                      <a:cubicBezTo>
                        <a:pt x="77" y="538"/>
                        <a:pt x="77" y="540"/>
                        <a:pt x="77" y="541"/>
                      </a:cubicBezTo>
                      <a:cubicBezTo>
                        <a:pt x="76" y="551"/>
                        <a:pt x="70" y="561"/>
                        <a:pt x="49" y="561"/>
                      </a:cubicBezTo>
                      <a:lnTo>
                        <a:pt x="49" y="561"/>
                      </a:lnTo>
                      <a:cubicBezTo>
                        <a:pt x="41" y="561"/>
                        <a:pt x="35" y="558"/>
                        <a:pt x="29" y="553"/>
                      </a:cubicBezTo>
                      <a:cubicBezTo>
                        <a:pt x="25" y="549"/>
                        <a:pt x="23" y="541"/>
                        <a:pt x="23" y="535"/>
                      </a:cubicBezTo>
                      <a:cubicBezTo>
                        <a:pt x="23" y="43"/>
                        <a:pt x="23" y="43"/>
                        <a:pt x="23" y="43"/>
                      </a:cubicBezTo>
                      <a:cubicBezTo>
                        <a:pt x="23" y="32"/>
                        <a:pt x="31" y="24"/>
                        <a:pt x="42" y="24"/>
                      </a:cubicBezTo>
                      <a:cubicBezTo>
                        <a:pt x="185" y="24"/>
                        <a:pt x="185" y="24"/>
                        <a:pt x="185" y="24"/>
                      </a:cubicBezTo>
                      <a:cubicBezTo>
                        <a:pt x="195" y="24"/>
                        <a:pt x="203" y="29"/>
                        <a:pt x="207" y="38"/>
                      </a:cubicBezTo>
                      <a:cubicBezTo>
                        <a:pt x="233" y="99"/>
                        <a:pt x="233" y="99"/>
                        <a:pt x="233" y="99"/>
                      </a:cubicBezTo>
                      <a:cubicBezTo>
                        <a:pt x="544" y="99"/>
                        <a:pt x="544" y="99"/>
                        <a:pt x="544" y="99"/>
                      </a:cubicBezTo>
                      <a:cubicBezTo>
                        <a:pt x="554" y="99"/>
                        <a:pt x="562" y="107"/>
                        <a:pt x="562" y="118"/>
                      </a:cubicBezTo>
                      <a:cubicBezTo>
                        <a:pt x="563" y="144"/>
                        <a:pt x="563" y="144"/>
                        <a:pt x="563" y="144"/>
                      </a:cubicBezTo>
                      <a:lnTo>
                        <a:pt x="121" y="14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white"/>
                    </a:solidFill>
                    <a:latin typeface="Arial" charset="0"/>
                  </a:endParaRPr>
                </a:p>
              </p:txBody>
            </p:sp>
          </p:grpSp>
          <p:grpSp>
            <p:nvGrpSpPr>
              <p:cNvPr id="112" name="Group 111"/>
              <p:cNvGrpSpPr>
                <a:grpSpLocks noChangeAspect="1"/>
              </p:cNvGrpSpPr>
              <p:nvPr/>
            </p:nvGrpSpPr>
            <p:grpSpPr>
              <a:xfrm>
                <a:off x="1499679" y="3507181"/>
                <a:ext cx="328202" cy="372742"/>
                <a:chOff x="4010638" y="1895496"/>
                <a:chExt cx="259375" cy="294575"/>
              </a:xfrm>
              <a:solidFill>
                <a:srgbClr val="0078EF"/>
              </a:solidFill>
            </p:grpSpPr>
            <p:sp>
              <p:nvSpPr>
                <p:cNvPr id="119" name="Freeform 199"/>
                <p:cNvSpPr>
                  <a:spLocks noChangeArrowheads="1"/>
                </p:cNvSpPr>
                <p:nvPr/>
              </p:nvSpPr>
              <p:spPr bwMode="auto">
                <a:xfrm>
                  <a:off x="4010638" y="1895496"/>
                  <a:ext cx="216763" cy="294575"/>
                </a:xfrm>
                <a:custGeom>
                  <a:avLst/>
                  <a:gdLst>
                    <a:gd name="T0" fmla="*/ 134 w 515"/>
                    <a:gd name="T1" fmla="*/ 701 h 702"/>
                    <a:gd name="T2" fmla="*/ 134 w 515"/>
                    <a:gd name="T3" fmla="*/ 701 h 702"/>
                    <a:gd name="T4" fmla="*/ 367 w 515"/>
                    <a:gd name="T5" fmla="*/ 701 h 702"/>
                    <a:gd name="T6" fmla="*/ 514 w 515"/>
                    <a:gd name="T7" fmla="*/ 552 h 702"/>
                    <a:gd name="T8" fmla="*/ 514 w 515"/>
                    <a:gd name="T9" fmla="*/ 467 h 702"/>
                    <a:gd name="T10" fmla="*/ 502 w 515"/>
                    <a:gd name="T11" fmla="*/ 455 h 702"/>
                    <a:gd name="T12" fmla="*/ 490 w 515"/>
                    <a:gd name="T13" fmla="*/ 467 h 702"/>
                    <a:gd name="T14" fmla="*/ 490 w 515"/>
                    <a:gd name="T15" fmla="*/ 552 h 702"/>
                    <a:gd name="T16" fmla="*/ 367 w 515"/>
                    <a:gd name="T17" fmla="*/ 677 h 702"/>
                    <a:gd name="T18" fmla="*/ 134 w 515"/>
                    <a:gd name="T19" fmla="*/ 677 h 702"/>
                    <a:gd name="T20" fmla="*/ 23 w 515"/>
                    <a:gd name="T21" fmla="*/ 552 h 702"/>
                    <a:gd name="T22" fmla="*/ 23 w 515"/>
                    <a:gd name="T23" fmla="*/ 350 h 702"/>
                    <a:gd name="T24" fmla="*/ 490 w 515"/>
                    <a:gd name="T25" fmla="*/ 350 h 702"/>
                    <a:gd name="T26" fmla="*/ 502 w 515"/>
                    <a:gd name="T27" fmla="*/ 339 h 702"/>
                    <a:gd name="T28" fmla="*/ 490 w 515"/>
                    <a:gd name="T29" fmla="*/ 327 h 702"/>
                    <a:gd name="T30" fmla="*/ 490 w 515"/>
                    <a:gd name="T31" fmla="*/ 201 h 702"/>
                    <a:gd name="T32" fmla="*/ 265 w 515"/>
                    <a:gd name="T33" fmla="*/ 0 h 702"/>
                    <a:gd name="T34" fmla="*/ 236 w 515"/>
                    <a:gd name="T35" fmla="*/ 0 h 702"/>
                    <a:gd name="T36" fmla="*/ 23 w 515"/>
                    <a:gd name="T37" fmla="*/ 201 h 702"/>
                    <a:gd name="T38" fmla="*/ 23 w 515"/>
                    <a:gd name="T39" fmla="*/ 327 h 702"/>
                    <a:gd name="T40" fmla="*/ 12 w 515"/>
                    <a:gd name="T41" fmla="*/ 327 h 702"/>
                    <a:gd name="T42" fmla="*/ 0 w 515"/>
                    <a:gd name="T43" fmla="*/ 339 h 702"/>
                    <a:gd name="T44" fmla="*/ 0 w 515"/>
                    <a:gd name="T45" fmla="*/ 552 h 702"/>
                    <a:gd name="T46" fmla="*/ 134 w 515"/>
                    <a:gd name="T47" fmla="*/ 701 h 702"/>
                    <a:gd name="T48" fmla="*/ 46 w 515"/>
                    <a:gd name="T49" fmla="*/ 201 h 702"/>
                    <a:gd name="T50" fmla="*/ 46 w 515"/>
                    <a:gd name="T51" fmla="*/ 201 h 702"/>
                    <a:gd name="T52" fmla="*/ 236 w 515"/>
                    <a:gd name="T53" fmla="*/ 23 h 702"/>
                    <a:gd name="T54" fmla="*/ 265 w 515"/>
                    <a:gd name="T55" fmla="*/ 23 h 702"/>
                    <a:gd name="T56" fmla="*/ 467 w 515"/>
                    <a:gd name="T57" fmla="*/ 201 h 702"/>
                    <a:gd name="T58" fmla="*/ 467 w 515"/>
                    <a:gd name="T59" fmla="*/ 327 h 702"/>
                    <a:gd name="T60" fmla="*/ 46 w 515"/>
                    <a:gd name="T61" fmla="*/ 327 h 702"/>
                    <a:gd name="T62" fmla="*/ 46 w 515"/>
                    <a:gd name="T63" fmla="*/ 201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5" h="702">
                      <a:moveTo>
                        <a:pt x="134" y="701"/>
                      </a:moveTo>
                      <a:lnTo>
                        <a:pt x="134" y="701"/>
                      </a:lnTo>
                      <a:cubicBezTo>
                        <a:pt x="367" y="701"/>
                        <a:pt x="367" y="701"/>
                        <a:pt x="367" y="701"/>
                      </a:cubicBezTo>
                      <a:cubicBezTo>
                        <a:pt x="445" y="701"/>
                        <a:pt x="514" y="631"/>
                        <a:pt x="514" y="552"/>
                      </a:cubicBezTo>
                      <a:cubicBezTo>
                        <a:pt x="514" y="467"/>
                        <a:pt x="514" y="467"/>
                        <a:pt x="514" y="467"/>
                      </a:cubicBezTo>
                      <a:cubicBezTo>
                        <a:pt x="514" y="461"/>
                        <a:pt x="508" y="455"/>
                        <a:pt x="502" y="455"/>
                      </a:cubicBezTo>
                      <a:cubicBezTo>
                        <a:pt x="495" y="455"/>
                        <a:pt x="490" y="461"/>
                        <a:pt x="490" y="467"/>
                      </a:cubicBezTo>
                      <a:cubicBezTo>
                        <a:pt x="490" y="552"/>
                        <a:pt x="490" y="552"/>
                        <a:pt x="490" y="552"/>
                      </a:cubicBezTo>
                      <a:cubicBezTo>
                        <a:pt x="490" y="619"/>
                        <a:pt x="432" y="677"/>
                        <a:pt x="367" y="677"/>
                      </a:cubicBezTo>
                      <a:cubicBezTo>
                        <a:pt x="134" y="677"/>
                        <a:pt x="134" y="677"/>
                        <a:pt x="134" y="677"/>
                      </a:cubicBezTo>
                      <a:cubicBezTo>
                        <a:pt x="65" y="677"/>
                        <a:pt x="23" y="614"/>
                        <a:pt x="23" y="552"/>
                      </a:cubicBezTo>
                      <a:cubicBezTo>
                        <a:pt x="23" y="350"/>
                        <a:pt x="23" y="350"/>
                        <a:pt x="23" y="350"/>
                      </a:cubicBezTo>
                      <a:cubicBezTo>
                        <a:pt x="490" y="350"/>
                        <a:pt x="490" y="350"/>
                        <a:pt x="490" y="350"/>
                      </a:cubicBezTo>
                      <a:cubicBezTo>
                        <a:pt x="497" y="350"/>
                        <a:pt x="502" y="345"/>
                        <a:pt x="502" y="339"/>
                      </a:cubicBezTo>
                      <a:cubicBezTo>
                        <a:pt x="502" y="332"/>
                        <a:pt x="497" y="327"/>
                        <a:pt x="490" y="327"/>
                      </a:cubicBezTo>
                      <a:cubicBezTo>
                        <a:pt x="490" y="201"/>
                        <a:pt x="490" y="201"/>
                        <a:pt x="490" y="201"/>
                      </a:cubicBezTo>
                      <a:cubicBezTo>
                        <a:pt x="490" y="89"/>
                        <a:pt x="392" y="0"/>
                        <a:pt x="265" y="0"/>
                      </a:cubicBezTo>
                      <a:cubicBezTo>
                        <a:pt x="236" y="0"/>
                        <a:pt x="236" y="0"/>
                        <a:pt x="236" y="0"/>
                      </a:cubicBezTo>
                      <a:cubicBezTo>
                        <a:pt x="113" y="0"/>
                        <a:pt x="23" y="85"/>
                        <a:pt x="23" y="201"/>
                      </a:cubicBezTo>
                      <a:cubicBezTo>
                        <a:pt x="23" y="327"/>
                        <a:pt x="23" y="327"/>
                        <a:pt x="23" y="327"/>
                      </a:cubicBezTo>
                      <a:cubicBezTo>
                        <a:pt x="12" y="327"/>
                        <a:pt x="12" y="327"/>
                        <a:pt x="12" y="327"/>
                      </a:cubicBezTo>
                      <a:cubicBezTo>
                        <a:pt x="5" y="327"/>
                        <a:pt x="0" y="332"/>
                        <a:pt x="0" y="339"/>
                      </a:cubicBezTo>
                      <a:cubicBezTo>
                        <a:pt x="0" y="552"/>
                        <a:pt x="0" y="552"/>
                        <a:pt x="0" y="552"/>
                      </a:cubicBezTo>
                      <a:cubicBezTo>
                        <a:pt x="0" y="635"/>
                        <a:pt x="59" y="701"/>
                        <a:pt x="134" y="701"/>
                      </a:cubicBezTo>
                      <a:close/>
                      <a:moveTo>
                        <a:pt x="46" y="201"/>
                      </a:moveTo>
                      <a:lnTo>
                        <a:pt x="46" y="201"/>
                      </a:lnTo>
                      <a:cubicBezTo>
                        <a:pt x="46" y="98"/>
                        <a:pt x="126" y="23"/>
                        <a:pt x="236" y="23"/>
                      </a:cubicBezTo>
                      <a:cubicBezTo>
                        <a:pt x="265" y="23"/>
                        <a:pt x="265" y="23"/>
                        <a:pt x="265" y="23"/>
                      </a:cubicBezTo>
                      <a:cubicBezTo>
                        <a:pt x="365" y="23"/>
                        <a:pt x="467" y="90"/>
                        <a:pt x="467" y="201"/>
                      </a:cubicBezTo>
                      <a:cubicBezTo>
                        <a:pt x="467" y="327"/>
                        <a:pt x="467" y="327"/>
                        <a:pt x="467" y="327"/>
                      </a:cubicBezTo>
                      <a:cubicBezTo>
                        <a:pt x="46" y="327"/>
                        <a:pt x="46" y="327"/>
                        <a:pt x="46" y="327"/>
                      </a:cubicBezTo>
                      <a:lnTo>
                        <a:pt x="46" y="2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21" name="Freeform 200"/>
                <p:cNvSpPr>
                  <a:spLocks noChangeArrowheads="1"/>
                </p:cNvSpPr>
                <p:nvPr/>
              </p:nvSpPr>
              <p:spPr bwMode="auto">
                <a:xfrm>
                  <a:off x="4075481" y="2023331"/>
                  <a:ext cx="194532" cy="122277"/>
                </a:xfrm>
                <a:custGeom>
                  <a:avLst/>
                  <a:gdLst>
                    <a:gd name="T0" fmla="*/ 21 w 462"/>
                    <a:gd name="T1" fmla="*/ 183 h 289"/>
                    <a:gd name="T2" fmla="*/ 21 w 462"/>
                    <a:gd name="T3" fmla="*/ 183 h 289"/>
                    <a:gd name="T4" fmla="*/ 4 w 462"/>
                    <a:gd name="T5" fmla="*/ 183 h 289"/>
                    <a:gd name="T6" fmla="*/ 4 w 462"/>
                    <a:gd name="T7" fmla="*/ 199 h 289"/>
                    <a:gd name="T8" fmla="*/ 90 w 462"/>
                    <a:gd name="T9" fmla="*/ 283 h 289"/>
                    <a:gd name="T10" fmla="*/ 98 w 462"/>
                    <a:gd name="T11" fmla="*/ 288 h 289"/>
                    <a:gd name="T12" fmla="*/ 105 w 462"/>
                    <a:gd name="T13" fmla="*/ 285 h 289"/>
                    <a:gd name="T14" fmla="*/ 455 w 462"/>
                    <a:gd name="T15" fmla="*/ 23 h 289"/>
                    <a:gd name="T16" fmla="*/ 458 w 462"/>
                    <a:gd name="T17" fmla="*/ 7 h 289"/>
                    <a:gd name="T18" fmla="*/ 442 w 462"/>
                    <a:gd name="T19" fmla="*/ 4 h 289"/>
                    <a:gd name="T20" fmla="*/ 99 w 462"/>
                    <a:gd name="T21" fmla="*/ 261 h 289"/>
                    <a:gd name="T22" fmla="*/ 21 w 462"/>
                    <a:gd name="T23" fmla="*/ 18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2" h="289">
                      <a:moveTo>
                        <a:pt x="21" y="183"/>
                      </a:moveTo>
                      <a:lnTo>
                        <a:pt x="21" y="183"/>
                      </a:lnTo>
                      <a:cubicBezTo>
                        <a:pt x="17" y="177"/>
                        <a:pt x="10" y="177"/>
                        <a:pt x="4" y="183"/>
                      </a:cubicBezTo>
                      <a:cubicBezTo>
                        <a:pt x="0" y="187"/>
                        <a:pt x="0" y="194"/>
                        <a:pt x="4" y="199"/>
                      </a:cubicBezTo>
                      <a:cubicBezTo>
                        <a:pt x="90" y="283"/>
                        <a:pt x="90" y="283"/>
                        <a:pt x="90" y="283"/>
                      </a:cubicBezTo>
                      <a:cubicBezTo>
                        <a:pt x="93" y="287"/>
                        <a:pt x="96" y="288"/>
                        <a:pt x="98" y="288"/>
                      </a:cubicBezTo>
                      <a:cubicBezTo>
                        <a:pt x="101" y="288"/>
                        <a:pt x="103" y="287"/>
                        <a:pt x="105" y="285"/>
                      </a:cubicBezTo>
                      <a:cubicBezTo>
                        <a:pt x="455" y="23"/>
                        <a:pt x="455" y="23"/>
                        <a:pt x="455" y="23"/>
                      </a:cubicBezTo>
                      <a:cubicBezTo>
                        <a:pt x="460" y="19"/>
                        <a:pt x="461" y="12"/>
                        <a:pt x="458" y="7"/>
                      </a:cubicBezTo>
                      <a:cubicBezTo>
                        <a:pt x="454" y="1"/>
                        <a:pt x="447" y="0"/>
                        <a:pt x="442" y="4"/>
                      </a:cubicBezTo>
                      <a:cubicBezTo>
                        <a:pt x="99" y="261"/>
                        <a:pt x="99" y="261"/>
                        <a:pt x="99" y="261"/>
                      </a:cubicBezTo>
                      <a:lnTo>
                        <a:pt x="21" y="18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nvGrpSpPr>
          <p:cNvPr id="125" name="Group 124"/>
          <p:cNvGrpSpPr/>
          <p:nvPr/>
        </p:nvGrpSpPr>
        <p:grpSpPr>
          <a:xfrm>
            <a:off x="738067" y="3806582"/>
            <a:ext cx="4749932" cy="840230"/>
            <a:chOff x="6509817" y="3970569"/>
            <a:chExt cx="4749932" cy="840230"/>
          </a:xfrm>
        </p:grpSpPr>
        <p:sp>
          <p:nvSpPr>
            <p:cNvPr id="126" name="Rectangle 125"/>
            <p:cNvSpPr/>
            <p:nvPr/>
          </p:nvSpPr>
          <p:spPr>
            <a:xfrm>
              <a:off x="7717873" y="3970569"/>
              <a:ext cx="3541876" cy="840230"/>
            </a:xfrm>
            <a:prstGeom prst="rect">
              <a:avLst/>
            </a:prstGeom>
            <a:ln w="19050">
              <a:solidFill>
                <a:srgbClr val="3896F3"/>
              </a:solidFill>
            </a:ln>
          </p:spPr>
          <p:txBody>
            <a:bodyPr wrap="square">
              <a:spAutoFit/>
            </a:bodyPr>
            <a:lstStyle/>
            <a:p>
              <a:pPr lvl="0" defTabSz="711200">
                <a:lnSpc>
                  <a:spcPct val="90000"/>
                </a:lnSpc>
                <a:spcBef>
                  <a:spcPct val="0"/>
                </a:spcBef>
                <a:spcAft>
                  <a:spcPct val="35000"/>
                </a:spcAft>
              </a:pPr>
              <a:r>
                <a:rPr lang="en-US" dirty="0"/>
                <a:t>Find-ability has an impact on business initiative and ability to deliver services and results</a:t>
              </a:r>
            </a:p>
          </p:txBody>
        </p:sp>
        <p:grpSp>
          <p:nvGrpSpPr>
            <p:cNvPr id="127" name="Group 126"/>
            <p:cNvGrpSpPr/>
            <p:nvPr/>
          </p:nvGrpSpPr>
          <p:grpSpPr>
            <a:xfrm>
              <a:off x="6509817" y="4029080"/>
              <a:ext cx="1258678" cy="723209"/>
              <a:chOff x="6509817" y="4026335"/>
              <a:chExt cx="1258678" cy="723209"/>
            </a:xfrm>
          </p:grpSpPr>
          <p:sp>
            <p:nvSpPr>
              <p:cNvPr id="128" name="Rectangle 127"/>
              <p:cNvSpPr/>
              <p:nvPr/>
            </p:nvSpPr>
            <p:spPr>
              <a:xfrm>
                <a:off x="6509817" y="4380212"/>
                <a:ext cx="1258678" cy="369332"/>
              </a:xfrm>
              <a:prstGeom prst="rect">
                <a:avLst/>
              </a:prstGeom>
            </p:spPr>
            <p:txBody>
              <a:bodyPr wrap="none">
                <a:spAutoFit/>
              </a:bodyPr>
              <a:lstStyle/>
              <a:p>
                <a:r>
                  <a:rPr lang="en-US" b="1" dirty="0" smtClean="0"/>
                  <a:t>Find-ability</a:t>
                </a:r>
                <a:endParaRPr lang="en-GB" sz="3600" b="1" dirty="0"/>
              </a:p>
            </p:txBody>
          </p:sp>
          <p:grpSp>
            <p:nvGrpSpPr>
              <p:cNvPr id="129" name="Group 128"/>
              <p:cNvGrpSpPr/>
              <p:nvPr/>
            </p:nvGrpSpPr>
            <p:grpSpPr>
              <a:xfrm>
                <a:off x="6709391" y="4026335"/>
                <a:ext cx="859531" cy="411664"/>
                <a:chOff x="6619988" y="4026335"/>
                <a:chExt cx="859531" cy="411664"/>
              </a:xfrm>
            </p:grpSpPr>
            <p:sp>
              <p:nvSpPr>
                <p:cNvPr id="130" name="Freeform 105"/>
                <p:cNvSpPr>
                  <a:spLocks noChangeAspect="1" noChangeArrowheads="1"/>
                </p:cNvSpPr>
                <p:nvPr/>
              </p:nvSpPr>
              <p:spPr bwMode="auto">
                <a:xfrm>
                  <a:off x="7040418" y="4046486"/>
                  <a:ext cx="439101" cy="391512"/>
                </a:xfrm>
                <a:custGeom>
                  <a:avLst/>
                  <a:gdLst>
                    <a:gd name="T0" fmla="*/ 596 w 683"/>
                    <a:gd name="T1" fmla="*/ 155 h 600"/>
                    <a:gd name="T2" fmla="*/ 620 w 683"/>
                    <a:gd name="T3" fmla="*/ 93 h 600"/>
                    <a:gd name="T4" fmla="*/ 445 w 683"/>
                    <a:gd name="T5" fmla="*/ 14 h 600"/>
                    <a:gd name="T6" fmla="*/ 434 w 683"/>
                    <a:gd name="T7" fmla="*/ 139 h 600"/>
                    <a:gd name="T8" fmla="*/ 273 w 683"/>
                    <a:gd name="T9" fmla="*/ 138 h 600"/>
                    <a:gd name="T10" fmla="*/ 182 w 683"/>
                    <a:gd name="T11" fmla="*/ 8 h 600"/>
                    <a:gd name="T12" fmla="*/ 43 w 683"/>
                    <a:gd name="T13" fmla="*/ 231 h 600"/>
                    <a:gd name="T14" fmla="*/ 3 w 683"/>
                    <a:gd name="T15" fmla="*/ 306 h 600"/>
                    <a:gd name="T16" fmla="*/ 12 w 683"/>
                    <a:gd name="T17" fmla="*/ 322 h 600"/>
                    <a:gd name="T18" fmla="*/ 59 w 683"/>
                    <a:gd name="T19" fmla="*/ 248 h 600"/>
                    <a:gd name="T20" fmla="*/ 224 w 683"/>
                    <a:gd name="T21" fmla="*/ 346 h 600"/>
                    <a:gd name="T22" fmla="*/ 353 w 683"/>
                    <a:gd name="T23" fmla="*/ 419 h 600"/>
                    <a:gd name="T24" fmla="*/ 444 w 683"/>
                    <a:gd name="T25" fmla="*/ 431 h 600"/>
                    <a:gd name="T26" fmla="*/ 443 w 683"/>
                    <a:gd name="T27" fmla="*/ 478 h 600"/>
                    <a:gd name="T28" fmla="*/ 541 w 683"/>
                    <a:gd name="T29" fmla="*/ 598 h 600"/>
                    <a:gd name="T30" fmla="*/ 575 w 683"/>
                    <a:gd name="T31" fmla="*/ 592 h 600"/>
                    <a:gd name="T32" fmla="*/ 585 w 683"/>
                    <a:gd name="T33" fmla="*/ 535 h 600"/>
                    <a:gd name="T34" fmla="*/ 463 w 683"/>
                    <a:gd name="T35" fmla="*/ 417 h 600"/>
                    <a:gd name="T36" fmla="*/ 494 w 683"/>
                    <a:gd name="T37" fmla="*/ 318 h 600"/>
                    <a:gd name="T38" fmla="*/ 682 w 683"/>
                    <a:gd name="T39" fmla="*/ 237 h 600"/>
                    <a:gd name="T40" fmla="*/ 466 w 683"/>
                    <a:gd name="T41" fmla="*/ 440 h 600"/>
                    <a:gd name="T42" fmla="*/ 477 w 683"/>
                    <a:gd name="T43" fmla="*/ 437 h 600"/>
                    <a:gd name="T44" fmla="*/ 565 w 683"/>
                    <a:gd name="T45" fmla="*/ 548 h 600"/>
                    <a:gd name="T46" fmla="*/ 561 w 683"/>
                    <a:gd name="T47" fmla="*/ 573 h 600"/>
                    <a:gd name="T48" fmla="*/ 536 w 683"/>
                    <a:gd name="T49" fmla="*/ 568 h 600"/>
                    <a:gd name="T50" fmla="*/ 459 w 683"/>
                    <a:gd name="T51" fmla="*/ 451 h 600"/>
                    <a:gd name="T52" fmla="*/ 457 w 683"/>
                    <a:gd name="T53" fmla="*/ 38 h 600"/>
                    <a:gd name="T54" fmla="*/ 539 w 683"/>
                    <a:gd name="T55" fmla="*/ 38 h 600"/>
                    <a:gd name="T56" fmla="*/ 539 w 683"/>
                    <a:gd name="T57" fmla="*/ 155 h 600"/>
                    <a:gd name="T58" fmla="*/ 457 w 683"/>
                    <a:gd name="T59" fmla="*/ 38 h 600"/>
                    <a:gd name="T60" fmla="*/ 207 w 683"/>
                    <a:gd name="T61" fmla="*/ 224 h 600"/>
                    <a:gd name="T62" fmla="*/ 172 w 683"/>
                    <a:gd name="T63" fmla="*/ 38 h 600"/>
                    <a:gd name="T64" fmla="*/ 207 w 683"/>
                    <a:gd name="T65" fmla="*/ 224 h 600"/>
                    <a:gd name="T66" fmla="*/ 478 w 683"/>
                    <a:gd name="T67" fmla="*/ 296 h 600"/>
                    <a:gd name="T68" fmla="*/ 244 w 683"/>
                    <a:gd name="T69" fmla="*/ 335 h 600"/>
                    <a:gd name="T70" fmla="*/ 285 w 683"/>
                    <a:gd name="T71" fmla="*/ 158 h 600"/>
                    <a:gd name="T72" fmla="*/ 382 w 683"/>
                    <a:gd name="T73" fmla="*/ 142 h 600"/>
                    <a:gd name="T74" fmla="*/ 478 w 683"/>
                    <a:gd name="T75" fmla="*/ 296 h 600"/>
                    <a:gd name="T76" fmla="*/ 597 w 683"/>
                    <a:gd name="T77" fmla="*/ 294 h 600"/>
                    <a:gd name="T78" fmla="*/ 482 w 683"/>
                    <a:gd name="T79" fmla="*/ 187 h 600"/>
                    <a:gd name="T80" fmla="*/ 596 w 683"/>
                    <a:gd name="T81" fmla="*/ 178 h 600"/>
                    <a:gd name="T82" fmla="*/ 597 w 683"/>
                    <a:gd name="T83" fmla="*/ 294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3" h="600">
                      <a:moveTo>
                        <a:pt x="596" y="155"/>
                      </a:moveTo>
                      <a:lnTo>
                        <a:pt x="596" y="155"/>
                      </a:lnTo>
                      <a:cubicBezTo>
                        <a:pt x="595" y="155"/>
                        <a:pt x="595" y="155"/>
                        <a:pt x="595" y="155"/>
                      </a:cubicBezTo>
                      <a:cubicBezTo>
                        <a:pt x="611" y="139"/>
                        <a:pt x="620" y="117"/>
                        <a:pt x="620" y="93"/>
                      </a:cubicBezTo>
                      <a:cubicBezTo>
                        <a:pt x="620" y="47"/>
                        <a:pt x="586" y="14"/>
                        <a:pt x="539" y="14"/>
                      </a:cubicBezTo>
                      <a:cubicBezTo>
                        <a:pt x="445" y="14"/>
                        <a:pt x="445" y="14"/>
                        <a:pt x="445" y="14"/>
                      </a:cubicBezTo>
                      <a:cubicBezTo>
                        <a:pt x="439" y="14"/>
                        <a:pt x="434" y="19"/>
                        <a:pt x="434" y="27"/>
                      </a:cubicBezTo>
                      <a:cubicBezTo>
                        <a:pt x="434" y="139"/>
                        <a:pt x="434" y="139"/>
                        <a:pt x="434" y="139"/>
                      </a:cubicBezTo>
                      <a:cubicBezTo>
                        <a:pt x="419" y="131"/>
                        <a:pt x="404" y="123"/>
                        <a:pt x="387" y="119"/>
                      </a:cubicBezTo>
                      <a:cubicBezTo>
                        <a:pt x="348" y="110"/>
                        <a:pt x="307" y="117"/>
                        <a:pt x="273" y="138"/>
                      </a:cubicBezTo>
                      <a:cubicBezTo>
                        <a:pt x="267" y="141"/>
                        <a:pt x="262" y="145"/>
                        <a:pt x="258" y="149"/>
                      </a:cubicBezTo>
                      <a:cubicBezTo>
                        <a:pt x="182" y="8"/>
                        <a:pt x="182" y="8"/>
                        <a:pt x="182" y="8"/>
                      </a:cubicBezTo>
                      <a:cubicBezTo>
                        <a:pt x="178" y="0"/>
                        <a:pt x="165" y="0"/>
                        <a:pt x="161" y="8"/>
                      </a:cubicBezTo>
                      <a:cubicBezTo>
                        <a:pt x="43" y="231"/>
                        <a:pt x="43" y="231"/>
                        <a:pt x="43" y="231"/>
                      </a:cubicBezTo>
                      <a:lnTo>
                        <a:pt x="43" y="231"/>
                      </a:lnTo>
                      <a:cubicBezTo>
                        <a:pt x="3" y="306"/>
                        <a:pt x="3" y="306"/>
                        <a:pt x="3" y="306"/>
                      </a:cubicBezTo>
                      <a:cubicBezTo>
                        <a:pt x="0" y="311"/>
                        <a:pt x="2" y="318"/>
                        <a:pt x="7" y="321"/>
                      </a:cubicBezTo>
                      <a:cubicBezTo>
                        <a:pt x="9" y="322"/>
                        <a:pt x="11" y="322"/>
                        <a:pt x="12" y="322"/>
                      </a:cubicBezTo>
                      <a:cubicBezTo>
                        <a:pt x="17" y="322"/>
                        <a:pt x="21" y="320"/>
                        <a:pt x="23" y="316"/>
                      </a:cubicBezTo>
                      <a:cubicBezTo>
                        <a:pt x="59" y="248"/>
                        <a:pt x="59" y="248"/>
                        <a:pt x="59" y="248"/>
                      </a:cubicBezTo>
                      <a:cubicBezTo>
                        <a:pt x="203" y="248"/>
                        <a:pt x="203" y="248"/>
                        <a:pt x="203" y="248"/>
                      </a:cubicBezTo>
                      <a:cubicBezTo>
                        <a:pt x="199" y="283"/>
                        <a:pt x="205" y="317"/>
                        <a:pt x="224" y="346"/>
                      </a:cubicBezTo>
                      <a:cubicBezTo>
                        <a:pt x="245" y="381"/>
                        <a:pt x="278" y="406"/>
                        <a:pt x="317" y="415"/>
                      </a:cubicBezTo>
                      <a:cubicBezTo>
                        <a:pt x="329" y="417"/>
                        <a:pt x="341" y="419"/>
                        <a:pt x="353" y="419"/>
                      </a:cubicBezTo>
                      <a:cubicBezTo>
                        <a:pt x="378" y="419"/>
                        <a:pt x="402" y="412"/>
                        <a:pt x="424" y="400"/>
                      </a:cubicBezTo>
                      <a:cubicBezTo>
                        <a:pt x="444" y="431"/>
                        <a:pt x="444" y="431"/>
                        <a:pt x="444" y="431"/>
                      </a:cubicBezTo>
                      <a:cubicBezTo>
                        <a:pt x="440" y="435"/>
                        <a:pt x="437" y="441"/>
                        <a:pt x="436" y="447"/>
                      </a:cubicBezTo>
                      <a:cubicBezTo>
                        <a:pt x="434" y="458"/>
                        <a:pt x="436" y="469"/>
                        <a:pt x="443" y="478"/>
                      </a:cubicBezTo>
                      <a:cubicBezTo>
                        <a:pt x="517" y="581"/>
                        <a:pt x="517" y="581"/>
                        <a:pt x="517" y="581"/>
                      </a:cubicBezTo>
                      <a:cubicBezTo>
                        <a:pt x="523" y="590"/>
                        <a:pt x="532" y="596"/>
                        <a:pt x="541" y="598"/>
                      </a:cubicBezTo>
                      <a:cubicBezTo>
                        <a:pt x="544" y="599"/>
                        <a:pt x="548" y="599"/>
                        <a:pt x="551" y="599"/>
                      </a:cubicBezTo>
                      <a:cubicBezTo>
                        <a:pt x="559" y="599"/>
                        <a:pt x="567" y="597"/>
                        <a:pt x="575" y="592"/>
                      </a:cubicBezTo>
                      <a:cubicBezTo>
                        <a:pt x="584" y="586"/>
                        <a:pt x="589" y="576"/>
                        <a:pt x="591" y="566"/>
                      </a:cubicBezTo>
                      <a:cubicBezTo>
                        <a:pt x="593" y="554"/>
                        <a:pt x="591" y="544"/>
                        <a:pt x="585" y="535"/>
                      </a:cubicBezTo>
                      <a:cubicBezTo>
                        <a:pt x="511" y="431"/>
                        <a:pt x="511" y="431"/>
                        <a:pt x="511" y="431"/>
                      </a:cubicBezTo>
                      <a:cubicBezTo>
                        <a:pt x="500" y="416"/>
                        <a:pt x="480" y="411"/>
                        <a:pt x="463" y="417"/>
                      </a:cubicBezTo>
                      <a:cubicBezTo>
                        <a:pt x="443" y="388"/>
                        <a:pt x="443" y="388"/>
                        <a:pt x="443" y="388"/>
                      </a:cubicBezTo>
                      <a:cubicBezTo>
                        <a:pt x="466" y="370"/>
                        <a:pt x="484" y="346"/>
                        <a:pt x="494" y="318"/>
                      </a:cubicBezTo>
                      <a:cubicBezTo>
                        <a:pt x="597" y="318"/>
                        <a:pt x="597" y="318"/>
                        <a:pt x="597" y="318"/>
                      </a:cubicBezTo>
                      <a:cubicBezTo>
                        <a:pt x="644" y="318"/>
                        <a:pt x="682" y="283"/>
                        <a:pt x="682" y="237"/>
                      </a:cubicBezTo>
                      <a:cubicBezTo>
                        <a:pt x="682" y="191"/>
                        <a:pt x="644" y="155"/>
                        <a:pt x="596" y="155"/>
                      </a:cubicBezTo>
                      <a:close/>
                      <a:moveTo>
                        <a:pt x="466" y="440"/>
                      </a:moveTo>
                      <a:lnTo>
                        <a:pt x="466" y="440"/>
                      </a:lnTo>
                      <a:cubicBezTo>
                        <a:pt x="469" y="438"/>
                        <a:pt x="474" y="437"/>
                        <a:pt x="477" y="437"/>
                      </a:cubicBezTo>
                      <a:cubicBezTo>
                        <a:pt x="483" y="437"/>
                        <a:pt x="488" y="440"/>
                        <a:pt x="491" y="444"/>
                      </a:cubicBezTo>
                      <a:cubicBezTo>
                        <a:pt x="565" y="548"/>
                        <a:pt x="565" y="548"/>
                        <a:pt x="565" y="548"/>
                      </a:cubicBezTo>
                      <a:cubicBezTo>
                        <a:pt x="568" y="552"/>
                        <a:pt x="569" y="557"/>
                        <a:pt x="568" y="562"/>
                      </a:cubicBezTo>
                      <a:cubicBezTo>
                        <a:pt x="567" y="566"/>
                        <a:pt x="565" y="570"/>
                        <a:pt x="561" y="573"/>
                      </a:cubicBezTo>
                      <a:cubicBezTo>
                        <a:pt x="557" y="575"/>
                        <a:pt x="552" y="576"/>
                        <a:pt x="546" y="575"/>
                      </a:cubicBezTo>
                      <a:cubicBezTo>
                        <a:pt x="542" y="574"/>
                        <a:pt x="539" y="572"/>
                        <a:pt x="536" y="568"/>
                      </a:cubicBezTo>
                      <a:cubicBezTo>
                        <a:pt x="462" y="465"/>
                        <a:pt x="462" y="465"/>
                        <a:pt x="462" y="465"/>
                      </a:cubicBezTo>
                      <a:cubicBezTo>
                        <a:pt x="459" y="461"/>
                        <a:pt x="458" y="457"/>
                        <a:pt x="459" y="451"/>
                      </a:cubicBezTo>
                      <a:cubicBezTo>
                        <a:pt x="460" y="446"/>
                        <a:pt x="463" y="443"/>
                        <a:pt x="466" y="440"/>
                      </a:cubicBezTo>
                      <a:close/>
                      <a:moveTo>
                        <a:pt x="457" y="38"/>
                      </a:moveTo>
                      <a:lnTo>
                        <a:pt x="457" y="38"/>
                      </a:lnTo>
                      <a:cubicBezTo>
                        <a:pt x="539" y="38"/>
                        <a:pt x="539" y="38"/>
                        <a:pt x="539" y="38"/>
                      </a:cubicBezTo>
                      <a:cubicBezTo>
                        <a:pt x="574" y="38"/>
                        <a:pt x="597" y="60"/>
                        <a:pt x="597" y="93"/>
                      </a:cubicBezTo>
                      <a:cubicBezTo>
                        <a:pt x="597" y="128"/>
                        <a:pt x="571" y="155"/>
                        <a:pt x="539" y="155"/>
                      </a:cubicBezTo>
                      <a:cubicBezTo>
                        <a:pt x="457" y="155"/>
                        <a:pt x="457" y="155"/>
                        <a:pt x="457" y="155"/>
                      </a:cubicBezTo>
                      <a:lnTo>
                        <a:pt x="457" y="38"/>
                      </a:lnTo>
                      <a:close/>
                      <a:moveTo>
                        <a:pt x="207" y="224"/>
                      </a:moveTo>
                      <a:lnTo>
                        <a:pt x="207" y="224"/>
                      </a:lnTo>
                      <a:cubicBezTo>
                        <a:pt x="72" y="224"/>
                        <a:pt x="72" y="224"/>
                        <a:pt x="72" y="224"/>
                      </a:cubicBezTo>
                      <a:cubicBezTo>
                        <a:pt x="172" y="38"/>
                        <a:pt x="172" y="38"/>
                        <a:pt x="172" y="38"/>
                      </a:cubicBezTo>
                      <a:cubicBezTo>
                        <a:pt x="240" y="166"/>
                        <a:pt x="240" y="166"/>
                        <a:pt x="240" y="166"/>
                      </a:cubicBezTo>
                      <a:cubicBezTo>
                        <a:pt x="225" y="183"/>
                        <a:pt x="214" y="203"/>
                        <a:pt x="207" y="224"/>
                      </a:cubicBezTo>
                      <a:close/>
                      <a:moveTo>
                        <a:pt x="478" y="296"/>
                      </a:moveTo>
                      <a:lnTo>
                        <a:pt x="478" y="296"/>
                      </a:lnTo>
                      <a:cubicBezTo>
                        <a:pt x="461" y="365"/>
                        <a:pt x="391" y="408"/>
                        <a:pt x="323" y="392"/>
                      </a:cubicBezTo>
                      <a:cubicBezTo>
                        <a:pt x="289" y="384"/>
                        <a:pt x="261" y="364"/>
                        <a:pt x="244" y="335"/>
                      </a:cubicBezTo>
                      <a:cubicBezTo>
                        <a:pt x="225" y="305"/>
                        <a:pt x="220" y="270"/>
                        <a:pt x="228" y="237"/>
                      </a:cubicBezTo>
                      <a:cubicBezTo>
                        <a:pt x="235" y="204"/>
                        <a:pt x="256" y="176"/>
                        <a:pt x="285" y="158"/>
                      </a:cubicBezTo>
                      <a:cubicBezTo>
                        <a:pt x="306" y="145"/>
                        <a:pt x="329" y="139"/>
                        <a:pt x="352" y="139"/>
                      </a:cubicBezTo>
                      <a:cubicBezTo>
                        <a:pt x="362" y="139"/>
                        <a:pt x="373" y="140"/>
                        <a:pt x="382" y="142"/>
                      </a:cubicBezTo>
                      <a:cubicBezTo>
                        <a:pt x="415" y="151"/>
                        <a:pt x="443" y="170"/>
                        <a:pt x="462" y="199"/>
                      </a:cubicBezTo>
                      <a:cubicBezTo>
                        <a:pt x="480" y="229"/>
                        <a:pt x="485" y="263"/>
                        <a:pt x="478" y="296"/>
                      </a:cubicBezTo>
                      <a:close/>
                      <a:moveTo>
                        <a:pt x="597" y="294"/>
                      </a:moveTo>
                      <a:lnTo>
                        <a:pt x="597" y="294"/>
                      </a:lnTo>
                      <a:cubicBezTo>
                        <a:pt x="501" y="294"/>
                        <a:pt x="501" y="294"/>
                        <a:pt x="501" y="294"/>
                      </a:cubicBezTo>
                      <a:cubicBezTo>
                        <a:pt x="508" y="258"/>
                        <a:pt x="502" y="220"/>
                        <a:pt x="482" y="187"/>
                      </a:cubicBezTo>
                      <a:cubicBezTo>
                        <a:pt x="480" y="184"/>
                        <a:pt x="477" y="181"/>
                        <a:pt x="475" y="178"/>
                      </a:cubicBezTo>
                      <a:cubicBezTo>
                        <a:pt x="596" y="178"/>
                        <a:pt x="596" y="178"/>
                        <a:pt x="596" y="178"/>
                      </a:cubicBezTo>
                      <a:cubicBezTo>
                        <a:pt x="632" y="178"/>
                        <a:pt x="658" y="204"/>
                        <a:pt x="658" y="237"/>
                      </a:cubicBezTo>
                      <a:cubicBezTo>
                        <a:pt x="658" y="270"/>
                        <a:pt x="632" y="294"/>
                        <a:pt x="597" y="294"/>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35" name="Group 134"/>
                <p:cNvGrpSpPr>
                  <a:grpSpLocks noChangeAspect="1"/>
                </p:cNvGrpSpPr>
                <p:nvPr/>
              </p:nvGrpSpPr>
              <p:grpSpPr>
                <a:xfrm>
                  <a:off x="6619988" y="4026335"/>
                  <a:ext cx="385276" cy="411664"/>
                  <a:chOff x="549814" y="4652042"/>
                  <a:chExt cx="251964" cy="264933"/>
                </a:xfrm>
                <a:solidFill>
                  <a:srgbClr val="0078EF"/>
                </a:solidFill>
              </p:grpSpPr>
              <p:sp>
                <p:nvSpPr>
                  <p:cNvPr id="136" name="Freeform 106"/>
                  <p:cNvSpPr>
                    <a:spLocks noChangeArrowheads="1"/>
                  </p:cNvSpPr>
                  <p:nvPr/>
                </p:nvSpPr>
                <p:spPr bwMode="auto">
                  <a:xfrm>
                    <a:off x="679501" y="4750234"/>
                    <a:ext cx="53727" cy="44464"/>
                  </a:xfrm>
                  <a:custGeom>
                    <a:avLst/>
                    <a:gdLst>
                      <a:gd name="T0" fmla="*/ 116 w 130"/>
                      <a:gd name="T1" fmla="*/ 0 h 108"/>
                      <a:gd name="T2" fmla="*/ 116 w 130"/>
                      <a:gd name="T3" fmla="*/ 0 h 108"/>
                      <a:gd name="T4" fmla="*/ 11 w 130"/>
                      <a:gd name="T5" fmla="*/ 0 h 108"/>
                      <a:gd name="T6" fmla="*/ 0 w 130"/>
                      <a:gd name="T7" fmla="*/ 12 h 108"/>
                      <a:gd name="T8" fmla="*/ 0 w 130"/>
                      <a:gd name="T9" fmla="*/ 96 h 108"/>
                      <a:gd name="T10" fmla="*/ 11 w 130"/>
                      <a:gd name="T11" fmla="*/ 107 h 108"/>
                      <a:gd name="T12" fmla="*/ 116 w 130"/>
                      <a:gd name="T13" fmla="*/ 107 h 108"/>
                      <a:gd name="T14" fmla="*/ 129 w 130"/>
                      <a:gd name="T15" fmla="*/ 96 h 108"/>
                      <a:gd name="T16" fmla="*/ 129 w 130"/>
                      <a:gd name="T17" fmla="*/ 12 h 108"/>
                      <a:gd name="T18" fmla="*/ 116 w 130"/>
                      <a:gd name="T19" fmla="*/ 0 h 108"/>
                      <a:gd name="T20" fmla="*/ 105 w 130"/>
                      <a:gd name="T21" fmla="*/ 85 h 108"/>
                      <a:gd name="T22" fmla="*/ 105 w 130"/>
                      <a:gd name="T23" fmla="*/ 85 h 108"/>
                      <a:gd name="T24" fmla="*/ 23 w 130"/>
                      <a:gd name="T25" fmla="*/ 85 h 108"/>
                      <a:gd name="T26" fmla="*/ 23 w 130"/>
                      <a:gd name="T27" fmla="*/ 23 h 108"/>
                      <a:gd name="T28" fmla="*/ 105 w 130"/>
                      <a:gd name="T29" fmla="*/ 23 h 108"/>
                      <a:gd name="T30" fmla="*/ 105 w 130"/>
                      <a:gd name="T31" fmla="*/ 8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108">
                        <a:moveTo>
                          <a:pt x="116" y="0"/>
                        </a:moveTo>
                        <a:lnTo>
                          <a:pt x="116" y="0"/>
                        </a:lnTo>
                        <a:cubicBezTo>
                          <a:pt x="11" y="0"/>
                          <a:pt x="11" y="0"/>
                          <a:pt x="11" y="0"/>
                        </a:cubicBezTo>
                        <a:cubicBezTo>
                          <a:pt x="5" y="0"/>
                          <a:pt x="0" y="5"/>
                          <a:pt x="0" y="12"/>
                        </a:cubicBezTo>
                        <a:cubicBezTo>
                          <a:pt x="0" y="96"/>
                          <a:pt x="0" y="96"/>
                          <a:pt x="0" y="96"/>
                        </a:cubicBezTo>
                        <a:cubicBezTo>
                          <a:pt x="0" y="102"/>
                          <a:pt x="5" y="107"/>
                          <a:pt x="11" y="107"/>
                        </a:cubicBezTo>
                        <a:cubicBezTo>
                          <a:pt x="116" y="107"/>
                          <a:pt x="116" y="107"/>
                          <a:pt x="116" y="107"/>
                        </a:cubicBezTo>
                        <a:cubicBezTo>
                          <a:pt x="123" y="107"/>
                          <a:pt x="129" y="102"/>
                          <a:pt x="129" y="96"/>
                        </a:cubicBezTo>
                        <a:cubicBezTo>
                          <a:pt x="129" y="12"/>
                          <a:pt x="129" y="12"/>
                          <a:pt x="129" y="12"/>
                        </a:cubicBezTo>
                        <a:cubicBezTo>
                          <a:pt x="129" y="5"/>
                          <a:pt x="123" y="0"/>
                          <a:pt x="116" y="0"/>
                        </a:cubicBezTo>
                        <a:close/>
                        <a:moveTo>
                          <a:pt x="105" y="85"/>
                        </a:moveTo>
                        <a:lnTo>
                          <a:pt x="105" y="85"/>
                        </a:lnTo>
                        <a:cubicBezTo>
                          <a:pt x="23" y="85"/>
                          <a:pt x="23" y="85"/>
                          <a:pt x="23" y="85"/>
                        </a:cubicBezTo>
                        <a:cubicBezTo>
                          <a:pt x="23" y="23"/>
                          <a:pt x="23" y="23"/>
                          <a:pt x="23" y="23"/>
                        </a:cubicBezTo>
                        <a:cubicBezTo>
                          <a:pt x="105" y="23"/>
                          <a:pt x="105" y="23"/>
                          <a:pt x="105" y="23"/>
                        </a:cubicBezTo>
                        <a:lnTo>
                          <a:pt x="105"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37" name="Freeform 107"/>
                  <p:cNvSpPr>
                    <a:spLocks noChangeArrowheads="1"/>
                  </p:cNvSpPr>
                  <p:nvPr/>
                </p:nvSpPr>
                <p:spPr bwMode="auto">
                  <a:xfrm>
                    <a:off x="549814" y="4652042"/>
                    <a:ext cx="251964" cy="264933"/>
                  </a:xfrm>
                  <a:custGeom>
                    <a:avLst/>
                    <a:gdLst>
                      <a:gd name="T0" fmla="*/ 521 w 599"/>
                      <a:gd name="T1" fmla="*/ 460 h 632"/>
                      <a:gd name="T2" fmla="*/ 455 w 599"/>
                      <a:gd name="T3" fmla="*/ 414 h 632"/>
                      <a:gd name="T4" fmla="*/ 431 w 599"/>
                      <a:gd name="T5" fmla="*/ 151 h 632"/>
                      <a:gd name="T6" fmla="*/ 420 w 599"/>
                      <a:gd name="T7" fmla="*/ 0 h 632"/>
                      <a:gd name="T8" fmla="*/ 108 w 599"/>
                      <a:gd name="T9" fmla="*/ 4 h 632"/>
                      <a:gd name="T10" fmla="*/ 0 w 599"/>
                      <a:gd name="T11" fmla="*/ 142 h 632"/>
                      <a:gd name="T12" fmla="*/ 12 w 599"/>
                      <a:gd name="T13" fmla="*/ 606 h 632"/>
                      <a:gd name="T14" fmla="*/ 431 w 599"/>
                      <a:gd name="T15" fmla="*/ 594 h 632"/>
                      <a:gd name="T16" fmla="*/ 436 w 599"/>
                      <a:gd name="T17" fmla="*/ 426 h 632"/>
                      <a:gd name="T18" fmla="*/ 446 w 599"/>
                      <a:gd name="T19" fmla="*/ 473 h 632"/>
                      <a:gd name="T20" fmla="*/ 520 w 599"/>
                      <a:gd name="T21" fmla="*/ 611 h 632"/>
                      <a:gd name="T22" fmla="*/ 555 w 599"/>
                      <a:gd name="T23" fmla="*/ 631 h 632"/>
                      <a:gd name="T24" fmla="*/ 595 w 599"/>
                      <a:gd name="T25" fmla="*/ 599 h 632"/>
                      <a:gd name="T26" fmla="*/ 521 w 599"/>
                      <a:gd name="T27" fmla="*/ 460 h 632"/>
                      <a:gd name="T28" fmla="*/ 114 w 599"/>
                      <a:gd name="T29" fmla="*/ 34 h 632"/>
                      <a:gd name="T30" fmla="*/ 31 w 599"/>
                      <a:gd name="T31" fmla="*/ 136 h 632"/>
                      <a:gd name="T32" fmla="*/ 409 w 599"/>
                      <a:gd name="T33" fmla="*/ 582 h 632"/>
                      <a:gd name="T34" fmla="*/ 23 w 599"/>
                      <a:gd name="T35" fmla="*/ 582 h 632"/>
                      <a:gd name="T36" fmla="*/ 125 w 599"/>
                      <a:gd name="T37" fmla="*/ 159 h 632"/>
                      <a:gd name="T38" fmla="*/ 137 w 599"/>
                      <a:gd name="T39" fmla="*/ 24 h 632"/>
                      <a:gd name="T40" fmla="*/ 409 w 599"/>
                      <a:gd name="T41" fmla="*/ 143 h 632"/>
                      <a:gd name="T42" fmla="*/ 232 w 599"/>
                      <a:gd name="T43" fmla="*/ 227 h 632"/>
                      <a:gd name="T44" fmla="*/ 57 w 599"/>
                      <a:gd name="T45" fmla="*/ 238 h 632"/>
                      <a:gd name="T46" fmla="*/ 224 w 599"/>
                      <a:gd name="T47" fmla="*/ 250 h 632"/>
                      <a:gd name="T48" fmla="*/ 217 w 599"/>
                      <a:gd name="T49" fmla="*/ 300 h 632"/>
                      <a:gd name="T50" fmla="*/ 57 w 599"/>
                      <a:gd name="T51" fmla="*/ 311 h 632"/>
                      <a:gd name="T52" fmla="*/ 217 w 599"/>
                      <a:gd name="T53" fmla="*/ 323 h 632"/>
                      <a:gd name="T54" fmla="*/ 245 w 599"/>
                      <a:gd name="T55" fmla="*/ 373 h 632"/>
                      <a:gd name="T56" fmla="*/ 57 w 599"/>
                      <a:gd name="T57" fmla="*/ 384 h 632"/>
                      <a:gd name="T58" fmla="*/ 263 w 599"/>
                      <a:gd name="T59" fmla="*/ 396 h 632"/>
                      <a:gd name="T60" fmla="*/ 328 w 599"/>
                      <a:gd name="T61" fmla="*/ 434 h 632"/>
                      <a:gd name="T62" fmla="*/ 409 w 599"/>
                      <a:gd name="T63" fmla="*/ 435 h 632"/>
                      <a:gd name="T64" fmla="*/ 336 w 599"/>
                      <a:gd name="T65" fmla="*/ 412 h 632"/>
                      <a:gd name="T66" fmla="*/ 248 w 599"/>
                      <a:gd name="T67" fmla="*/ 253 h 632"/>
                      <a:gd name="T68" fmla="*/ 406 w 599"/>
                      <a:gd name="T69" fmla="*/ 166 h 632"/>
                      <a:gd name="T70" fmla="*/ 336 w 599"/>
                      <a:gd name="T71" fmla="*/ 412 h 632"/>
                      <a:gd name="T72" fmla="*/ 572 w 599"/>
                      <a:gd name="T73" fmla="*/ 593 h 632"/>
                      <a:gd name="T74" fmla="*/ 550 w 599"/>
                      <a:gd name="T75" fmla="*/ 606 h 632"/>
                      <a:gd name="T76" fmla="*/ 471 w 599"/>
                      <a:gd name="T77" fmla="*/ 491 h 632"/>
                      <a:gd name="T78" fmla="*/ 476 w 599"/>
                      <a:gd name="T79" fmla="*/ 467 h 632"/>
                      <a:gd name="T80" fmla="*/ 501 w 599"/>
                      <a:gd name="T81" fmla="*/ 473 h 632"/>
                      <a:gd name="T82" fmla="*/ 572 w 599"/>
                      <a:gd name="T83" fmla="*/ 593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99" h="632">
                        <a:moveTo>
                          <a:pt x="521" y="460"/>
                        </a:moveTo>
                        <a:lnTo>
                          <a:pt x="521" y="460"/>
                        </a:lnTo>
                        <a:cubicBezTo>
                          <a:pt x="511" y="445"/>
                          <a:pt x="492" y="438"/>
                          <a:pt x="474" y="443"/>
                        </a:cubicBezTo>
                        <a:cubicBezTo>
                          <a:pt x="455" y="414"/>
                          <a:pt x="455" y="414"/>
                          <a:pt x="455" y="414"/>
                        </a:cubicBezTo>
                        <a:cubicBezTo>
                          <a:pt x="485" y="395"/>
                          <a:pt x="506" y="366"/>
                          <a:pt x="517" y="331"/>
                        </a:cubicBezTo>
                        <a:cubicBezTo>
                          <a:pt x="538" y="257"/>
                          <a:pt x="500" y="181"/>
                          <a:pt x="431" y="151"/>
                        </a:cubicBezTo>
                        <a:cubicBezTo>
                          <a:pt x="431" y="11"/>
                          <a:pt x="431" y="11"/>
                          <a:pt x="431" y="11"/>
                        </a:cubicBezTo>
                        <a:cubicBezTo>
                          <a:pt x="431" y="5"/>
                          <a:pt x="426" y="0"/>
                          <a:pt x="420" y="0"/>
                        </a:cubicBezTo>
                        <a:cubicBezTo>
                          <a:pt x="117" y="0"/>
                          <a:pt x="117" y="0"/>
                          <a:pt x="117" y="0"/>
                        </a:cubicBezTo>
                        <a:cubicBezTo>
                          <a:pt x="113" y="0"/>
                          <a:pt x="110" y="2"/>
                          <a:pt x="108" y="4"/>
                        </a:cubicBezTo>
                        <a:cubicBezTo>
                          <a:pt x="3" y="134"/>
                          <a:pt x="3" y="134"/>
                          <a:pt x="3" y="134"/>
                        </a:cubicBezTo>
                        <a:cubicBezTo>
                          <a:pt x="1" y="136"/>
                          <a:pt x="0" y="138"/>
                          <a:pt x="0" y="142"/>
                        </a:cubicBezTo>
                        <a:cubicBezTo>
                          <a:pt x="0" y="594"/>
                          <a:pt x="0" y="594"/>
                          <a:pt x="0" y="594"/>
                        </a:cubicBezTo>
                        <a:cubicBezTo>
                          <a:pt x="0" y="601"/>
                          <a:pt x="6" y="606"/>
                          <a:pt x="12" y="606"/>
                        </a:cubicBezTo>
                        <a:cubicBezTo>
                          <a:pt x="420" y="606"/>
                          <a:pt x="420" y="606"/>
                          <a:pt x="420" y="606"/>
                        </a:cubicBezTo>
                        <a:cubicBezTo>
                          <a:pt x="426" y="606"/>
                          <a:pt x="431" y="601"/>
                          <a:pt x="431" y="594"/>
                        </a:cubicBezTo>
                        <a:cubicBezTo>
                          <a:pt x="431" y="427"/>
                          <a:pt x="431" y="427"/>
                          <a:pt x="431" y="427"/>
                        </a:cubicBezTo>
                        <a:cubicBezTo>
                          <a:pt x="433" y="427"/>
                          <a:pt x="435" y="426"/>
                          <a:pt x="436" y="426"/>
                        </a:cubicBezTo>
                        <a:cubicBezTo>
                          <a:pt x="454" y="456"/>
                          <a:pt x="454" y="456"/>
                          <a:pt x="454" y="456"/>
                        </a:cubicBezTo>
                        <a:cubicBezTo>
                          <a:pt x="450" y="461"/>
                          <a:pt x="447" y="466"/>
                          <a:pt x="446" y="473"/>
                        </a:cubicBezTo>
                        <a:cubicBezTo>
                          <a:pt x="443" y="483"/>
                          <a:pt x="445" y="494"/>
                          <a:pt x="451" y="504"/>
                        </a:cubicBezTo>
                        <a:cubicBezTo>
                          <a:pt x="520" y="611"/>
                          <a:pt x="520" y="611"/>
                          <a:pt x="520" y="611"/>
                        </a:cubicBezTo>
                        <a:cubicBezTo>
                          <a:pt x="525" y="619"/>
                          <a:pt x="534" y="626"/>
                          <a:pt x="544" y="629"/>
                        </a:cubicBezTo>
                        <a:cubicBezTo>
                          <a:pt x="547" y="630"/>
                          <a:pt x="551" y="631"/>
                          <a:pt x="555" y="631"/>
                        </a:cubicBezTo>
                        <a:cubicBezTo>
                          <a:pt x="563" y="631"/>
                          <a:pt x="570" y="628"/>
                          <a:pt x="577" y="625"/>
                        </a:cubicBezTo>
                        <a:cubicBezTo>
                          <a:pt x="587" y="618"/>
                          <a:pt x="593" y="609"/>
                          <a:pt x="595" y="599"/>
                        </a:cubicBezTo>
                        <a:cubicBezTo>
                          <a:pt x="598" y="588"/>
                          <a:pt x="596" y="577"/>
                          <a:pt x="590" y="567"/>
                        </a:cubicBezTo>
                        <a:lnTo>
                          <a:pt x="521" y="460"/>
                        </a:lnTo>
                        <a:close/>
                        <a:moveTo>
                          <a:pt x="114" y="34"/>
                        </a:moveTo>
                        <a:lnTo>
                          <a:pt x="114" y="34"/>
                        </a:lnTo>
                        <a:cubicBezTo>
                          <a:pt x="114" y="136"/>
                          <a:pt x="114" y="136"/>
                          <a:pt x="114" y="136"/>
                        </a:cubicBezTo>
                        <a:cubicBezTo>
                          <a:pt x="31" y="136"/>
                          <a:pt x="31" y="136"/>
                          <a:pt x="31" y="136"/>
                        </a:cubicBezTo>
                        <a:lnTo>
                          <a:pt x="114" y="34"/>
                        </a:lnTo>
                        <a:close/>
                        <a:moveTo>
                          <a:pt x="409" y="582"/>
                        </a:moveTo>
                        <a:lnTo>
                          <a:pt x="409" y="582"/>
                        </a:lnTo>
                        <a:cubicBezTo>
                          <a:pt x="23" y="582"/>
                          <a:pt x="23" y="582"/>
                          <a:pt x="23" y="582"/>
                        </a:cubicBezTo>
                        <a:cubicBezTo>
                          <a:pt x="23" y="159"/>
                          <a:pt x="23" y="159"/>
                          <a:pt x="23" y="159"/>
                        </a:cubicBezTo>
                        <a:cubicBezTo>
                          <a:pt x="125" y="159"/>
                          <a:pt x="125" y="159"/>
                          <a:pt x="125" y="159"/>
                        </a:cubicBezTo>
                        <a:cubicBezTo>
                          <a:pt x="132" y="159"/>
                          <a:pt x="137" y="154"/>
                          <a:pt x="137" y="148"/>
                        </a:cubicBezTo>
                        <a:cubicBezTo>
                          <a:pt x="137" y="24"/>
                          <a:pt x="137" y="24"/>
                          <a:pt x="137" y="24"/>
                        </a:cubicBezTo>
                        <a:cubicBezTo>
                          <a:pt x="409" y="24"/>
                          <a:pt x="409" y="24"/>
                          <a:pt x="409" y="24"/>
                        </a:cubicBezTo>
                        <a:cubicBezTo>
                          <a:pt x="409" y="143"/>
                          <a:pt x="409" y="143"/>
                          <a:pt x="409" y="143"/>
                        </a:cubicBezTo>
                        <a:cubicBezTo>
                          <a:pt x="337" y="124"/>
                          <a:pt x="263" y="161"/>
                          <a:pt x="233" y="228"/>
                        </a:cubicBezTo>
                        <a:lnTo>
                          <a:pt x="232" y="227"/>
                        </a:lnTo>
                        <a:cubicBezTo>
                          <a:pt x="68" y="227"/>
                          <a:pt x="68" y="227"/>
                          <a:pt x="68" y="227"/>
                        </a:cubicBezTo>
                        <a:cubicBezTo>
                          <a:pt x="62" y="227"/>
                          <a:pt x="57" y="232"/>
                          <a:pt x="57" y="238"/>
                        </a:cubicBezTo>
                        <a:cubicBezTo>
                          <a:pt x="57" y="245"/>
                          <a:pt x="62" y="250"/>
                          <a:pt x="68" y="250"/>
                        </a:cubicBezTo>
                        <a:cubicBezTo>
                          <a:pt x="224" y="250"/>
                          <a:pt x="224" y="250"/>
                          <a:pt x="224" y="250"/>
                        </a:cubicBezTo>
                        <a:cubicBezTo>
                          <a:pt x="220" y="268"/>
                          <a:pt x="219" y="284"/>
                          <a:pt x="220" y="301"/>
                        </a:cubicBezTo>
                        <a:cubicBezTo>
                          <a:pt x="219" y="301"/>
                          <a:pt x="218" y="300"/>
                          <a:pt x="217" y="300"/>
                        </a:cubicBezTo>
                        <a:cubicBezTo>
                          <a:pt x="68" y="300"/>
                          <a:pt x="68" y="300"/>
                          <a:pt x="68" y="300"/>
                        </a:cubicBezTo>
                        <a:cubicBezTo>
                          <a:pt x="62" y="300"/>
                          <a:pt x="57" y="305"/>
                          <a:pt x="57" y="311"/>
                        </a:cubicBezTo>
                        <a:cubicBezTo>
                          <a:pt x="57" y="317"/>
                          <a:pt x="62" y="323"/>
                          <a:pt x="68" y="323"/>
                        </a:cubicBezTo>
                        <a:cubicBezTo>
                          <a:pt x="217" y="323"/>
                          <a:pt x="217" y="323"/>
                          <a:pt x="217" y="323"/>
                        </a:cubicBezTo>
                        <a:cubicBezTo>
                          <a:pt x="220" y="323"/>
                          <a:pt x="221" y="322"/>
                          <a:pt x="223" y="321"/>
                        </a:cubicBezTo>
                        <a:cubicBezTo>
                          <a:pt x="227" y="339"/>
                          <a:pt x="235" y="357"/>
                          <a:pt x="245" y="373"/>
                        </a:cubicBezTo>
                        <a:cubicBezTo>
                          <a:pt x="68" y="373"/>
                          <a:pt x="68" y="373"/>
                          <a:pt x="68" y="373"/>
                        </a:cubicBezTo>
                        <a:cubicBezTo>
                          <a:pt x="62" y="373"/>
                          <a:pt x="57" y="378"/>
                          <a:pt x="57" y="384"/>
                        </a:cubicBezTo>
                        <a:cubicBezTo>
                          <a:pt x="57" y="390"/>
                          <a:pt x="62" y="396"/>
                          <a:pt x="68" y="396"/>
                        </a:cubicBezTo>
                        <a:cubicBezTo>
                          <a:pt x="263" y="396"/>
                          <a:pt x="263" y="396"/>
                          <a:pt x="263" y="396"/>
                        </a:cubicBezTo>
                        <a:cubicBezTo>
                          <a:pt x="264" y="396"/>
                          <a:pt x="264" y="396"/>
                          <a:pt x="264" y="396"/>
                        </a:cubicBezTo>
                        <a:cubicBezTo>
                          <a:pt x="282" y="413"/>
                          <a:pt x="303" y="427"/>
                          <a:pt x="328" y="434"/>
                        </a:cubicBezTo>
                        <a:cubicBezTo>
                          <a:pt x="343" y="438"/>
                          <a:pt x="357" y="440"/>
                          <a:pt x="371" y="440"/>
                        </a:cubicBezTo>
                        <a:cubicBezTo>
                          <a:pt x="384" y="440"/>
                          <a:pt x="396" y="438"/>
                          <a:pt x="409" y="435"/>
                        </a:cubicBezTo>
                        <a:lnTo>
                          <a:pt x="409" y="582"/>
                        </a:lnTo>
                        <a:close/>
                        <a:moveTo>
                          <a:pt x="336" y="412"/>
                        </a:moveTo>
                        <a:lnTo>
                          <a:pt x="336" y="412"/>
                        </a:lnTo>
                        <a:cubicBezTo>
                          <a:pt x="267" y="392"/>
                          <a:pt x="228" y="321"/>
                          <a:pt x="248" y="253"/>
                        </a:cubicBezTo>
                        <a:cubicBezTo>
                          <a:pt x="264" y="197"/>
                          <a:pt x="315" y="160"/>
                          <a:pt x="371" y="160"/>
                        </a:cubicBezTo>
                        <a:cubicBezTo>
                          <a:pt x="383" y="160"/>
                          <a:pt x="395" y="162"/>
                          <a:pt x="406" y="166"/>
                        </a:cubicBezTo>
                        <a:cubicBezTo>
                          <a:pt x="474" y="185"/>
                          <a:pt x="514" y="256"/>
                          <a:pt x="494" y="325"/>
                        </a:cubicBezTo>
                        <a:cubicBezTo>
                          <a:pt x="474" y="392"/>
                          <a:pt x="403" y="432"/>
                          <a:pt x="336" y="412"/>
                        </a:cubicBezTo>
                        <a:close/>
                        <a:moveTo>
                          <a:pt x="572" y="593"/>
                        </a:moveTo>
                        <a:lnTo>
                          <a:pt x="572" y="593"/>
                        </a:lnTo>
                        <a:cubicBezTo>
                          <a:pt x="571" y="598"/>
                          <a:pt x="569" y="602"/>
                          <a:pt x="565" y="605"/>
                        </a:cubicBezTo>
                        <a:cubicBezTo>
                          <a:pt x="561" y="607"/>
                          <a:pt x="555" y="608"/>
                          <a:pt x="550" y="606"/>
                        </a:cubicBezTo>
                        <a:cubicBezTo>
                          <a:pt x="546" y="605"/>
                          <a:pt x="542" y="603"/>
                          <a:pt x="540" y="599"/>
                        </a:cubicBezTo>
                        <a:cubicBezTo>
                          <a:pt x="471" y="491"/>
                          <a:pt x="471" y="491"/>
                          <a:pt x="471" y="491"/>
                        </a:cubicBezTo>
                        <a:cubicBezTo>
                          <a:pt x="468" y="487"/>
                          <a:pt x="468" y="483"/>
                          <a:pt x="469" y="478"/>
                        </a:cubicBezTo>
                        <a:cubicBezTo>
                          <a:pt x="470" y="474"/>
                          <a:pt x="472" y="469"/>
                          <a:pt x="476" y="467"/>
                        </a:cubicBezTo>
                        <a:cubicBezTo>
                          <a:pt x="479" y="465"/>
                          <a:pt x="482" y="464"/>
                          <a:pt x="486" y="464"/>
                        </a:cubicBezTo>
                        <a:cubicBezTo>
                          <a:pt x="492" y="464"/>
                          <a:pt x="498" y="467"/>
                          <a:pt x="501" y="473"/>
                        </a:cubicBezTo>
                        <a:cubicBezTo>
                          <a:pt x="570" y="580"/>
                          <a:pt x="570" y="580"/>
                          <a:pt x="570" y="580"/>
                        </a:cubicBezTo>
                        <a:cubicBezTo>
                          <a:pt x="573" y="584"/>
                          <a:pt x="573" y="588"/>
                          <a:pt x="572" y="59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grpSp>
        <p:nvGrpSpPr>
          <p:cNvPr id="138" name="Group 137"/>
          <p:cNvGrpSpPr/>
          <p:nvPr/>
        </p:nvGrpSpPr>
        <p:grpSpPr>
          <a:xfrm>
            <a:off x="6420014" y="3626532"/>
            <a:ext cx="4825372" cy="1200329"/>
            <a:chOff x="6231177" y="3662913"/>
            <a:chExt cx="4825372" cy="1200329"/>
          </a:xfrm>
        </p:grpSpPr>
        <p:sp>
          <p:nvSpPr>
            <p:cNvPr id="139" name="Rectangle 138"/>
            <p:cNvSpPr/>
            <p:nvPr/>
          </p:nvSpPr>
          <p:spPr>
            <a:xfrm>
              <a:off x="7514673" y="3662913"/>
              <a:ext cx="3541876" cy="1200329"/>
            </a:xfrm>
            <a:prstGeom prst="rect">
              <a:avLst/>
            </a:prstGeom>
            <a:ln w="19050">
              <a:solidFill>
                <a:srgbClr val="3896F3"/>
              </a:solidFill>
            </a:ln>
          </p:spPr>
          <p:txBody>
            <a:bodyPr wrap="square">
              <a:spAutoFit/>
            </a:bodyPr>
            <a:lstStyle/>
            <a:p>
              <a:pPr lvl="0"/>
              <a:r>
                <a:rPr lang="en-US" dirty="0"/>
                <a:t>High risk &amp; valuable information presents unique management challenges &amp; costs - defensibly dispose or securely manage</a:t>
              </a:r>
            </a:p>
          </p:txBody>
        </p:sp>
        <p:grpSp>
          <p:nvGrpSpPr>
            <p:cNvPr id="140" name="Group 139"/>
            <p:cNvGrpSpPr/>
            <p:nvPr/>
          </p:nvGrpSpPr>
          <p:grpSpPr>
            <a:xfrm>
              <a:off x="6231177" y="3803001"/>
              <a:ext cx="1130119" cy="920153"/>
              <a:chOff x="3717061" y="4643759"/>
              <a:chExt cx="1130119" cy="920153"/>
            </a:xfrm>
          </p:grpSpPr>
          <p:sp>
            <p:nvSpPr>
              <p:cNvPr id="141" name="Rectangle 140"/>
              <p:cNvSpPr/>
              <p:nvPr/>
            </p:nvSpPr>
            <p:spPr>
              <a:xfrm>
                <a:off x="3982679" y="5194580"/>
                <a:ext cx="598882" cy="369332"/>
              </a:xfrm>
              <a:prstGeom prst="rect">
                <a:avLst/>
              </a:prstGeom>
            </p:spPr>
            <p:txBody>
              <a:bodyPr wrap="none">
                <a:spAutoFit/>
              </a:bodyPr>
              <a:lstStyle/>
              <a:p>
                <a:r>
                  <a:rPr lang="en-US" b="1" dirty="0" smtClean="0"/>
                  <a:t>Cost</a:t>
                </a:r>
                <a:endParaRPr lang="en-GB" sz="3600" b="1" dirty="0"/>
              </a:p>
            </p:txBody>
          </p:sp>
          <p:grpSp>
            <p:nvGrpSpPr>
              <p:cNvPr id="142" name="Group 141"/>
              <p:cNvGrpSpPr/>
              <p:nvPr/>
            </p:nvGrpSpPr>
            <p:grpSpPr>
              <a:xfrm>
                <a:off x="3717061" y="4643759"/>
                <a:ext cx="1130119" cy="445423"/>
                <a:chOff x="3717061" y="4643759"/>
                <a:chExt cx="1130119" cy="445423"/>
              </a:xfrm>
            </p:grpSpPr>
            <p:grpSp>
              <p:nvGrpSpPr>
                <p:cNvPr id="143" name="Group 142"/>
                <p:cNvGrpSpPr>
                  <a:grpSpLocks noChangeAspect="1"/>
                </p:cNvGrpSpPr>
                <p:nvPr/>
              </p:nvGrpSpPr>
              <p:grpSpPr>
                <a:xfrm>
                  <a:off x="3717061" y="4717996"/>
                  <a:ext cx="513204" cy="296947"/>
                  <a:chOff x="523896" y="1956635"/>
                  <a:chExt cx="294575" cy="170446"/>
                </a:xfrm>
                <a:solidFill>
                  <a:srgbClr val="0078EF"/>
                </a:solidFill>
              </p:grpSpPr>
              <p:sp>
                <p:nvSpPr>
                  <p:cNvPr id="145" name="Freeform 154"/>
                  <p:cNvSpPr>
                    <a:spLocks noChangeArrowheads="1"/>
                  </p:cNvSpPr>
                  <p:nvPr/>
                </p:nvSpPr>
                <p:spPr bwMode="auto">
                  <a:xfrm>
                    <a:off x="523896" y="1956635"/>
                    <a:ext cx="294575" cy="170446"/>
                  </a:xfrm>
                  <a:custGeom>
                    <a:avLst/>
                    <a:gdLst>
                      <a:gd name="T0" fmla="*/ 691 w 702"/>
                      <a:gd name="T1" fmla="*/ 17 h 404"/>
                      <a:gd name="T2" fmla="*/ 691 w 702"/>
                      <a:gd name="T3" fmla="*/ 17 h 404"/>
                      <a:gd name="T4" fmla="*/ 361 w 702"/>
                      <a:gd name="T5" fmla="*/ 18 h 404"/>
                      <a:gd name="T6" fmla="*/ 14 w 702"/>
                      <a:gd name="T7" fmla="*/ 21 h 404"/>
                      <a:gd name="T8" fmla="*/ 5 w 702"/>
                      <a:gd name="T9" fmla="*/ 23 h 404"/>
                      <a:gd name="T10" fmla="*/ 0 w 702"/>
                      <a:gd name="T11" fmla="*/ 32 h 404"/>
                      <a:gd name="T12" fmla="*/ 0 w 702"/>
                      <a:gd name="T13" fmla="*/ 382 h 404"/>
                      <a:gd name="T14" fmla="*/ 11 w 702"/>
                      <a:gd name="T15" fmla="*/ 394 h 404"/>
                      <a:gd name="T16" fmla="*/ 166 w 702"/>
                      <a:gd name="T17" fmla="*/ 403 h 404"/>
                      <a:gd name="T18" fmla="*/ 363 w 702"/>
                      <a:gd name="T19" fmla="*/ 392 h 404"/>
                      <a:gd name="T20" fmla="*/ 688 w 702"/>
                      <a:gd name="T21" fmla="*/ 389 h 404"/>
                      <a:gd name="T22" fmla="*/ 697 w 702"/>
                      <a:gd name="T23" fmla="*/ 387 h 404"/>
                      <a:gd name="T24" fmla="*/ 701 w 702"/>
                      <a:gd name="T25" fmla="*/ 378 h 404"/>
                      <a:gd name="T26" fmla="*/ 701 w 702"/>
                      <a:gd name="T27" fmla="*/ 28 h 404"/>
                      <a:gd name="T28" fmla="*/ 691 w 702"/>
                      <a:gd name="T29" fmla="*/ 17 h 404"/>
                      <a:gd name="T30" fmla="*/ 677 w 702"/>
                      <a:gd name="T31" fmla="*/ 365 h 404"/>
                      <a:gd name="T32" fmla="*/ 677 w 702"/>
                      <a:gd name="T33" fmla="*/ 365 h 404"/>
                      <a:gd name="T34" fmla="*/ 361 w 702"/>
                      <a:gd name="T35" fmla="*/ 369 h 404"/>
                      <a:gd name="T36" fmla="*/ 23 w 702"/>
                      <a:gd name="T37" fmla="*/ 372 h 404"/>
                      <a:gd name="T38" fmla="*/ 23 w 702"/>
                      <a:gd name="T39" fmla="*/ 45 h 404"/>
                      <a:gd name="T40" fmla="*/ 363 w 702"/>
                      <a:gd name="T41" fmla="*/ 42 h 404"/>
                      <a:gd name="T42" fmla="*/ 677 w 702"/>
                      <a:gd name="T43" fmla="*/ 39 h 404"/>
                      <a:gd name="T44" fmla="*/ 677 w 702"/>
                      <a:gd name="T45" fmla="*/ 365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2" h="404">
                        <a:moveTo>
                          <a:pt x="691" y="17"/>
                        </a:moveTo>
                        <a:lnTo>
                          <a:pt x="691" y="17"/>
                        </a:lnTo>
                        <a:cubicBezTo>
                          <a:pt x="562" y="0"/>
                          <a:pt x="465" y="8"/>
                          <a:pt x="361" y="18"/>
                        </a:cubicBezTo>
                        <a:cubicBezTo>
                          <a:pt x="260" y="28"/>
                          <a:pt x="153" y="38"/>
                          <a:pt x="14" y="21"/>
                        </a:cubicBezTo>
                        <a:cubicBezTo>
                          <a:pt x="10" y="20"/>
                          <a:pt x="7" y="21"/>
                          <a:pt x="5" y="23"/>
                        </a:cubicBezTo>
                        <a:cubicBezTo>
                          <a:pt x="1" y="25"/>
                          <a:pt x="0" y="29"/>
                          <a:pt x="0" y="32"/>
                        </a:cubicBezTo>
                        <a:cubicBezTo>
                          <a:pt x="0" y="382"/>
                          <a:pt x="0" y="382"/>
                          <a:pt x="0" y="382"/>
                        </a:cubicBezTo>
                        <a:cubicBezTo>
                          <a:pt x="0" y="388"/>
                          <a:pt x="5" y="393"/>
                          <a:pt x="11" y="394"/>
                        </a:cubicBezTo>
                        <a:cubicBezTo>
                          <a:pt x="67" y="401"/>
                          <a:pt x="118" y="403"/>
                          <a:pt x="166" y="403"/>
                        </a:cubicBezTo>
                        <a:cubicBezTo>
                          <a:pt x="238" y="403"/>
                          <a:pt x="301" y="398"/>
                          <a:pt x="363" y="392"/>
                        </a:cubicBezTo>
                        <a:cubicBezTo>
                          <a:pt x="465" y="382"/>
                          <a:pt x="562" y="373"/>
                          <a:pt x="688" y="389"/>
                        </a:cubicBezTo>
                        <a:cubicBezTo>
                          <a:pt x="691" y="390"/>
                          <a:pt x="694" y="389"/>
                          <a:pt x="697" y="387"/>
                        </a:cubicBezTo>
                        <a:cubicBezTo>
                          <a:pt x="699" y="385"/>
                          <a:pt x="701" y="381"/>
                          <a:pt x="701" y="378"/>
                        </a:cubicBezTo>
                        <a:cubicBezTo>
                          <a:pt x="701" y="28"/>
                          <a:pt x="701" y="28"/>
                          <a:pt x="701" y="28"/>
                        </a:cubicBezTo>
                        <a:cubicBezTo>
                          <a:pt x="701" y="22"/>
                          <a:pt x="696" y="18"/>
                          <a:pt x="691" y="17"/>
                        </a:cubicBezTo>
                        <a:close/>
                        <a:moveTo>
                          <a:pt x="677" y="365"/>
                        </a:moveTo>
                        <a:lnTo>
                          <a:pt x="677" y="365"/>
                        </a:lnTo>
                        <a:cubicBezTo>
                          <a:pt x="555" y="351"/>
                          <a:pt x="461" y="359"/>
                          <a:pt x="361" y="369"/>
                        </a:cubicBezTo>
                        <a:cubicBezTo>
                          <a:pt x="262" y="378"/>
                          <a:pt x="159" y="387"/>
                          <a:pt x="23" y="372"/>
                        </a:cubicBezTo>
                        <a:cubicBezTo>
                          <a:pt x="23" y="45"/>
                          <a:pt x="23" y="45"/>
                          <a:pt x="23" y="45"/>
                        </a:cubicBezTo>
                        <a:cubicBezTo>
                          <a:pt x="160" y="60"/>
                          <a:pt x="263" y="51"/>
                          <a:pt x="363" y="42"/>
                        </a:cubicBezTo>
                        <a:cubicBezTo>
                          <a:pt x="463" y="32"/>
                          <a:pt x="556" y="24"/>
                          <a:pt x="677" y="39"/>
                        </a:cubicBezTo>
                        <a:lnTo>
                          <a:pt x="677" y="36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46" name="Freeform 155"/>
                  <p:cNvSpPr>
                    <a:spLocks noChangeArrowheads="1"/>
                  </p:cNvSpPr>
                  <p:nvPr/>
                </p:nvSpPr>
                <p:spPr bwMode="auto">
                  <a:xfrm>
                    <a:off x="551686" y="2090028"/>
                    <a:ext cx="48170" cy="11116"/>
                  </a:xfrm>
                  <a:custGeom>
                    <a:avLst/>
                    <a:gdLst>
                      <a:gd name="T0" fmla="*/ 102 w 114"/>
                      <a:gd name="T1" fmla="*/ 4 h 28"/>
                      <a:gd name="T2" fmla="*/ 102 w 114"/>
                      <a:gd name="T3" fmla="*/ 4 h 28"/>
                      <a:gd name="T4" fmla="*/ 14 w 114"/>
                      <a:gd name="T5" fmla="*/ 0 h 28"/>
                      <a:gd name="T6" fmla="*/ 1 w 114"/>
                      <a:gd name="T7" fmla="*/ 11 h 28"/>
                      <a:gd name="T8" fmla="*/ 11 w 114"/>
                      <a:gd name="T9" fmla="*/ 24 h 28"/>
                      <a:gd name="T10" fmla="*/ 102 w 114"/>
                      <a:gd name="T11" fmla="*/ 27 h 28"/>
                      <a:gd name="T12" fmla="*/ 113 w 114"/>
                      <a:gd name="T13" fmla="*/ 15 h 28"/>
                      <a:gd name="T14" fmla="*/ 102 w 114"/>
                      <a:gd name="T15" fmla="*/ 4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28">
                        <a:moveTo>
                          <a:pt x="102" y="4"/>
                        </a:moveTo>
                        <a:lnTo>
                          <a:pt x="102" y="4"/>
                        </a:lnTo>
                        <a:cubicBezTo>
                          <a:pt x="72" y="4"/>
                          <a:pt x="43" y="3"/>
                          <a:pt x="14" y="0"/>
                        </a:cubicBezTo>
                        <a:cubicBezTo>
                          <a:pt x="7" y="0"/>
                          <a:pt x="1" y="4"/>
                          <a:pt x="1" y="11"/>
                        </a:cubicBezTo>
                        <a:cubicBezTo>
                          <a:pt x="0" y="17"/>
                          <a:pt x="5" y="23"/>
                          <a:pt x="11" y="24"/>
                        </a:cubicBezTo>
                        <a:cubicBezTo>
                          <a:pt x="42" y="26"/>
                          <a:pt x="71" y="27"/>
                          <a:pt x="102" y="27"/>
                        </a:cubicBezTo>
                        <a:cubicBezTo>
                          <a:pt x="108" y="27"/>
                          <a:pt x="113" y="21"/>
                          <a:pt x="113" y="15"/>
                        </a:cubicBezTo>
                        <a:cubicBezTo>
                          <a:pt x="113" y="9"/>
                          <a:pt x="108" y="4"/>
                          <a:pt x="102"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47" name="Freeform 156"/>
                  <p:cNvSpPr>
                    <a:spLocks noChangeArrowheads="1"/>
                  </p:cNvSpPr>
                  <p:nvPr/>
                </p:nvSpPr>
                <p:spPr bwMode="auto">
                  <a:xfrm>
                    <a:off x="748070" y="1984425"/>
                    <a:ext cx="48170" cy="11116"/>
                  </a:xfrm>
                  <a:custGeom>
                    <a:avLst/>
                    <a:gdLst>
                      <a:gd name="T0" fmla="*/ 0 w 115"/>
                      <a:gd name="T1" fmla="*/ 11 h 28"/>
                      <a:gd name="T2" fmla="*/ 0 w 115"/>
                      <a:gd name="T3" fmla="*/ 11 h 28"/>
                      <a:gd name="T4" fmla="*/ 13 w 115"/>
                      <a:gd name="T5" fmla="*/ 23 h 28"/>
                      <a:gd name="T6" fmla="*/ 100 w 115"/>
                      <a:gd name="T7" fmla="*/ 27 h 28"/>
                      <a:gd name="T8" fmla="*/ 101 w 115"/>
                      <a:gd name="T9" fmla="*/ 27 h 28"/>
                      <a:gd name="T10" fmla="*/ 113 w 115"/>
                      <a:gd name="T11" fmla="*/ 15 h 28"/>
                      <a:gd name="T12" fmla="*/ 102 w 115"/>
                      <a:gd name="T13" fmla="*/ 3 h 28"/>
                      <a:gd name="T14" fmla="*/ 13 w 115"/>
                      <a:gd name="T15" fmla="*/ 0 h 28"/>
                      <a:gd name="T16" fmla="*/ 0 w 115"/>
                      <a:gd name="T17"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28">
                        <a:moveTo>
                          <a:pt x="0" y="11"/>
                        </a:moveTo>
                        <a:lnTo>
                          <a:pt x="0" y="11"/>
                        </a:lnTo>
                        <a:cubicBezTo>
                          <a:pt x="0" y="17"/>
                          <a:pt x="6" y="23"/>
                          <a:pt x="13" y="23"/>
                        </a:cubicBezTo>
                        <a:cubicBezTo>
                          <a:pt x="42" y="23"/>
                          <a:pt x="71" y="24"/>
                          <a:pt x="100" y="27"/>
                        </a:cubicBezTo>
                        <a:cubicBezTo>
                          <a:pt x="101" y="27"/>
                          <a:pt x="101" y="27"/>
                          <a:pt x="101" y="27"/>
                        </a:cubicBezTo>
                        <a:cubicBezTo>
                          <a:pt x="108" y="27"/>
                          <a:pt x="113" y="22"/>
                          <a:pt x="113" y="15"/>
                        </a:cubicBezTo>
                        <a:cubicBezTo>
                          <a:pt x="114" y="9"/>
                          <a:pt x="109" y="4"/>
                          <a:pt x="102" y="3"/>
                        </a:cubicBezTo>
                        <a:cubicBezTo>
                          <a:pt x="72" y="1"/>
                          <a:pt x="43" y="0"/>
                          <a:pt x="13" y="0"/>
                        </a:cubicBezTo>
                        <a:cubicBezTo>
                          <a:pt x="6" y="0"/>
                          <a:pt x="0" y="5"/>
                          <a:pt x="0" y="1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48" name="Freeform 157"/>
                  <p:cNvSpPr>
                    <a:spLocks noChangeArrowheads="1"/>
                  </p:cNvSpPr>
                  <p:nvPr/>
                </p:nvSpPr>
                <p:spPr bwMode="auto">
                  <a:xfrm>
                    <a:off x="649879" y="1995541"/>
                    <a:ext cx="38906" cy="88929"/>
                  </a:xfrm>
                  <a:custGeom>
                    <a:avLst/>
                    <a:gdLst>
                      <a:gd name="T0" fmla="*/ 55 w 91"/>
                      <a:gd name="T1" fmla="*/ 94 h 211"/>
                      <a:gd name="T2" fmla="*/ 55 w 91"/>
                      <a:gd name="T3" fmla="*/ 94 h 211"/>
                      <a:gd name="T4" fmla="*/ 45 w 91"/>
                      <a:gd name="T5" fmla="*/ 89 h 211"/>
                      <a:gd name="T6" fmla="*/ 23 w 91"/>
                      <a:gd name="T7" fmla="*/ 68 h 211"/>
                      <a:gd name="T8" fmla="*/ 45 w 91"/>
                      <a:gd name="T9" fmla="*/ 52 h 211"/>
                      <a:gd name="T10" fmla="*/ 67 w 91"/>
                      <a:gd name="T11" fmla="*/ 68 h 211"/>
                      <a:gd name="T12" fmla="*/ 78 w 91"/>
                      <a:gd name="T13" fmla="*/ 80 h 211"/>
                      <a:gd name="T14" fmla="*/ 90 w 91"/>
                      <a:gd name="T15" fmla="*/ 68 h 211"/>
                      <a:gd name="T16" fmla="*/ 53 w 91"/>
                      <a:gd name="T17" fmla="*/ 30 h 211"/>
                      <a:gd name="T18" fmla="*/ 53 w 91"/>
                      <a:gd name="T19" fmla="*/ 11 h 211"/>
                      <a:gd name="T20" fmla="*/ 42 w 91"/>
                      <a:gd name="T21" fmla="*/ 0 h 211"/>
                      <a:gd name="T22" fmla="*/ 30 w 91"/>
                      <a:gd name="T23" fmla="*/ 11 h 211"/>
                      <a:gd name="T24" fmla="*/ 30 w 91"/>
                      <a:gd name="T25" fmla="*/ 31 h 211"/>
                      <a:gd name="T26" fmla="*/ 0 w 91"/>
                      <a:gd name="T27" fmla="*/ 68 h 211"/>
                      <a:gd name="T28" fmla="*/ 34 w 91"/>
                      <a:gd name="T29" fmla="*/ 110 h 211"/>
                      <a:gd name="T30" fmla="*/ 45 w 91"/>
                      <a:gd name="T31" fmla="*/ 115 h 211"/>
                      <a:gd name="T32" fmla="*/ 67 w 91"/>
                      <a:gd name="T33" fmla="*/ 135 h 211"/>
                      <a:gd name="T34" fmla="*/ 45 w 91"/>
                      <a:gd name="T35" fmla="*/ 152 h 211"/>
                      <a:gd name="T36" fmla="*/ 23 w 91"/>
                      <a:gd name="T37" fmla="*/ 135 h 211"/>
                      <a:gd name="T38" fmla="*/ 12 w 91"/>
                      <a:gd name="T39" fmla="*/ 124 h 211"/>
                      <a:gd name="T40" fmla="*/ 0 w 91"/>
                      <a:gd name="T41" fmla="*/ 135 h 211"/>
                      <a:gd name="T42" fmla="*/ 31 w 91"/>
                      <a:gd name="T43" fmla="*/ 173 h 211"/>
                      <a:gd name="T44" fmla="*/ 30 w 91"/>
                      <a:gd name="T45" fmla="*/ 175 h 211"/>
                      <a:gd name="T46" fmla="*/ 30 w 91"/>
                      <a:gd name="T47" fmla="*/ 199 h 211"/>
                      <a:gd name="T48" fmla="*/ 42 w 91"/>
                      <a:gd name="T49" fmla="*/ 210 h 211"/>
                      <a:gd name="T50" fmla="*/ 53 w 91"/>
                      <a:gd name="T51" fmla="*/ 199 h 211"/>
                      <a:gd name="T52" fmla="*/ 53 w 91"/>
                      <a:gd name="T53" fmla="*/ 175 h 211"/>
                      <a:gd name="T54" fmla="*/ 53 w 91"/>
                      <a:gd name="T55" fmla="*/ 174 h 211"/>
                      <a:gd name="T56" fmla="*/ 90 w 91"/>
                      <a:gd name="T57" fmla="*/ 135 h 211"/>
                      <a:gd name="T58" fmla="*/ 55 w 91"/>
                      <a:gd name="T59" fmla="*/ 9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1" h="211">
                        <a:moveTo>
                          <a:pt x="55" y="94"/>
                        </a:moveTo>
                        <a:lnTo>
                          <a:pt x="55" y="94"/>
                        </a:lnTo>
                        <a:cubicBezTo>
                          <a:pt x="45" y="89"/>
                          <a:pt x="45" y="89"/>
                          <a:pt x="45" y="89"/>
                        </a:cubicBezTo>
                        <a:cubicBezTo>
                          <a:pt x="25" y="79"/>
                          <a:pt x="23" y="78"/>
                          <a:pt x="23" y="68"/>
                        </a:cubicBezTo>
                        <a:cubicBezTo>
                          <a:pt x="23" y="54"/>
                          <a:pt x="40" y="52"/>
                          <a:pt x="45" y="52"/>
                        </a:cubicBezTo>
                        <a:cubicBezTo>
                          <a:pt x="51" y="52"/>
                          <a:pt x="67" y="54"/>
                          <a:pt x="67" y="68"/>
                        </a:cubicBezTo>
                        <a:cubicBezTo>
                          <a:pt x="67" y="75"/>
                          <a:pt x="72" y="80"/>
                          <a:pt x="78" y="80"/>
                        </a:cubicBezTo>
                        <a:cubicBezTo>
                          <a:pt x="84" y="80"/>
                          <a:pt x="90" y="75"/>
                          <a:pt x="90" y="68"/>
                        </a:cubicBezTo>
                        <a:cubicBezTo>
                          <a:pt x="90" y="48"/>
                          <a:pt x="75" y="33"/>
                          <a:pt x="53" y="30"/>
                        </a:cubicBezTo>
                        <a:cubicBezTo>
                          <a:pt x="53" y="11"/>
                          <a:pt x="53" y="11"/>
                          <a:pt x="53" y="11"/>
                        </a:cubicBezTo>
                        <a:cubicBezTo>
                          <a:pt x="53" y="5"/>
                          <a:pt x="48" y="0"/>
                          <a:pt x="42" y="0"/>
                        </a:cubicBezTo>
                        <a:cubicBezTo>
                          <a:pt x="36" y="0"/>
                          <a:pt x="30" y="5"/>
                          <a:pt x="30" y="11"/>
                        </a:cubicBezTo>
                        <a:cubicBezTo>
                          <a:pt x="30" y="31"/>
                          <a:pt x="30" y="31"/>
                          <a:pt x="30" y="31"/>
                        </a:cubicBezTo>
                        <a:cubicBezTo>
                          <a:pt x="12" y="36"/>
                          <a:pt x="0" y="50"/>
                          <a:pt x="0" y="68"/>
                        </a:cubicBezTo>
                        <a:cubicBezTo>
                          <a:pt x="0" y="92"/>
                          <a:pt x="16" y="101"/>
                          <a:pt x="34" y="110"/>
                        </a:cubicBezTo>
                        <a:cubicBezTo>
                          <a:pt x="45" y="115"/>
                          <a:pt x="45" y="115"/>
                          <a:pt x="45" y="115"/>
                        </a:cubicBezTo>
                        <a:cubicBezTo>
                          <a:pt x="65" y="125"/>
                          <a:pt x="67" y="127"/>
                          <a:pt x="67" y="135"/>
                        </a:cubicBezTo>
                        <a:cubicBezTo>
                          <a:pt x="67" y="150"/>
                          <a:pt x="51" y="152"/>
                          <a:pt x="45" y="152"/>
                        </a:cubicBezTo>
                        <a:cubicBezTo>
                          <a:pt x="39" y="152"/>
                          <a:pt x="23" y="150"/>
                          <a:pt x="23" y="135"/>
                        </a:cubicBezTo>
                        <a:cubicBezTo>
                          <a:pt x="23" y="129"/>
                          <a:pt x="18" y="124"/>
                          <a:pt x="12" y="124"/>
                        </a:cubicBezTo>
                        <a:cubicBezTo>
                          <a:pt x="5" y="124"/>
                          <a:pt x="0" y="129"/>
                          <a:pt x="0" y="135"/>
                        </a:cubicBezTo>
                        <a:cubicBezTo>
                          <a:pt x="0" y="155"/>
                          <a:pt x="13" y="168"/>
                          <a:pt x="31" y="173"/>
                        </a:cubicBezTo>
                        <a:cubicBezTo>
                          <a:pt x="31" y="174"/>
                          <a:pt x="30" y="174"/>
                          <a:pt x="30" y="175"/>
                        </a:cubicBezTo>
                        <a:cubicBezTo>
                          <a:pt x="30" y="199"/>
                          <a:pt x="30" y="199"/>
                          <a:pt x="30" y="199"/>
                        </a:cubicBezTo>
                        <a:cubicBezTo>
                          <a:pt x="30" y="205"/>
                          <a:pt x="36" y="210"/>
                          <a:pt x="42" y="210"/>
                        </a:cubicBezTo>
                        <a:cubicBezTo>
                          <a:pt x="48" y="210"/>
                          <a:pt x="53" y="205"/>
                          <a:pt x="53" y="199"/>
                        </a:cubicBezTo>
                        <a:cubicBezTo>
                          <a:pt x="53" y="175"/>
                          <a:pt x="53" y="175"/>
                          <a:pt x="53" y="175"/>
                        </a:cubicBezTo>
                        <a:lnTo>
                          <a:pt x="53" y="174"/>
                        </a:lnTo>
                        <a:cubicBezTo>
                          <a:pt x="75" y="170"/>
                          <a:pt x="90" y="156"/>
                          <a:pt x="90" y="135"/>
                        </a:cubicBezTo>
                        <a:cubicBezTo>
                          <a:pt x="90" y="111"/>
                          <a:pt x="75" y="104"/>
                          <a:pt x="55" y="9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144" name="Freeform 366"/>
                <p:cNvSpPr>
                  <a:spLocks noChangeAspect="1" noChangeArrowheads="1"/>
                </p:cNvSpPr>
                <p:nvPr/>
              </p:nvSpPr>
              <p:spPr bwMode="auto">
                <a:xfrm>
                  <a:off x="4350110" y="4643759"/>
                  <a:ext cx="497070" cy="445423"/>
                </a:xfrm>
                <a:custGeom>
                  <a:avLst/>
                  <a:gdLst>
                    <a:gd name="T0" fmla="*/ 69 w 677"/>
                    <a:gd name="T1" fmla="*/ 441 h 608"/>
                    <a:gd name="T2" fmla="*/ 47 w 677"/>
                    <a:gd name="T3" fmla="*/ 493 h 608"/>
                    <a:gd name="T4" fmla="*/ 419 w 677"/>
                    <a:gd name="T5" fmla="*/ 551 h 608"/>
                    <a:gd name="T6" fmla="*/ 676 w 677"/>
                    <a:gd name="T7" fmla="*/ 488 h 608"/>
                    <a:gd name="T8" fmla="*/ 676 w 677"/>
                    <a:gd name="T9" fmla="*/ 55 h 608"/>
                    <a:gd name="T10" fmla="*/ 304 w 677"/>
                    <a:gd name="T11" fmla="*/ 58 h 608"/>
                    <a:gd name="T12" fmla="*/ 186 w 677"/>
                    <a:gd name="T13" fmla="*/ 233 h 608"/>
                    <a:gd name="T14" fmla="*/ 0 w 677"/>
                    <a:gd name="T15" fmla="*/ 291 h 608"/>
                    <a:gd name="T16" fmla="*/ 23 w 677"/>
                    <a:gd name="T17" fmla="*/ 348 h 608"/>
                    <a:gd name="T18" fmla="*/ 186 w 677"/>
                    <a:gd name="T19" fmla="*/ 345 h 608"/>
                    <a:gd name="T20" fmla="*/ 186 w 677"/>
                    <a:gd name="T21" fmla="*/ 379 h 608"/>
                    <a:gd name="T22" fmla="*/ 253 w 677"/>
                    <a:gd name="T23" fmla="*/ 408 h 608"/>
                    <a:gd name="T24" fmla="*/ 366 w 677"/>
                    <a:gd name="T25" fmla="*/ 363 h 608"/>
                    <a:gd name="T26" fmla="*/ 416 w 677"/>
                    <a:gd name="T27" fmla="*/ 376 h 608"/>
                    <a:gd name="T28" fmla="*/ 419 w 677"/>
                    <a:gd name="T29" fmla="*/ 404 h 608"/>
                    <a:gd name="T30" fmla="*/ 93 w 677"/>
                    <a:gd name="T31" fmla="*/ 441 h 608"/>
                    <a:gd name="T32" fmla="*/ 419 w 677"/>
                    <a:gd name="T33" fmla="*/ 404 h 608"/>
                    <a:gd name="T34" fmla="*/ 93 w 677"/>
                    <a:gd name="T35" fmla="*/ 493 h 608"/>
                    <a:gd name="T36" fmla="*/ 93 w 677"/>
                    <a:gd name="T37" fmla="*/ 482 h 608"/>
                    <a:gd name="T38" fmla="*/ 69 w 677"/>
                    <a:gd name="T39" fmla="*/ 552 h 608"/>
                    <a:gd name="T40" fmla="*/ 252 w 677"/>
                    <a:gd name="T41" fmla="*/ 548 h 608"/>
                    <a:gd name="T42" fmla="*/ 396 w 677"/>
                    <a:gd name="T43" fmla="*/ 551 h 608"/>
                    <a:gd name="T44" fmla="*/ 280 w 677"/>
                    <a:gd name="T45" fmla="*/ 525 h 608"/>
                    <a:gd name="T46" fmla="*/ 257 w 677"/>
                    <a:gd name="T47" fmla="*/ 497 h 608"/>
                    <a:gd name="T48" fmla="*/ 280 w 677"/>
                    <a:gd name="T49" fmla="*/ 525 h 608"/>
                    <a:gd name="T50" fmla="*/ 490 w 677"/>
                    <a:gd name="T51" fmla="*/ 521 h 608"/>
                    <a:gd name="T52" fmla="*/ 466 w 677"/>
                    <a:gd name="T53" fmla="*/ 460 h 608"/>
                    <a:gd name="T54" fmla="*/ 654 w 677"/>
                    <a:gd name="T55" fmla="*/ 488 h 608"/>
                    <a:gd name="T56" fmla="*/ 490 w 677"/>
                    <a:gd name="T57" fmla="*/ 437 h 608"/>
                    <a:gd name="T58" fmla="*/ 443 w 677"/>
                    <a:gd name="T59" fmla="*/ 405 h 608"/>
                    <a:gd name="T60" fmla="*/ 654 w 677"/>
                    <a:gd name="T61" fmla="*/ 347 h 608"/>
                    <a:gd name="T62" fmla="*/ 654 w 677"/>
                    <a:gd name="T63" fmla="*/ 318 h 608"/>
                    <a:gd name="T64" fmla="*/ 373 w 677"/>
                    <a:gd name="T65" fmla="*/ 291 h 608"/>
                    <a:gd name="T66" fmla="*/ 368 w 677"/>
                    <a:gd name="T67" fmla="*/ 274 h 608"/>
                    <a:gd name="T68" fmla="*/ 654 w 677"/>
                    <a:gd name="T69" fmla="*/ 318 h 608"/>
                    <a:gd name="T70" fmla="*/ 490 w 677"/>
                    <a:gd name="T71" fmla="*/ 262 h 608"/>
                    <a:gd name="T72" fmla="*/ 490 w 677"/>
                    <a:gd name="T73" fmla="*/ 199 h 608"/>
                    <a:gd name="T74" fmla="*/ 654 w 677"/>
                    <a:gd name="T75" fmla="*/ 143 h 608"/>
                    <a:gd name="T76" fmla="*/ 327 w 677"/>
                    <a:gd name="T77" fmla="*/ 143 h 608"/>
                    <a:gd name="T78" fmla="*/ 654 w 677"/>
                    <a:gd name="T79" fmla="*/ 84 h 608"/>
                    <a:gd name="T80" fmla="*/ 490 w 677"/>
                    <a:gd name="T81" fmla="*/ 23 h 608"/>
                    <a:gd name="T82" fmla="*/ 327 w 677"/>
                    <a:gd name="T83" fmla="*/ 55 h 608"/>
                    <a:gd name="T84" fmla="*/ 186 w 677"/>
                    <a:gd name="T85" fmla="*/ 257 h 608"/>
                    <a:gd name="T86" fmla="*/ 23 w 677"/>
                    <a:gd name="T87" fmla="*/ 289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77" h="608">
                      <a:moveTo>
                        <a:pt x="69" y="391"/>
                      </a:moveTo>
                      <a:lnTo>
                        <a:pt x="69" y="391"/>
                      </a:lnTo>
                      <a:cubicBezTo>
                        <a:pt x="69" y="441"/>
                        <a:pt x="69" y="441"/>
                        <a:pt x="69" y="441"/>
                      </a:cubicBezTo>
                      <a:cubicBezTo>
                        <a:pt x="69" y="449"/>
                        <a:pt x="74" y="455"/>
                        <a:pt x="80" y="461"/>
                      </a:cubicBezTo>
                      <a:cubicBezTo>
                        <a:pt x="77" y="462"/>
                        <a:pt x="73" y="463"/>
                        <a:pt x="69" y="464"/>
                      </a:cubicBezTo>
                      <a:cubicBezTo>
                        <a:pt x="57" y="471"/>
                        <a:pt x="47" y="479"/>
                        <a:pt x="47" y="493"/>
                      </a:cubicBezTo>
                      <a:cubicBezTo>
                        <a:pt x="47" y="552"/>
                        <a:pt x="47" y="552"/>
                        <a:pt x="47" y="552"/>
                      </a:cubicBezTo>
                      <a:cubicBezTo>
                        <a:pt x="47" y="595"/>
                        <a:pt x="164" y="607"/>
                        <a:pt x="233" y="607"/>
                      </a:cubicBezTo>
                      <a:cubicBezTo>
                        <a:pt x="297" y="607"/>
                        <a:pt x="419" y="595"/>
                        <a:pt x="419" y="551"/>
                      </a:cubicBezTo>
                      <a:cubicBezTo>
                        <a:pt x="419" y="540"/>
                        <a:pt x="419" y="540"/>
                        <a:pt x="419" y="540"/>
                      </a:cubicBezTo>
                      <a:cubicBezTo>
                        <a:pt x="442" y="542"/>
                        <a:pt x="465" y="544"/>
                        <a:pt x="490" y="544"/>
                      </a:cubicBezTo>
                      <a:cubicBezTo>
                        <a:pt x="559" y="544"/>
                        <a:pt x="676" y="532"/>
                        <a:pt x="676" y="488"/>
                      </a:cubicBezTo>
                      <a:cubicBezTo>
                        <a:pt x="676" y="58"/>
                        <a:pt x="676" y="58"/>
                        <a:pt x="676" y="58"/>
                      </a:cubicBezTo>
                      <a:cubicBezTo>
                        <a:pt x="676" y="57"/>
                        <a:pt x="676" y="57"/>
                        <a:pt x="676" y="57"/>
                      </a:cubicBezTo>
                      <a:cubicBezTo>
                        <a:pt x="676" y="56"/>
                        <a:pt x="676" y="56"/>
                        <a:pt x="676" y="55"/>
                      </a:cubicBezTo>
                      <a:cubicBezTo>
                        <a:pt x="676" y="11"/>
                        <a:pt x="559" y="0"/>
                        <a:pt x="490" y="0"/>
                      </a:cubicBezTo>
                      <a:cubicBezTo>
                        <a:pt x="420" y="0"/>
                        <a:pt x="303" y="11"/>
                        <a:pt x="303" y="55"/>
                      </a:cubicBezTo>
                      <a:cubicBezTo>
                        <a:pt x="303" y="56"/>
                        <a:pt x="304" y="57"/>
                        <a:pt x="304" y="58"/>
                      </a:cubicBezTo>
                      <a:cubicBezTo>
                        <a:pt x="303" y="58"/>
                        <a:pt x="303" y="58"/>
                        <a:pt x="303" y="58"/>
                      </a:cubicBezTo>
                      <a:cubicBezTo>
                        <a:pt x="303" y="245"/>
                        <a:pt x="303" y="245"/>
                        <a:pt x="303" y="245"/>
                      </a:cubicBezTo>
                      <a:cubicBezTo>
                        <a:pt x="264" y="236"/>
                        <a:pt x="218" y="233"/>
                        <a:pt x="186" y="233"/>
                      </a:cubicBezTo>
                      <a:cubicBezTo>
                        <a:pt x="122" y="233"/>
                        <a:pt x="0" y="245"/>
                        <a:pt x="0" y="288"/>
                      </a:cubicBezTo>
                      <a:cubicBezTo>
                        <a:pt x="0" y="289"/>
                        <a:pt x="0" y="290"/>
                        <a:pt x="0" y="291"/>
                      </a:cubicBezTo>
                      <a:lnTo>
                        <a:pt x="0" y="291"/>
                      </a:lnTo>
                      <a:cubicBezTo>
                        <a:pt x="0" y="348"/>
                        <a:pt x="0" y="348"/>
                        <a:pt x="0" y="348"/>
                      </a:cubicBezTo>
                      <a:cubicBezTo>
                        <a:pt x="0" y="370"/>
                        <a:pt x="30" y="383"/>
                        <a:pt x="69" y="391"/>
                      </a:cubicBezTo>
                      <a:close/>
                      <a:moveTo>
                        <a:pt x="23" y="348"/>
                      </a:moveTo>
                      <a:lnTo>
                        <a:pt x="23" y="348"/>
                      </a:lnTo>
                      <a:cubicBezTo>
                        <a:pt x="23" y="318"/>
                        <a:pt x="23" y="318"/>
                        <a:pt x="23" y="318"/>
                      </a:cubicBezTo>
                      <a:cubicBezTo>
                        <a:pt x="61" y="338"/>
                        <a:pt x="136" y="345"/>
                        <a:pt x="186" y="345"/>
                      </a:cubicBezTo>
                      <a:cubicBezTo>
                        <a:pt x="237" y="345"/>
                        <a:pt x="312" y="338"/>
                        <a:pt x="350" y="318"/>
                      </a:cubicBezTo>
                      <a:cubicBezTo>
                        <a:pt x="350" y="347"/>
                        <a:pt x="350" y="347"/>
                        <a:pt x="350" y="347"/>
                      </a:cubicBezTo>
                      <a:cubicBezTo>
                        <a:pt x="349" y="356"/>
                        <a:pt x="295" y="379"/>
                        <a:pt x="186" y="379"/>
                      </a:cubicBezTo>
                      <a:cubicBezTo>
                        <a:pt x="85" y="379"/>
                        <a:pt x="25" y="358"/>
                        <a:pt x="23" y="348"/>
                      </a:cubicBezTo>
                      <a:close/>
                      <a:moveTo>
                        <a:pt x="253" y="408"/>
                      </a:moveTo>
                      <a:lnTo>
                        <a:pt x="253" y="408"/>
                      </a:lnTo>
                      <a:cubicBezTo>
                        <a:pt x="218" y="408"/>
                        <a:pt x="188" y="406"/>
                        <a:pt x="164" y="402"/>
                      </a:cubicBezTo>
                      <a:cubicBezTo>
                        <a:pt x="171" y="402"/>
                        <a:pt x="180" y="403"/>
                        <a:pt x="186" y="403"/>
                      </a:cubicBezTo>
                      <a:cubicBezTo>
                        <a:pt x="241" y="403"/>
                        <a:pt x="339" y="393"/>
                        <a:pt x="366" y="363"/>
                      </a:cubicBezTo>
                      <a:cubicBezTo>
                        <a:pt x="367" y="364"/>
                        <a:pt x="367" y="365"/>
                        <a:pt x="368" y="365"/>
                      </a:cubicBezTo>
                      <a:cubicBezTo>
                        <a:pt x="379" y="366"/>
                        <a:pt x="392" y="369"/>
                        <a:pt x="409" y="370"/>
                      </a:cubicBezTo>
                      <a:cubicBezTo>
                        <a:pt x="414" y="373"/>
                        <a:pt x="416" y="376"/>
                        <a:pt x="416" y="376"/>
                      </a:cubicBezTo>
                      <a:cubicBezTo>
                        <a:pt x="414" y="387"/>
                        <a:pt x="355" y="408"/>
                        <a:pt x="253" y="408"/>
                      </a:cubicBezTo>
                      <a:close/>
                      <a:moveTo>
                        <a:pt x="419" y="404"/>
                      </a:moveTo>
                      <a:lnTo>
                        <a:pt x="419" y="404"/>
                      </a:lnTo>
                      <a:cubicBezTo>
                        <a:pt x="419" y="440"/>
                        <a:pt x="419" y="440"/>
                        <a:pt x="419" y="440"/>
                      </a:cubicBezTo>
                      <a:cubicBezTo>
                        <a:pt x="417" y="452"/>
                        <a:pt x="358" y="473"/>
                        <a:pt x="257" y="473"/>
                      </a:cubicBezTo>
                      <a:cubicBezTo>
                        <a:pt x="155" y="473"/>
                        <a:pt x="96" y="452"/>
                        <a:pt x="93" y="441"/>
                      </a:cubicBezTo>
                      <a:cubicBezTo>
                        <a:pt x="93" y="407"/>
                        <a:pt x="93" y="407"/>
                        <a:pt x="93" y="407"/>
                      </a:cubicBezTo>
                      <a:cubicBezTo>
                        <a:pt x="132" y="426"/>
                        <a:pt x="204" y="432"/>
                        <a:pt x="253" y="432"/>
                      </a:cubicBezTo>
                      <a:cubicBezTo>
                        <a:pt x="305" y="432"/>
                        <a:pt x="383" y="425"/>
                        <a:pt x="419" y="404"/>
                      </a:cubicBezTo>
                      <a:close/>
                      <a:moveTo>
                        <a:pt x="93" y="482"/>
                      </a:moveTo>
                      <a:lnTo>
                        <a:pt x="93" y="482"/>
                      </a:lnTo>
                      <a:cubicBezTo>
                        <a:pt x="93" y="493"/>
                        <a:pt x="93" y="493"/>
                        <a:pt x="93" y="493"/>
                      </a:cubicBezTo>
                      <a:cubicBezTo>
                        <a:pt x="93" y="498"/>
                        <a:pt x="94" y="502"/>
                        <a:pt x="98" y="506"/>
                      </a:cubicBezTo>
                      <a:cubicBezTo>
                        <a:pt x="81" y="502"/>
                        <a:pt x="72" y="497"/>
                        <a:pt x="69" y="493"/>
                      </a:cubicBezTo>
                      <a:cubicBezTo>
                        <a:pt x="69" y="491"/>
                        <a:pt x="75" y="486"/>
                        <a:pt x="93" y="482"/>
                      </a:cubicBezTo>
                      <a:close/>
                      <a:moveTo>
                        <a:pt x="233" y="583"/>
                      </a:moveTo>
                      <a:lnTo>
                        <a:pt x="233" y="583"/>
                      </a:lnTo>
                      <a:cubicBezTo>
                        <a:pt x="132" y="583"/>
                        <a:pt x="72" y="562"/>
                        <a:pt x="69" y="552"/>
                      </a:cubicBezTo>
                      <a:cubicBezTo>
                        <a:pt x="69" y="521"/>
                        <a:pt x="69" y="521"/>
                        <a:pt x="69" y="521"/>
                      </a:cubicBezTo>
                      <a:cubicBezTo>
                        <a:pt x="106" y="538"/>
                        <a:pt x="182" y="548"/>
                        <a:pt x="249" y="548"/>
                      </a:cubicBezTo>
                      <a:cubicBezTo>
                        <a:pt x="250" y="548"/>
                        <a:pt x="251" y="548"/>
                        <a:pt x="252" y="548"/>
                      </a:cubicBezTo>
                      <a:cubicBezTo>
                        <a:pt x="262" y="549"/>
                        <a:pt x="271" y="549"/>
                        <a:pt x="280" y="549"/>
                      </a:cubicBezTo>
                      <a:cubicBezTo>
                        <a:pt x="312" y="549"/>
                        <a:pt x="358" y="546"/>
                        <a:pt x="396" y="537"/>
                      </a:cubicBezTo>
                      <a:cubicBezTo>
                        <a:pt x="396" y="551"/>
                        <a:pt x="396" y="551"/>
                        <a:pt x="396" y="551"/>
                      </a:cubicBezTo>
                      <a:cubicBezTo>
                        <a:pt x="394" y="560"/>
                        <a:pt x="342" y="583"/>
                        <a:pt x="233" y="583"/>
                      </a:cubicBezTo>
                      <a:close/>
                      <a:moveTo>
                        <a:pt x="280" y="525"/>
                      </a:moveTo>
                      <a:lnTo>
                        <a:pt x="280" y="525"/>
                      </a:lnTo>
                      <a:cubicBezTo>
                        <a:pt x="178" y="525"/>
                        <a:pt x="118" y="504"/>
                        <a:pt x="116" y="493"/>
                      </a:cubicBezTo>
                      <a:cubicBezTo>
                        <a:pt x="116" y="480"/>
                        <a:pt x="116" y="480"/>
                        <a:pt x="116" y="480"/>
                      </a:cubicBezTo>
                      <a:cubicBezTo>
                        <a:pt x="157" y="492"/>
                        <a:pt x="215" y="497"/>
                        <a:pt x="257" y="497"/>
                      </a:cubicBezTo>
                      <a:cubicBezTo>
                        <a:pt x="320" y="497"/>
                        <a:pt x="443" y="485"/>
                        <a:pt x="443" y="441"/>
                      </a:cubicBezTo>
                      <a:cubicBezTo>
                        <a:pt x="443" y="492"/>
                        <a:pt x="443" y="492"/>
                        <a:pt x="443" y="492"/>
                      </a:cubicBezTo>
                      <a:cubicBezTo>
                        <a:pt x="441" y="504"/>
                        <a:pt x="382" y="525"/>
                        <a:pt x="280" y="525"/>
                      </a:cubicBezTo>
                      <a:close/>
                      <a:moveTo>
                        <a:pt x="654" y="488"/>
                      </a:moveTo>
                      <a:lnTo>
                        <a:pt x="654" y="488"/>
                      </a:lnTo>
                      <a:cubicBezTo>
                        <a:pt x="651" y="500"/>
                        <a:pt x="591" y="521"/>
                        <a:pt x="490" y="521"/>
                      </a:cubicBezTo>
                      <a:cubicBezTo>
                        <a:pt x="476" y="521"/>
                        <a:pt x="461" y="521"/>
                        <a:pt x="447" y="519"/>
                      </a:cubicBezTo>
                      <a:cubicBezTo>
                        <a:pt x="459" y="512"/>
                        <a:pt x="466" y="504"/>
                        <a:pt x="466" y="492"/>
                      </a:cubicBezTo>
                      <a:cubicBezTo>
                        <a:pt x="466" y="460"/>
                        <a:pt x="466" y="460"/>
                        <a:pt x="466" y="460"/>
                      </a:cubicBezTo>
                      <a:cubicBezTo>
                        <a:pt x="474" y="461"/>
                        <a:pt x="482" y="461"/>
                        <a:pt x="490" y="461"/>
                      </a:cubicBezTo>
                      <a:cubicBezTo>
                        <a:pt x="540" y="461"/>
                        <a:pt x="615" y="455"/>
                        <a:pt x="654" y="435"/>
                      </a:cubicBezTo>
                      <a:lnTo>
                        <a:pt x="654" y="488"/>
                      </a:lnTo>
                      <a:close/>
                      <a:moveTo>
                        <a:pt x="654" y="405"/>
                      </a:moveTo>
                      <a:lnTo>
                        <a:pt x="654" y="405"/>
                      </a:lnTo>
                      <a:cubicBezTo>
                        <a:pt x="651" y="416"/>
                        <a:pt x="591" y="437"/>
                        <a:pt x="490" y="437"/>
                      </a:cubicBezTo>
                      <a:cubicBezTo>
                        <a:pt x="482" y="437"/>
                        <a:pt x="474" y="437"/>
                        <a:pt x="466" y="437"/>
                      </a:cubicBezTo>
                      <a:cubicBezTo>
                        <a:pt x="466" y="435"/>
                        <a:pt x="466" y="435"/>
                        <a:pt x="466" y="435"/>
                      </a:cubicBezTo>
                      <a:cubicBezTo>
                        <a:pt x="466" y="427"/>
                        <a:pt x="462" y="414"/>
                        <a:pt x="443" y="405"/>
                      </a:cubicBezTo>
                      <a:cubicBezTo>
                        <a:pt x="443" y="372"/>
                        <a:pt x="443" y="372"/>
                        <a:pt x="443" y="372"/>
                      </a:cubicBezTo>
                      <a:cubicBezTo>
                        <a:pt x="461" y="373"/>
                        <a:pt x="478" y="374"/>
                        <a:pt x="490" y="374"/>
                      </a:cubicBezTo>
                      <a:cubicBezTo>
                        <a:pt x="540" y="374"/>
                        <a:pt x="615" y="367"/>
                        <a:pt x="654" y="347"/>
                      </a:cubicBezTo>
                      <a:lnTo>
                        <a:pt x="654" y="405"/>
                      </a:lnTo>
                      <a:close/>
                      <a:moveTo>
                        <a:pt x="654" y="318"/>
                      </a:moveTo>
                      <a:lnTo>
                        <a:pt x="654" y="318"/>
                      </a:lnTo>
                      <a:cubicBezTo>
                        <a:pt x="650" y="329"/>
                        <a:pt x="591" y="350"/>
                        <a:pt x="490" y="350"/>
                      </a:cubicBezTo>
                      <a:cubicBezTo>
                        <a:pt x="460" y="350"/>
                        <a:pt x="400" y="347"/>
                        <a:pt x="373" y="342"/>
                      </a:cubicBezTo>
                      <a:cubicBezTo>
                        <a:pt x="373" y="291"/>
                        <a:pt x="373" y="291"/>
                        <a:pt x="373" y="291"/>
                      </a:cubicBezTo>
                      <a:cubicBezTo>
                        <a:pt x="372" y="291"/>
                        <a:pt x="372" y="291"/>
                        <a:pt x="372" y="291"/>
                      </a:cubicBezTo>
                      <a:cubicBezTo>
                        <a:pt x="372" y="290"/>
                        <a:pt x="373" y="289"/>
                        <a:pt x="373" y="288"/>
                      </a:cubicBezTo>
                      <a:cubicBezTo>
                        <a:pt x="373" y="283"/>
                        <a:pt x="371" y="278"/>
                        <a:pt x="368" y="274"/>
                      </a:cubicBezTo>
                      <a:cubicBezTo>
                        <a:pt x="406" y="283"/>
                        <a:pt x="455" y="286"/>
                        <a:pt x="490" y="286"/>
                      </a:cubicBezTo>
                      <a:cubicBezTo>
                        <a:pt x="540" y="286"/>
                        <a:pt x="615" y="280"/>
                        <a:pt x="654" y="259"/>
                      </a:cubicBezTo>
                      <a:lnTo>
                        <a:pt x="654" y="318"/>
                      </a:lnTo>
                      <a:close/>
                      <a:moveTo>
                        <a:pt x="654" y="230"/>
                      </a:moveTo>
                      <a:lnTo>
                        <a:pt x="654" y="230"/>
                      </a:lnTo>
                      <a:cubicBezTo>
                        <a:pt x="650" y="242"/>
                        <a:pt x="591" y="262"/>
                        <a:pt x="490" y="262"/>
                      </a:cubicBezTo>
                      <a:cubicBezTo>
                        <a:pt x="388" y="262"/>
                        <a:pt x="329" y="242"/>
                        <a:pt x="327" y="230"/>
                      </a:cubicBezTo>
                      <a:cubicBezTo>
                        <a:pt x="327" y="172"/>
                        <a:pt x="327" y="172"/>
                        <a:pt x="327" y="172"/>
                      </a:cubicBezTo>
                      <a:cubicBezTo>
                        <a:pt x="364" y="193"/>
                        <a:pt x="439" y="199"/>
                        <a:pt x="490" y="199"/>
                      </a:cubicBezTo>
                      <a:cubicBezTo>
                        <a:pt x="540" y="199"/>
                        <a:pt x="615" y="193"/>
                        <a:pt x="654" y="172"/>
                      </a:cubicBezTo>
                      <a:lnTo>
                        <a:pt x="654" y="230"/>
                      </a:lnTo>
                      <a:close/>
                      <a:moveTo>
                        <a:pt x="654" y="143"/>
                      </a:moveTo>
                      <a:lnTo>
                        <a:pt x="654" y="143"/>
                      </a:lnTo>
                      <a:cubicBezTo>
                        <a:pt x="650" y="154"/>
                        <a:pt x="591" y="175"/>
                        <a:pt x="490" y="175"/>
                      </a:cubicBezTo>
                      <a:cubicBezTo>
                        <a:pt x="388" y="175"/>
                        <a:pt x="329" y="154"/>
                        <a:pt x="327" y="143"/>
                      </a:cubicBezTo>
                      <a:cubicBezTo>
                        <a:pt x="327" y="84"/>
                        <a:pt x="327" y="84"/>
                        <a:pt x="327" y="84"/>
                      </a:cubicBezTo>
                      <a:cubicBezTo>
                        <a:pt x="364" y="105"/>
                        <a:pt x="439" y="111"/>
                        <a:pt x="490" y="111"/>
                      </a:cubicBezTo>
                      <a:cubicBezTo>
                        <a:pt x="540" y="111"/>
                        <a:pt x="615" y="105"/>
                        <a:pt x="654" y="84"/>
                      </a:cubicBezTo>
                      <a:lnTo>
                        <a:pt x="654" y="143"/>
                      </a:lnTo>
                      <a:close/>
                      <a:moveTo>
                        <a:pt x="490" y="23"/>
                      </a:moveTo>
                      <a:lnTo>
                        <a:pt x="490" y="23"/>
                      </a:lnTo>
                      <a:cubicBezTo>
                        <a:pt x="591" y="23"/>
                        <a:pt x="650" y="45"/>
                        <a:pt x="654" y="55"/>
                      </a:cubicBezTo>
                      <a:cubicBezTo>
                        <a:pt x="650" y="67"/>
                        <a:pt x="591" y="87"/>
                        <a:pt x="490" y="87"/>
                      </a:cubicBezTo>
                      <a:cubicBezTo>
                        <a:pt x="388" y="87"/>
                        <a:pt x="329" y="67"/>
                        <a:pt x="327" y="55"/>
                      </a:cubicBezTo>
                      <a:cubicBezTo>
                        <a:pt x="329" y="45"/>
                        <a:pt x="388" y="23"/>
                        <a:pt x="490" y="23"/>
                      </a:cubicBezTo>
                      <a:close/>
                      <a:moveTo>
                        <a:pt x="186" y="257"/>
                      </a:moveTo>
                      <a:lnTo>
                        <a:pt x="186" y="257"/>
                      </a:lnTo>
                      <a:cubicBezTo>
                        <a:pt x="288" y="257"/>
                        <a:pt x="347" y="278"/>
                        <a:pt x="350" y="288"/>
                      </a:cubicBezTo>
                      <a:cubicBezTo>
                        <a:pt x="347" y="300"/>
                        <a:pt x="288" y="321"/>
                        <a:pt x="186" y="321"/>
                      </a:cubicBezTo>
                      <a:cubicBezTo>
                        <a:pt x="85" y="321"/>
                        <a:pt x="25" y="300"/>
                        <a:pt x="23" y="289"/>
                      </a:cubicBezTo>
                      <a:cubicBezTo>
                        <a:pt x="25" y="278"/>
                        <a:pt x="85" y="257"/>
                        <a:pt x="186" y="257"/>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nvGrpSpPr>
          <p:cNvPr id="149" name="Group 148"/>
          <p:cNvGrpSpPr/>
          <p:nvPr/>
        </p:nvGrpSpPr>
        <p:grpSpPr>
          <a:xfrm>
            <a:off x="4066555" y="5127703"/>
            <a:ext cx="4581723" cy="923330"/>
            <a:chOff x="2541965" y="5063027"/>
            <a:chExt cx="4581723" cy="923330"/>
          </a:xfrm>
        </p:grpSpPr>
        <p:sp>
          <p:nvSpPr>
            <p:cNvPr id="150" name="Rectangle 149"/>
            <p:cNvSpPr/>
            <p:nvPr/>
          </p:nvSpPr>
          <p:spPr>
            <a:xfrm>
              <a:off x="3581812" y="5063027"/>
              <a:ext cx="3541876" cy="923330"/>
            </a:xfrm>
            <a:prstGeom prst="rect">
              <a:avLst/>
            </a:prstGeom>
            <a:ln w="19050">
              <a:solidFill>
                <a:srgbClr val="3896F3"/>
              </a:solidFill>
            </a:ln>
          </p:spPr>
          <p:txBody>
            <a:bodyPr wrap="square">
              <a:spAutoFit/>
            </a:bodyPr>
            <a:lstStyle/>
            <a:p>
              <a:pPr lvl="0"/>
              <a:r>
                <a:rPr lang="en-US" dirty="0"/>
                <a:t>Global regulation driving lengthy and complex retention requirements and audit </a:t>
              </a:r>
            </a:p>
          </p:txBody>
        </p:sp>
        <p:grpSp>
          <p:nvGrpSpPr>
            <p:cNvPr id="151" name="Group 150"/>
            <p:cNvGrpSpPr/>
            <p:nvPr/>
          </p:nvGrpSpPr>
          <p:grpSpPr>
            <a:xfrm>
              <a:off x="2541965" y="5089659"/>
              <a:ext cx="927468" cy="870067"/>
              <a:chOff x="2577134" y="5253201"/>
              <a:chExt cx="927468" cy="870067"/>
            </a:xfrm>
          </p:grpSpPr>
          <p:sp>
            <p:nvSpPr>
              <p:cNvPr id="152" name="Rectangle 151"/>
              <p:cNvSpPr/>
              <p:nvPr/>
            </p:nvSpPr>
            <p:spPr>
              <a:xfrm>
                <a:off x="2595939" y="5753936"/>
                <a:ext cx="889859" cy="369332"/>
              </a:xfrm>
              <a:prstGeom prst="rect">
                <a:avLst/>
              </a:prstGeom>
            </p:spPr>
            <p:txBody>
              <a:bodyPr wrap="none">
                <a:spAutoFit/>
              </a:bodyPr>
              <a:lstStyle/>
              <a:p>
                <a:r>
                  <a:rPr lang="en-US" b="1" dirty="0" smtClean="0"/>
                  <a:t>Control</a:t>
                </a:r>
                <a:endParaRPr lang="en-GB" sz="3600" b="1" dirty="0"/>
              </a:p>
            </p:txBody>
          </p:sp>
          <p:grpSp>
            <p:nvGrpSpPr>
              <p:cNvPr id="153" name="Group 152"/>
              <p:cNvGrpSpPr/>
              <p:nvPr/>
            </p:nvGrpSpPr>
            <p:grpSpPr>
              <a:xfrm>
                <a:off x="2577134" y="5253201"/>
                <a:ext cx="927468" cy="470127"/>
                <a:chOff x="4295163" y="6182655"/>
                <a:chExt cx="927468" cy="470127"/>
              </a:xfrm>
            </p:grpSpPr>
            <p:sp>
              <p:nvSpPr>
                <p:cNvPr id="154" name="Freeform 40"/>
                <p:cNvSpPr>
                  <a:spLocks noChangeAspect="1" noChangeArrowheads="1"/>
                </p:cNvSpPr>
                <p:nvPr/>
              </p:nvSpPr>
              <p:spPr bwMode="auto">
                <a:xfrm>
                  <a:off x="4295163" y="6182655"/>
                  <a:ext cx="493799" cy="470127"/>
                </a:xfrm>
                <a:custGeom>
                  <a:avLst/>
                  <a:gdLst>
                    <a:gd name="T0" fmla="*/ 628 w 642"/>
                    <a:gd name="T1" fmla="*/ 554 h 614"/>
                    <a:gd name="T2" fmla="*/ 611 w 642"/>
                    <a:gd name="T3" fmla="*/ 530 h 614"/>
                    <a:gd name="T4" fmla="*/ 575 w 642"/>
                    <a:gd name="T5" fmla="*/ 517 h 614"/>
                    <a:gd name="T6" fmla="*/ 583 w 642"/>
                    <a:gd name="T7" fmla="*/ 259 h 614"/>
                    <a:gd name="T8" fmla="*/ 595 w 642"/>
                    <a:gd name="T9" fmla="*/ 200 h 614"/>
                    <a:gd name="T10" fmla="*/ 640 w 642"/>
                    <a:gd name="T11" fmla="*/ 188 h 614"/>
                    <a:gd name="T12" fmla="*/ 631 w 642"/>
                    <a:gd name="T13" fmla="*/ 120 h 614"/>
                    <a:gd name="T14" fmla="*/ 326 w 642"/>
                    <a:gd name="T15" fmla="*/ 1 h 614"/>
                    <a:gd name="T16" fmla="*/ 4 w 642"/>
                    <a:gd name="T17" fmla="*/ 131 h 614"/>
                    <a:gd name="T18" fmla="*/ 15 w 642"/>
                    <a:gd name="T19" fmla="*/ 200 h 614"/>
                    <a:gd name="T20" fmla="*/ 47 w 642"/>
                    <a:gd name="T21" fmla="*/ 247 h 614"/>
                    <a:gd name="T22" fmla="*/ 68 w 642"/>
                    <a:gd name="T23" fmla="*/ 259 h 614"/>
                    <a:gd name="T24" fmla="*/ 42 w 642"/>
                    <a:gd name="T25" fmla="*/ 517 h 614"/>
                    <a:gd name="T26" fmla="*/ 31 w 642"/>
                    <a:gd name="T27" fmla="*/ 554 h 614"/>
                    <a:gd name="T28" fmla="*/ 0 w 642"/>
                    <a:gd name="T29" fmla="*/ 565 h 614"/>
                    <a:gd name="T30" fmla="*/ 12 w 642"/>
                    <a:gd name="T31" fmla="*/ 613 h 614"/>
                    <a:gd name="T32" fmla="*/ 641 w 642"/>
                    <a:gd name="T33" fmla="*/ 602 h 614"/>
                    <a:gd name="T34" fmla="*/ 628 w 642"/>
                    <a:gd name="T35" fmla="*/ 554 h 614"/>
                    <a:gd name="T36" fmla="*/ 26 w 642"/>
                    <a:gd name="T37" fmla="*/ 177 h 614"/>
                    <a:gd name="T38" fmla="*/ 330 w 642"/>
                    <a:gd name="T39" fmla="*/ 25 h 614"/>
                    <a:gd name="T40" fmla="*/ 616 w 642"/>
                    <a:gd name="T41" fmla="*/ 177 h 614"/>
                    <a:gd name="T42" fmla="*/ 485 w 642"/>
                    <a:gd name="T43" fmla="*/ 235 h 614"/>
                    <a:gd name="T44" fmla="*/ 475 w 642"/>
                    <a:gd name="T45" fmla="*/ 235 h 614"/>
                    <a:gd name="T46" fmla="*/ 572 w 642"/>
                    <a:gd name="T47" fmla="*/ 201 h 614"/>
                    <a:gd name="T48" fmla="*/ 563 w 642"/>
                    <a:gd name="T49" fmla="*/ 235 h 614"/>
                    <a:gd name="T50" fmla="*/ 551 w 642"/>
                    <a:gd name="T51" fmla="*/ 517 h 614"/>
                    <a:gd name="T52" fmla="*/ 496 w 642"/>
                    <a:gd name="T53" fmla="*/ 247 h 614"/>
                    <a:gd name="T54" fmla="*/ 464 w 642"/>
                    <a:gd name="T55" fmla="*/ 259 h 614"/>
                    <a:gd name="T56" fmla="*/ 472 w 642"/>
                    <a:gd name="T57" fmla="*/ 259 h 614"/>
                    <a:gd name="T58" fmla="*/ 372 w 642"/>
                    <a:gd name="T59" fmla="*/ 517 h 614"/>
                    <a:gd name="T60" fmla="*/ 382 w 642"/>
                    <a:gd name="T61" fmla="*/ 259 h 614"/>
                    <a:gd name="T62" fmla="*/ 393 w 642"/>
                    <a:gd name="T63" fmla="*/ 200 h 614"/>
                    <a:gd name="T64" fmla="*/ 452 w 642"/>
                    <a:gd name="T65" fmla="*/ 247 h 614"/>
                    <a:gd name="T66" fmla="*/ 282 w 642"/>
                    <a:gd name="T67" fmla="*/ 235 h 614"/>
                    <a:gd name="T68" fmla="*/ 273 w 642"/>
                    <a:gd name="T69" fmla="*/ 235 h 614"/>
                    <a:gd name="T70" fmla="*/ 369 w 642"/>
                    <a:gd name="T71" fmla="*/ 201 h 614"/>
                    <a:gd name="T72" fmla="*/ 361 w 642"/>
                    <a:gd name="T73" fmla="*/ 235 h 614"/>
                    <a:gd name="T74" fmla="*/ 349 w 642"/>
                    <a:gd name="T75" fmla="*/ 517 h 614"/>
                    <a:gd name="T76" fmla="*/ 293 w 642"/>
                    <a:gd name="T77" fmla="*/ 247 h 614"/>
                    <a:gd name="T78" fmla="*/ 262 w 642"/>
                    <a:gd name="T79" fmla="*/ 259 h 614"/>
                    <a:gd name="T80" fmla="*/ 270 w 642"/>
                    <a:gd name="T81" fmla="*/ 259 h 614"/>
                    <a:gd name="T82" fmla="*/ 170 w 642"/>
                    <a:gd name="T83" fmla="*/ 517 h 614"/>
                    <a:gd name="T84" fmla="*/ 179 w 642"/>
                    <a:gd name="T85" fmla="*/ 259 h 614"/>
                    <a:gd name="T86" fmla="*/ 190 w 642"/>
                    <a:gd name="T87" fmla="*/ 200 h 614"/>
                    <a:gd name="T88" fmla="*/ 249 w 642"/>
                    <a:gd name="T89" fmla="*/ 247 h 614"/>
                    <a:gd name="T90" fmla="*/ 80 w 642"/>
                    <a:gd name="T91" fmla="*/ 235 h 614"/>
                    <a:gd name="T92" fmla="*/ 70 w 642"/>
                    <a:gd name="T93" fmla="*/ 235 h 614"/>
                    <a:gd name="T94" fmla="*/ 167 w 642"/>
                    <a:gd name="T95" fmla="*/ 201 h 614"/>
                    <a:gd name="T96" fmla="*/ 159 w 642"/>
                    <a:gd name="T97" fmla="*/ 235 h 614"/>
                    <a:gd name="T98" fmla="*/ 146 w 642"/>
                    <a:gd name="T99" fmla="*/ 517 h 614"/>
                    <a:gd name="T100" fmla="*/ 91 w 642"/>
                    <a:gd name="T101" fmla="*/ 247 h 614"/>
                    <a:gd name="T102" fmla="*/ 617 w 642"/>
                    <a:gd name="T103" fmla="*/ 590 h 614"/>
                    <a:gd name="T104" fmla="*/ 24 w 642"/>
                    <a:gd name="T105" fmla="*/ 590 h 614"/>
                    <a:gd name="T106" fmla="*/ 42 w 642"/>
                    <a:gd name="T107" fmla="*/ 577 h 614"/>
                    <a:gd name="T108" fmla="*/ 54 w 642"/>
                    <a:gd name="T109" fmla="*/ 541 h 614"/>
                    <a:gd name="T110" fmla="*/ 80 w 642"/>
                    <a:gd name="T111" fmla="*/ 541 h 614"/>
                    <a:gd name="T112" fmla="*/ 159 w 642"/>
                    <a:gd name="T113" fmla="*/ 541 h 614"/>
                    <a:gd name="T114" fmla="*/ 282 w 642"/>
                    <a:gd name="T115" fmla="*/ 541 h 614"/>
                    <a:gd name="T116" fmla="*/ 361 w 642"/>
                    <a:gd name="T117" fmla="*/ 541 h 614"/>
                    <a:gd name="T118" fmla="*/ 485 w 642"/>
                    <a:gd name="T119" fmla="*/ 541 h 614"/>
                    <a:gd name="T120" fmla="*/ 564 w 642"/>
                    <a:gd name="T121" fmla="*/ 541 h 614"/>
                    <a:gd name="T122" fmla="*/ 587 w 642"/>
                    <a:gd name="T123" fmla="*/ 565 h 614"/>
                    <a:gd name="T124" fmla="*/ 617 w 642"/>
                    <a:gd name="T125" fmla="*/ 577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2" h="614">
                      <a:moveTo>
                        <a:pt x="628" y="554"/>
                      </a:moveTo>
                      <a:lnTo>
                        <a:pt x="628" y="554"/>
                      </a:lnTo>
                      <a:cubicBezTo>
                        <a:pt x="611" y="554"/>
                        <a:pt x="611" y="554"/>
                        <a:pt x="611" y="554"/>
                      </a:cubicBezTo>
                      <a:cubicBezTo>
                        <a:pt x="611" y="530"/>
                        <a:pt x="611" y="530"/>
                        <a:pt x="611" y="530"/>
                      </a:cubicBezTo>
                      <a:cubicBezTo>
                        <a:pt x="611" y="523"/>
                        <a:pt x="605" y="517"/>
                        <a:pt x="599" y="517"/>
                      </a:cubicBezTo>
                      <a:cubicBezTo>
                        <a:pt x="575" y="517"/>
                        <a:pt x="575" y="517"/>
                        <a:pt x="575" y="517"/>
                      </a:cubicBezTo>
                      <a:cubicBezTo>
                        <a:pt x="575" y="259"/>
                        <a:pt x="575" y="259"/>
                        <a:pt x="575" y="259"/>
                      </a:cubicBezTo>
                      <a:cubicBezTo>
                        <a:pt x="583" y="259"/>
                        <a:pt x="583" y="259"/>
                        <a:pt x="583" y="259"/>
                      </a:cubicBezTo>
                      <a:cubicBezTo>
                        <a:pt x="590" y="259"/>
                        <a:pt x="595" y="254"/>
                        <a:pt x="595" y="247"/>
                      </a:cubicBezTo>
                      <a:cubicBezTo>
                        <a:pt x="595" y="200"/>
                        <a:pt x="595" y="200"/>
                        <a:pt x="595" y="200"/>
                      </a:cubicBezTo>
                      <a:cubicBezTo>
                        <a:pt x="627" y="200"/>
                        <a:pt x="627" y="200"/>
                        <a:pt x="627" y="200"/>
                      </a:cubicBezTo>
                      <a:cubicBezTo>
                        <a:pt x="633" y="200"/>
                        <a:pt x="640" y="195"/>
                        <a:pt x="640" y="188"/>
                      </a:cubicBezTo>
                      <a:cubicBezTo>
                        <a:pt x="640" y="131"/>
                        <a:pt x="640" y="131"/>
                        <a:pt x="640" y="131"/>
                      </a:cubicBezTo>
                      <a:cubicBezTo>
                        <a:pt x="640" y="126"/>
                        <a:pt x="637" y="122"/>
                        <a:pt x="631" y="120"/>
                      </a:cubicBezTo>
                      <a:cubicBezTo>
                        <a:pt x="335" y="1"/>
                        <a:pt x="335" y="1"/>
                        <a:pt x="335" y="1"/>
                      </a:cubicBezTo>
                      <a:cubicBezTo>
                        <a:pt x="332" y="0"/>
                        <a:pt x="328" y="0"/>
                        <a:pt x="326" y="1"/>
                      </a:cubicBezTo>
                      <a:cubicBezTo>
                        <a:pt x="11" y="120"/>
                        <a:pt x="11" y="120"/>
                        <a:pt x="11" y="120"/>
                      </a:cubicBezTo>
                      <a:cubicBezTo>
                        <a:pt x="7" y="122"/>
                        <a:pt x="4" y="126"/>
                        <a:pt x="4" y="131"/>
                      </a:cubicBezTo>
                      <a:cubicBezTo>
                        <a:pt x="4" y="188"/>
                        <a:pt x="4" y="188"/>
                        <a:pt x="4" y="188"/>
                      </a:cubicBezTo>
                      <a:cubicBezTo>
                        <a:pt x="4" y="195"/>
                        <a:pt x="9" y="200"/>
                        <a:pt x="15" y="200"/>
                      </a:cubicBezTo>
                      <a:cubicBezTo>
                        <a:pt x="47" y="200"/>
                        <a:pt x="47" y="200"/>
                        <a:pt x="47" y="200"/>
                      </a:cubicBezTo>
                      <a:cubicBezTo>
                        <a:pt x="47" y="247"/>
                        <a:pt x="47" y="247"/>
                        <a:pt x="47" y="247"/>
                      </a:cubicBezTo>
                      <a:cubicBezTo>
                        <a:pt x="47" y="254"/>
                        <a:pt x="53" y="259"/>
                        <a:pt x="59" y="259"/>
                      </a:cubicBezTo>
                      <a:cubicBezTo>
                        <a:pt x="68" y="259"/>
                        <a:pt x="68" y="259"/>
                        <a:pt x="68" y="259"/>
                      </a:cubicBezTo>
                      <a:cubicBezTo>
                        <a:pt x="68" y="517"/>
                        <a:pt x="68" y="517"/>
                        <a:pt x="68" y="517"/>
                      </a:cubicBezTo>
                      <a:cubicBezTo>
                        <a:pt x="42" y="517"/>
                        <a:pt x="42" y="517"/>
                        <a:pt x="42" y="517"/>
                      </a:cubicBezTo>
                      <a:cubicBezTo>
                        <a:pt x="36" y="517"/>
                        <a:pt x="31" y="523"/>
                        <a:pt x="31" y="530"/>
                      </a:cubicBezTo>
                      <a:cubicBezTo>
                        <a:pt x="31" y="554"/>
                        <a:pt x="31" y="554"/>
                        <a:pt x="31" y="554"/>
                      </a:cubicBezTo>
                      <a:cubicBezTo>
                        <a:pt x="12" y="554"/>
                        <a:pt x="12" y="554"/>
                        <a:pt x="12" y="554"/>
                      </a:cubicBezTo>
                      <a:cubicBezTo>
                        <a:pt x="6" y="554"/>
                        <a:pt x="0" y="559"/>
                        <a:pt x="0" y="565"/>
                      </a:cubicBezTo>
                      <a:cubicBezTo>
                        <a:pt x="0" y="602"/>
                        <a:pt x="0" y="602"/>
                        <a:pt x="0" y="602"/>
                      </a:cubicBezTo>
                      <a:cubicBezTo>
                        <a:pt x="0" y="608"/>
                        <a:pt x="6" y="613"/>
                        <a:pt x="12" y="613"/>
                      </a:cubicBezTo>
                      <a:cubicBezTo>
                        <a:pt x="628" y="613"/>
                        <a:pt x="628" y="613"/>
                        <a:pt x="628" y="613"/>
                      </a:cubicBezTo>
                      <a:cubicBezTo>
                        <a:pt x="636" y="613"/>
                        <a:pt x="641" y="608"/>
                        <a:pt x="641" y="602"/>
                      </a:cubicBezTo>
                      <a:cubicBezTo>
                        <a:pt x="641" y="565"/>
                        <a:pt x="641" y="565"/>
                        <a:pt x="641" y="565"/>
                      </a:cubicBezTo>
                      <a:cubicBezTo>
                        <a:pt x="641" y="559"/>
                        <a:pt x="636" y="554"/>
                        <a:pt x="628" y="554"/>
                      </a:cubicBezTo>
                      <a:close/>
                      <a:moveTo>
                        <a:pt x="26" y="177"/>
                      </a:moveTo>
                      <a:lnTo>
                        <a:pt x="26" y="177"/>
                      </a:lnTo>
                      <a:cubicBezTo>
                        <a:pt x="26" y="140"/>
                        <a:pt x="26" y="140"/>
                        <a:pt x="26" y="140"/>
                      </a:cubicBezTo>
                      <a:cubicBezTo>
                        <a:pt x="330" y="25"/>
                        <a:pt x="330" y="25"/>
                        <a:pt x="330" y="25"/>
                      </a:cubicBezTo>
                      <a:cubicBezTo>
                        <a:pt x="616" y="139"/>
                        <a:pt x="616" y="139"/>
                        <a:pt x="616" y="139"/>
                      </a:cubicBezTo>
                      <a:cubicBezTo>
                        <a:pt x="616" y="177"/>
                        <a:pt x="616" y="177"/>
                        <a:pt x="616" y="177"/>
                      </a:cubicBezTo>
                      <a:lnTo>
                        <a:pt x="26" y="177"/>
                      </a:lnTo>
                      <a:close/>
                      <a:moveTo>
                        <a:pt x="485" y="235"/>
                      </a:moveTo>
                      <a:lnTo>
                        <a:pt x="485" y="235"/>
                      </a:lnTo>
                      <a:cubicBezTo>
                        <a:pt x="475" y="235"/>
                        <a:pt x="475" y="235"/>
                        <a:pt x="475" y="235"/>
                      </a:cubicBezTo>
                      <a:cubicBezTo>
                        <a:pt x="475" y="201"/>
                        <a:pt x="475" y="201"/>
                        <a:pt x="475" y="201"/>
                      </a:cubicBezTo>
                      <a:cubicBezTo>
                        <a:pt x="572" y="201"/>
                        <a:pt x="572" y="201"/>
                        <a:pt x="572" y="201"/>
                      </a:cubicBezTo>
                      <a:cubicBezTo>
                        <a:pt x="572" y="235"/>
                        <a:pt x="572" y="235"/>
                        <a:pt x="572" y="235"/>
                      </a:cubicBezTo>
                      <a:cubicBezTo>
                        <a:pt x="563" y="235"/>
                        <a:pt x="563" y="235"/>
                        <a:pt x="563" y="235"/>
                      </a:cubicBezTo>
                      <a:cubicBezTo>
                        <a:pt x="556" y="235"/>
                        <a:pt x="551" y="241"/>
                        <a:pt x="551" y="247"/>
                      </a:cubicBezTo>
                      <a:cubicBezTo>
                        <a:pt x="551" y="517"/>
                        <a:pt x="551" y="517"/>
                        <a:pt x="551" y="517"/>
                      </a:cubicBezTo>
                      <a:cubicBezTo>
                        <a:pt x="496" y="517"/>
                        <a:pt x="496" y="517"/>
                        <a:pt x="496" y="517"/>
                      </a:cubicBezTo>
                      <a:cubicBezTo>
                        <a:pt x="496" y="247"/>
                        <a:pt x="496" y="247"/>
                        <a:pt x="496" y="247"/>
                      </a:cubicBezTo>
                      <a:cubicBezTo>
                        <a:pt x="496" y="241"/>
                        <a:pt x="491" y="235"/>
                        <a:pt x="485" y="235"/>
                      </a:cubicBezTo>
                      <a:close/>
                      <a:moveTo>
                        <a:pt x="464" y="259"/>
                      </a:moveTo>
                      <a:lnTo>
                        <a:pt x="464" y="259"/>
                      </a:lnTo>
                      <a:cubicBezTo>
                        <a:pt x="472" y="259"/>
                        <a:pt x="472" y="259"/>
                        <a:pt x="472" y="259"/>
                      </a:cubicBezTo>
                      <a:cubicBezTo>
                        <a:pt x="472" y="517"/>
                        <a:pt x="472" y="517"/>
                        <a:pt x="472" y="517"/>
                      </a:cubicBezTo>
                      <a:cubicBezTo>
                        <a:pt x="372" y="517"/>
                        <a:pt x="372" y="517"/>
                        <a:pt x="372" y="517"/>
                      </a:cubicBezTo>
                      <a:cubicBezTo>
                        <a:pt x="372" y="259"/>
                        <a:pt x="372" y="259"/>
                        <a:pt x="372" y="259"/>
                      </a:cubicBezTo>
                      <a:cubicBezTo>
                        <a:pt x="382" y="259"/>
                        <a:pt x="382" y="259"/>
                        <a:pt x="382" y="259"/>
                      </a:cubicBezTo>
                      <a:cubicBezTo>
                        <a:pt x="388" y="259"/>
                        <a:pt x="393" y="254"/>
                        <a:pt x="393" y="247"/>
                      </a:cubicBezTo>
                      <a:cubicBezTo>
                        <a:pt x="393" y="200"/>
                        <a:pt x="393" y="200"/>
                        <a:pt x="393" y="200"/>
                      </a:cubicBezTo>
                      <a:cubicBezTo>
                        <a:pt x="452" y="200"/>
                        <a:pt x="452" y="200"/>
                        <a:pt x="452" y="200"/>
                      </a:cubicBezTo>
                      <a:cubicBezTo>
                        <a:pt x="452" y="247"/>
                        <a:pt x="452" y="247"/>
                        <a:pt x="452" y="247"/>
                      </a:cubicBezTo>
                      <a:cubicBezTo>
                        <a:pt x="452" y="254"/>
                        <a:pt x="458" y="259"/>
                        <a:pt x="464" y="259"/>
                      </a:cubicBezTo>
                      <a:close/>
                      <a:moveTo>
                        <a:pt x="282" y="235"/>
                      </a:moveTo>
                      <a:lnTo>
                        <a:pt x="282" y="235"/>
                      </a:lnTo>
                      <a:cubicBezTo>
                        <a:pt x="273" y="235"/>
                        <a:pt x="273" y="235"/>
                        <a:pt x="273" y="235"/>
                      </a:cubicBezTo>
                      <a:cubicBezTo>
                        <a:pt x="273" y="201"/>
                        <a:pt x="273" y="201"/>
                        <a:pt x="273" y="201"/>
                      </a:cubicBezTo>
                      <a:cubicBezTo>
                        <a:pt x="369" y="201"/>
                        <a:pt x="369" y="201"/>
                        <a:pt x="369" y="201"/>
                      </a:cubicBezTo>
                      <a:cubicBezTo>
                        <a:pt x="369" y="235"/>
                        <a:pt x="369" y="235"/>
                        <a:pt x="369" y="235"/>
                      </a:cubicBezTo>
                      <a:cubicBezTo>
                        <a:pt x="361" y="235"/>
                        <a:pt x="361" y="235"/>
                        <a:pt x="361" y="235"/>
                      </a:cubicBezTo>
                      <a:cubicBezTo>
                        <a:pt x="354" y="235"/>
                        <a:pt x="349" y="241"/>
                        <a:pt x="349" y="247"/>
                      </a:cubicBezTo>
                      <a:cubicBezTo>
                        <a:pt x="349" y="517"/>
                        <a:pt x="349" y="517"/>
                        <a:pt x="349" y="517"/>
                      </a:cubicBezTo>
                      <a:cubicBezTo>
                        <a:pt x="293" y="517"/>
                        <a:pt x="293" y="517"/>
                        <a:pt x="293" y="517"/>
                      </a:cubicBezTo>
                      <a:cubicBezTo>
                        <a:pt x="293" y="247"/>
                        <a:pt x="293" y="247"/>
                        <a:pt x="293" y="247"/>
                      </a:cubicBezTo>
                      <a:cubicBezTo>
                        <a:pt x="293" y="241"/>
                        <a:pt x="288" y="235"/>
                        <a:pt x="282" y="235"/>
                      </a:cubicBezTo>
                      <a:close/>
                      <a:moveTo>
                        <a:pt x="262" y="259"/>
                      </a:moveTo>
                      <a:lnTo>
                        <a:pt x="262" y="259"/>
                      </a:lnTo>
                      <a:cubicBezTo>
                        <a:pt x="270" y="259"/>
                        <a:pt x="270" y="259"/>
                        <a:pt x="270" y="259"/>
                      </a:cubicBezTo>
                      <a:cubicBezTo>
                        <a:pt x="270" y="517"/>
                        <a:pt x="270" y="517"/>
                        <a:pt x="270" y="517"/>
                      </a:cubicBezTo>
                      <a:cubicBezTo>
                        <a:pt x="170" y="517"/>
                        <a:pt x="170" y="517"/>
                        <a:pt x="170" y="517"/>
                      </a:cubicBezTo>
                      <a:cubicBezTo>
                        <a:pt x="170" y="259"/>
                        <a:pt x="170" y="259"/>
                        <a:pt x="170" y="259"/>
                      </a:cubicBezTo>
                      <a:cubicBezTo>
                        <a:pt x="179" y="259"/>
                        <a:pt x="179" y="259"/>
                        <a:pt x="179" y="259"/>
                      </a:cubicBezTo>
                      <a:cubicBezTo>
                        <a:pt x="185" y="259"/>
                        <a:pt x="190" y="254"/>
                        <a:pt x="190" y="247"/>
                      </a:cubicBezTo>
                      <a:cubicBezTo>
                        <a:pt x="190" y="200"/>
                        <a:pt x="190" y="200"/>
                        <a:pt x="190" y="200"/>
                      </a:cubicBezTo>
                      <a:cubicBezTo>
                        <a:pt x="249" y="200"/>
                        <a:pt x="249" y="200"/>
                        <a:pt x="249" y="200"/>
                      </a:cubicBezTo>
                      <a:cubicBezTo>
                        <a:pt x="249" y="247"/>
                        <a:pt x="249" y="247"/>
                        <a:pt x="249" y="247"/>
                      </a:cubicBezTo>
                      <a:cubicBezTo>
                        <a:pt x="249" y="254"/>
                        <a:pt x="255" y="259"/>
                        <a:pt x="262" y="259"/>
                      </a:cubicBezTo>
                      <a:close/>
                      <a:moveTo>
                        <a:pt x="80" y="235"/>
                      </a:moveTo>
                      <a:lnTo>
                        <a:pt x="80" y="235"/>
                      </a:lnTo>
                      <a:cubicBezTo>
                        <a:pt x="70" y="235"/>
                        <a:pt x="70" y="235"/>
                        <a:pt x="70" y="235"/>
                      </a:cubicBezTo>
                      <a:cubicBezTo>
                        <a:pt x="70" y="201"/>
                        <a:pt x="70" y="201"/>
                        <a:pt x="70" y="201"/>
                      </a:cubicBezTo>
                      <a:cubicBezTo>
                        <a:pt x="167" y="201"/>
                        <a:pt x="167" y="201"/>
                        <a:pt x="167" y="201"/>
                      </a:cubicBezTo>
                      <a:cubicBezTo>
                        <a:pt x="167" y="235"/>
                        <a:pt x="167" y="235"/>
                        <a:pt x="167" y="235"/>
                      </a:cubicBezTo>
                      <a:cubicBezTo>
                        <a:pt x="159" y="235"/>
                        <a:pt x="159" y="235"/>
                        <a:pt x="159" y="235"/>
                      </a:cubicBezTo>
                      <a:cubicBezTo>
                        <a:pt x="151" y="235"/>
                        <a:pt x="146" y="241"/>
                        <a:pt x="146" y="247"/>
                      </a:cubicBezTo>
                      <a:cubicBezTo>
                        <a:pt x="146" y="517"/>
                        <a:pt x="146" y="517"/>
                        <a:pt x="146" y="517"/>
                      </a:cubicBezTo>
                      <a:cubicBezTo>
                        <a:pt x="91" y="517"/>
                        <a:pt x="91" y="517"/>
                        <a:pt x="91" y="517"/>
                      </a:cubicBezTo>
                      <a:cubicBezTo>
                        <a:pt x="91" y="247"/>
                        <a:pt x="91" y="247"/>
                        <a:pt x="91" y="247"/>
                      </a:cubicBezTo>
                      <a:cubicBezTo>
                        <a:pt x="91" y="241"/>
                        <a:pt x="86" y="235"/>
                        <a:pt x="80" y="235"/>
                      </a:cubicBezTo>
                      <a:close/>
                      <a:moveTo>
                        <a:pt x="617" y="590"/>
                      </a:moveTo>
                      <a:lnTo>
                        <a:pt x="617" y="590"/>
                      </a:lnTo>
                      <a:cubicBezTo>
                        <a:pt x="24" y="590"/>
                        <a:pt x="24" y="590"/>
                        <a:pt x="24" y="590"/>
                      </a:cubicBezTo>
                      <a:cubicBezTo>
                        <a:pt x="24" y="577"/>
                        <a:pt x="24" y="577"/>
                        <a:pt x="24" y="577"/>
                      </a:cubicBezTo>
                      <a:cubicBezTo>
                        <a:pt x="42" y="577"/>
                        <a:pt x="42" y="577"/>
                        <a:pt x="42" y="577"/>
                      </a:cubicBezTo>
                      <a:cubicBezTo>
                        <a:pt x="48" y="577"/>
                        <a:pt x="54" y="572"/>
                        <a:pt x="54" y="565"/>
                      </a:cubicBezTo>
                      <a:cubicBezTo>
                        <a:pt x="54" y="541"/>
                        <a:pt x="54" y="541"/>
                        <a:pt x="54" y="541"/>
                      </a:cubicBezTo>
                      <a:cubicBezTo>
                        <a:pt x="80" y="541"/>
                        <a:pt x="80" y="541"/>
                        <a:pt x="80" y="541"/>
                      </a:cubicBezTo>
                      <a:lnTo>
                        <a:pt x="80" y="541"/>
                      </a:lnTo>
                      <a:cubicBezTo>
                        <a:pt x="159" y="541"/>
                        <a:pt x="159" y="541"/>
                        <a:pt x="159" y="541"/>
                      </a:cubicBezTo>
                      <a:lnTo>
                        <a:pt x="159" y="541"/>
                      </a:lnTo>
                      <a:cubicBezTo>
                        <a:pt x="282" y="541"/>
                        <a:pt x="282" y="541"/>
                        <a:pt x="282" y="541"/>
                      </a:cubicBezTo>
                      <a:lnTo>
                        <a:pt x="282" y="541"/>
                      </a:lnTo>
                      <a:cubicBezTo>
                        <a:pt x="361" y="541"/>
                        <a:pt x="361" y="541"/>
                        <a:pt x="361" y="541"/>
                      </a:cubicBezTo>
                      <a:lnTo>
                        <a:pt x="361" y="541"/>
                      </a:lnTo>
                      <a:cubicBezTo>
                        <a:pt x="484" y="541"/>
                        <a:pt x="484" y="541"/>
                        <a:pt x="484" y="541"/>
                      </a:cubicBezTo>
                      <a:lnTo>
                        <a:pt x="485" y="541"/>
                      </a:lnTo>
                      <a:cubicBezTo>
                        <a:pt x="563" y="541"/>
                        <a:pt x="563" y="541"/>
                        <a:pt x="563" y="541"/>
                      </a:cubicBezTo>
                      <a:cubicBezTo>
                        <a:pt x="564" y="541"/>
                        <a:pt x="564" y="541"/>
                        <a:pt x="564" y="541"/>
                      </a:cubicBezTo>
                      <a:cubicBezTo>
                        <a:pt x="587" y="541"/>
                        <a:pt x="587" y="541"/>
                        <a:pt x="587" y="541"/>
                      </a:cubicBezTo>
                      <a:cubicBezTo>
                        <a:pt x="587" y="565"/>
                        <a:pt x="587" y="565"/>
                        <a:pt x="587" y="565"/>
                      </a:cubicBezTo>
                      <a:cubicBezTo>
                        <a:pt x="587" y="572"/>
                        <a:pt x="592" y="577"/>
                        <a:pt x="599" y="577"/>
                      </a:cubicBezTo>
                      <a:cubicBezTo>
                        <a:pt x="617" y="577"/>
                        <a:pt x="617" y="577"/>
                        <a:pt x="617" y="577"/>
                      </a:cubicBezTo>
                      <a:lnTo>
                        <a:pt x="617" y="590"/>
                      </a:ln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55" name="Group 154"/>
                <p:cNvGrpSpPr>
                  <a:grpSpLocks noChangeAspect="1"/>
                </p:cNvGrpSpPr>
                <p:nvPr/>
              </p:nvGrpSpPr>
              <p:grpSpPr>
                <a:xfrm>
                  <a:off x="4895918" y="6254361"/>
                  <a:ext cx="326713" cy="326713"/>
                  <a:chOff x="3963532" y="4359643"/>
                  <a:chExt cx="324146" cy="324146"/>
                </a:xfrm>
                <a:solidFill>
                  <a:srgbClr val="0078EF"/>
                </a:solidFill>
              </p:grpSpPr>
              <p:sp>
                <p:nvSpPr>
                  <p:cNvPr id="156" name="Freeform 74"/>
                  <p:cNvSpPr>
                    <a:spLocks noChangeArrowheads="1"/>
                  </p:cNvSpPr>
                  <p:nvPr/>
                </p:nvSpPr>
                <p:spPr bwMode="auto">
                  <a:xfrm>
                    <a:off x="4059849" y="4454109"/>
                    <a:ext cx="133363" cy="133363"/>
                  </a:xfrm>
                  <a:custGeom>
                    <a:avLst/>
                    <a:gdLst>
                      <a:gd name="T0" fmla="*/ 158 w 318"/>
                      <a:gd name="T1" fmla="*/ 0 h 318"/>
                      <a:gd name="T2" fmla="*/ 158 w 318"/>
                      <a:gd name="T3" fmla="*/ 0 h 318"/>
                      <a:gd name="T4" fmla="*/ 0 w 318"/>
                      <a:gd name="T5" fmla="*/ 159 h 318"/>
                      <a:gd name="T6" fmla="*/ 158 w 318"/>
                      <a:gd name="T7" fmla="*/ 317 h 318"/>
                      <a:gd name="T8" fmla="*/ 317 w 318"/>
                      <a:gd name="T9" fmla="*/ 159 h 318"/>
                      <a:gd name="T10" fmla="*/ 158 w 318"/>
                      <a:gd name="T11" fmla="*/ 0 h 318"/>
                      <a:gd name="T12" fmla="*/ 158 w 318"/>
                      <a:gd name="T13" fmla="*/ 294 h 318"/>
                      <a:gd name="T14" fmla="*/ 158 w 318"/>
                      <a:gd name="T15" fmla="*/ 294 h 318"/>
                      <a:gd name="T16" fmla="*/ 23 w 318"/>
                      <a:gd name="T17" fmla="*/ 159 h 318"/>
                      <a:gd name="T18" fmla="*/ 158 w 318"/>
                      <a:gd name="T19" fmla="*/ 23 h 318"/>
                      <a:gd name="T20" fmla="*/ 294 w 318"/>
                      <a:gd name="T21" fmla="*/ 159 h 318"/>
                      <a:gd name="T22" fmla="*/ 158 w 318"/>
                      <a:gd name="T23" fmla="*/ 294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318">
                        <a:moveTo>
                          <a:pt x="158" y="0"/>
                        </a:moveTo>
                        <a:lnTo>
                          <a:pt x="158" y="0"/>
                        </a:lnTo>
                        <a:cubicBezTo>
                          <a:pt x="71" y="0"/>
                          <a:pt x="0" y="71"/>
                          <a:pt x="0" y="159"/>
                        </a:cubicBezTo>
                        <a:cubicBezTo>
                          <a:pt x="0" y="246"/>
                          <a:pt x="71" y="317"/>
                          <a:pt x="158" y="317"/>
                        </a:cubicBezTo>
                        <a:cubicBezTo>
                          <a:pt x="247" y="317"/>
                          <a:pt x="317" y="246"/>
                          <a:pt x="317" y="159"/>
                        </a:cubicBezTo>
                        <a:cubicBezTo>
                          <a:pt x="317" y="71"/>
                          <a:pt x="247" y="0"/>
                          <a:pt x="158" y="0"/>
                        </a:cubicBezTo>
                        <a:close/>
                        <a:moveTo>
                          <a:pt x="158" y="294"/>
                        </a:moveTo>
                        <a:lnTo>
                          <a:pt x="158" y="294"/>
                        </a:lnTo>
                        <a:cubicBezTo>
                          <a:pt x="84" y="294"/>
                          <a:pt x="23" y="234"/>
                          <a:pt x="23" y="159"/>
                        </a:cubicBezTo>
                        <a:cubicBezTo>
                          <a:pt x="23" y="84"/>
                          <a:pt x="84" y="23"/>
                          <a:pt x="158" y="23"/>
                        </a:cubicBezTo>
                        <a:cubicBezTo>
                          <a:pt x="233" y="23"/>
                          <a:pt x="294" y="84"/>
                          <a:pt x="294" y="159"/>
                        </a:cubicBezTo>
                        <a:cubicBezTo>
                          <a:pt x="294" y="234"/>
                          <a:pt x="233" y="294"/>
                          <a:pt x="158" y="29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57" name="Freeform 75"/>
                  <p:cNvSpPr>
                    <a:spLocks noChangeArrowheads="1"/>
                  </p:cNvSpPr>
                  <p:nvPr/>
                </p:nvSpPr>
                <p:spPr bwMode="auto">
                  <a:xfrm>
                    <a:off x="3963532" y="4359643"/>
                    <a:ext cx="324146" cy="324146"/>
                  </a:xfrm>
                  <a:custGeom>
                    <a:avLst/>
                    <a:gdLst>
                      <a:gd name="T0" fmla="*/ 738 w 773"/>
                      <a:gd name="T1" fmla="*/ 315 h 773"/>
                      <a:gd name="T2" fmla="*/ 644 w 773"/>
                      <a:gd name="T3" fmla="*/ 227 h 773"/>
                      <a:gd name="T4" fmla="*/ 694 w 773"/>
                      <a:gd name="T5" fmla="*/ 162 h 773"/>
                      <a:gd name="T6" fmla="*/ 635 w 773"/>
                      <a:gd name="T7" fmla="*/ 88 h 773"/>
                      <a:gd name="T8" fmla="*/ 610 w 773"/>
                      <a:gd name="T9" fmla="*/ 78 h 773"/>
                      <a:gd name="T10" fmla="*/ 545 w 773"/>
                      <a:gd name="T11" fmla="*/ 128 h 773"/>
                      <a:gd name="T12" fmla="*/ 457 w 773"/>
                      <a:gd name="T13" fmla="*/ 35 h 773"/>
                      <a:gd name="T14" fmla="*/ 352 w 773"/>
                      <a:gd name="T15" fmla="*/ 0 h 773"/>
                      <a:gd name="T16" fmla="*/ 316 w 773"/>
                      <a:gd name="T17" fmla="*/ 91 h 773"/>
                      <a:gd name="T18" fmla="*/ 188 w 773"/>
                      <a:gd name="T19" fmla="*/ 88 h 773"/>
                      <a:gd name="T20" fmla="*/ 163 w 773"/>
                      <a:gd name="T21" fmla="*/ 78 h 773"/>
                      <a:gd name="T22" fmla="*/ 88 w 773"/>
                      <a:gd name="T23" fmla="*/ 137 h 773"/>
                      <a:gd name="T24" fmla="*/ 88 w 773"/>
                      <a:gd name="T25" fmla="*/ 187 h 773"/>
                      <a:gd name="T26" fmla="*/ 91 w 773"/>
                      <a:gd name="T27" fmla="*/ 315 h 773"/>
                      <a:gd name="T28" fmla="*/ 0 w 773"/>
                      <a:gd name="T29" fmla="*/ 350 h 773"/>
                      <a:gd name="T30" fmla="*/ 35 w 773"/>
                      <a:gd name="T31" fmla="*/ 456 h 773"/>
                      <a:gd name="T32" fmla="*/ 128 w 773"/>
                      <a:gd name="T33" fmla="*/ 544 h 773"/>
                      <a:gd name="T34" fmla="*/ 88 w 773"/>
                      <a:gd name="T35" fmla="*/ 634 h 773"/>
                      <a:gd name="T36" fmla="*/ 188 w 773"/>
                      <a:gd name="T37" fmla="*/ 684 h 773"/>
                      <a:gd name="T38" fmla="*/ 316 w 773"/>
                      <a:gd name="T39" fmla="*/ 680 h 773"/>
                      <a:gd name="T40" fmla="*/ 352 w 773"/>
                      <a:gd name="T41" fmla="*/ 772 h 773"/>
                      <a:gd name="T42" fmla="*/ 457 w 773"/>
                      <a:gd name="T43" fmla="*/ 737 h 773"/>
                      <a:gd name="T44" fmla="*/ 545 w 773"/>
                      <a:gd name="T45" fmla="*/ 644 h 773"/>
                      <a:gd name="T46" fmla="*/ 635 w 773"/>
                      <a:gd name="T47" fmla="*/ 684 h 773"/>
                      <a:gd name="T48" fmla="*/ 685 w 773"/>
                      <a:gd name="T49" fmla="*/ 585 h 773"/>
                      <a:gd name="T50" fmla="*/ 682 w 773"/>
                      <a:gd name="T51" fmla="*/ 456 h 773"/>
                      <a:gd name="T52" fmla="*/ 772 w 773"/>
                      <a:gd name="T53" fmla="*/ 421 h 773"/>
                      <a:gd name="T54" fmla="*/ 738 w 773"/>
                      <a:gd name="T55" fmla="*/ 315 h 773"/>
                      <a:gd name="T56" fmla="*/ 749 w 773"/>
                      <a:gd name="T57" fmla="*/ 421 h 773"/>
                      <a:gd name="T58" fmla="*/ 662 w 773"/>
                      <a:gd name="T59" fmla="*/ 433 h 773"/>
                      <a:gd name="T60" fmla="*/ 620 w 773"/>
                      <a:gd name="T61" fmla="*/ 540 h 773"/>
                      <a:gd name="T62" fmla="*/ 668 w 773"/>
                      <a:gd name="T63" fmla="*/ 600 h 773"/>
                      <a:gd name="T64" fmla="*/ 618 w 773"/>
                      <a:gd name="T65" fmla="*/ 667 h 773"/>
                      <a:gd name="T66" fmla="*/ 548 w 773"/>
                      <a:gd name="T67" fmla="*/ 614 h 773"/>
                      <a:gd name="T68" fmla="*/ 442 w 773"/>
                      <a:gd name="T69" fmla="*/ 660 h 773"/>
                      <a:gd name="T70" fmla="*/ 433 w 773"/>
                      <a:gd name="T71" fmla="*/ 737 h 773"/>
                      <a:gd name="T72" fmla="*/ 352 w 773"/>
                      <a:gd name="T73" fmla="*/ 748 h 773"/>
                      <a:gd name="T74" fmla="*/ 339 w 773"/>
                      <a:gd name="T75" fmla="*/ 662 h 773"/>
                      <a:gd name="T76" fmla="*/ 232 w 773"/>
                      <a:gd name="T77" fmla="*/ 619 h 773"/>
                      <a:gd name="T78" fmla="*/ 172 w 773"/>
                      <a:gd name="T79" fmla="*/ 667 h 773"/>
                      <a:gd name="T80" fmla="*/ 105 w 773"/>
                      <a:gd name="T81" fmla="*/ 617 h 773"/>
                      <a:gd name="T82" fmla="*/ 158 w 773"/>
                      <a:gd name="T83" fmla="*/ 547 h 773"/>
                      <a:gd name="T84" fmla="*/ 112 w 773"/>
                      <a:gd name="T85" fmla="*/ 442 h 773"/>
                      <a:gd name="T86" fmla="*/ 35 w 773"/>
                      <a:gd name="T87" fmla="*/ 433 h 773"/>
                      <a:gd name="T88" fmla="*/ 24 w 773"/>
                      <a:gd name="T89" fmla="*/ 350 h 773"/>
                      <a:gd name="T90" fmla="*/ 110 w 773"/>
                      <a:gd name="T91" fmla="*/ 339 h 773"/>
                      <a:gd name="T92" fmla="*/ 153 w 773"/>
                      <a:gd name="T93" fmla="*/ 232 h 773"/>
                      <a:gd name="T94" fmla="*/ 105 w 773"/>
                      <a:gd name="T95" fmla="*/ 170 h 773"/>
                      <a:gd name="T96" fmla="*/ 105 w 773"/>
                      <a:gd name="T97" fmla="*/ 154 h 773"/>
                      <a:gd name="T98" fmla="*/ 163 w 773"/>
                      <a:gd name="T99" fmla="*/ 101 h 773"/>
                      <a:gd name="T100" fmla="*/ 225 w 773"/>
                      <a:gd name="T101" fmla="*/ 158 h 773"/>
                      <a:gd name="T102" fmla="*/ 330 w 773"/>
                      <a:gd name="T103" fmla="*/ 112 h 773"/>
                      <a:gd name="T104" fmla="*/ 339 w 773"/>
                      <a:gd name="T105" fmla="*/ 35 h 773"/>
                      <a:gd name="T106" fmla="*/ 421 w 773"/>
                      <a:gd name="T107" fmla="*/ 23 h 773"/>
                      <a:gd name="T108" fmla="*/ 433 w 773"/>
                      <a:gd name="T109" fmla="*/ 110 h 773"/>
                      <a:gd name="T110" fmla="*/ 540 w 773"/>
                      <a:gd name="T111" fmla="*/ 153 h 773"/>
                      <a:gd name="T112" fmla="*/ 602 w 773"/>
                      <a:gd name="T113" fmla="*/ 104 h 773"/>
                      <a:gd name="T114" fmla="*/ 668 w 773"/>
                      <a:gd name="T115" fmla="*/ 154 h 773"/>
                      <a:gd name="T116" fmla="*/ 668 w 773"/>
                      <a:gd name="T117" fmla="*/ 170 h 773"/>
                      <a:gd name="T118" fmla="*/ 620 w 773"/>
                      <a:gd name="T119" fmla="*/ 232 h 773"/>
                      <a:gd name="T120" fmla="*/ 662 w 773"/>
                      <a:gd name="T121" fmla="*/ 339 h 773"/>
                      <a:gd name="T122" fmla="*/ 749 w 773"/>
                      <a:gd name="T123" fmla="*/ 35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73" h="773">
                        <a:moveTo>
                          <a:pt x="738" y="315"/>
                        </a:moveTo>
                        <a:lnTo>
                          <a:pt x="738" y="315"/>
                        </a:lnTo>
                        <a:cubicBezTo>
                          <a:pt x="682" y="315"/>
                          <a:pt x="682" y="315"/>
                          <a:pt x="682" y="315"/>
                        </a:cubicBezTo>
                        <a:cubicBezTo>
                          <a:pt x="674" y="284"/>
                          <a:pt x="662" y="255"/>
                          <a:pt x="644" y="227"/>
                        </a:cubicBezTo>
                        <a:cubicBezTo>
                          <a:pt x="685" y="187"/>
                          <a:pt x="685" y="187"/>
                          <a:pt x="685" y="187"/>
                        </a:cubicBezTo>
                        <a:cubicBezTo>
                          <a:pt x="691" y="181"/>
                          <a:pt x="694" y="171"/>
                          <a:pt x="694" y="162"/>
                        </a:cubicBezTo>
                        <a:cubicBezTo>
                          <a:pt x="694" y="153"/>
                          <a:pt x="691" y="144"/>
                          <a:pt x="685" y="137"/>
                        </a:cubicBezTo>
                        <a:cubicBezTo>
                          <a:pt x="635" y="88"/>
                          <a:pt x="635" y="88"/>
                          <a:pt x="635" y="88"/>
                        </a:cubicBezTo>
                        <a:cubicBezTo>
                          <a:pt x="629" y="81"/>
                          <a:pt x="619" y="78"/>
                          <a:pt x="610" y="78"/>
                        </a:cubicBezTo>
                        <a:lnTo>
                          <a:pt x="610" y="78"/>
                        </a:lnTo>
                        <a:cubicBezTo>
                          <a:pt x="601" y="78"/>
                          <a:pt x="592" y="81"/>
                          <a:pt x="585" y="88"/>
                        </a:cubicBezTo>
                        <a:cubicBezTo>
                          <a:pt x="545" y="128"/>
                          <a:pt x="545" y="128"/>
                          <a:pt x="545" y="128"/>
                        </a:cubicBezTo>
                        <a:cubicBezTo>
                          <a:pt x="518" y="111"/>
                          <a:pt x="488" y="98"/>
                          <a:pt x="457" y="91"/>
                        </a:cubicBezTo>
                        <a:cubicBezTo>
                          <a:pt x="457" y="35"/>
                          <a:pt x="457" y="35"/>
                          <a:pt x="457" y="35"/>
                        </a:cubicBezTo>
                        <a:cubicBezTo>
                          <a:pt x="457" y="15"/>
                          <a:pt x="441" y="0"/>
                          <a:pt x="421" y="0"/>
                        </a:cubicBezTo>
                        <a:cubicBezTo>
                          <a:pt x="352" y="0"/>
                          <a:pt x="352" y="0"/>
                          <a:pt x="352" y="0"/>
                        </a:cubicBezTo>
                        <a:cubicBezTo>
                          <a:pt x="332" y="0"/>
                          <a:pt x="316" y="15"/>
                          <a:pt x="316" y="35"/>
                        </a:cubicBezTo>
                        <a:cubicBezTo>
                          <a:pt x="316" y="91"/>
                          <a:pt x="316" y="91"/>
                          <a:pt x="316" y="91"/>
                        </a:cubicBezTo>
                        <a:cubicBezTo>
                          <a:pt x="285" y="98"/>
                          <a:pt x="255" y="111"/>
                          <a:pt x="228" y="128"/>
                        </a:cubicBezTo>
                        <a:cubicBezTo>
                          <a:pt x="188" y="88"/>
                          <a:pt x="188" y="88"/>
                          <a:pt x="188" y="88"/>
                        </a:cubicBezTo>
                        <a:cubicBezTo>
                          <a:pt x="181" y="81"/>
                          <a:pt x="173" y="78"/>
                          <a:pt x="163" y="78"/>
                        </a:cubicBezTo>
                        <a:lnTo>
                          <a:pt x="163" y="78"/>
                        </a:lnTo>
                        <a:cubicBezTo>
                          <a:pt x="154" y="78"/>
                          <a:pt x="144" y="81"/>
                          <a:pt x="138" y="88"/>
                        </a:cubicBezTo>
                        <a:cubicBezTo>
                          <a:pt x="88" y="137"/>
                          <a:pt x="88" y="137"/>
                          <a:pt x="88" y="137"/>
                        </a:cubicBezTo>
                        <a:cubicBezTo>
                          <a:pt x="82" y="144"/>
                          <a:pt x="78" y="153"/>
                          <a:pt x="78" y="162"/>
                        </a:cubicBezTo>
                        <a:cubicBezTo>
                          <a:pt x="78" y="171"/>
                          <a:pt x="82" y="181"/>
                          <a:pt x="88" y="187"/>
                        </a:cubicBezTo>
                        <a:cubicBezTo>
                          <a:pt x="128" y="227"/>
                          <a:pt x="128" y="227"/>
                          <a:pt x="128" y="227"/>
                        </a:cubicBezTo>
                        <a:cubicBezTo>
                          <a:pt x="111" y="255"/>
                          <a:pt x="99" y="284"/>
                          <a:pt x="91" y="315"/>
                        </a:cubicBezTo>
                        <a:cubicBezTo>
                          <a:pt x="35" y="315"/>
                          <a:pt x="35" y="315"/>
                          <a:pt x="35" y="315"/>
                        </a:cubicBezTo>
                        <a:cubicBezTo>
                          <a:pt x="16" y="315"/>
                          <a:pt x="0" y="331"/>
                          <a:pt x="0" y="350"/>
                        </a:cubicBezTo>
                        <a:cubicBezTo>
                          <a:pt x="0" y="421"/>
                          <a:pt x="0" y="421"/>
                          <a:pt x="0" y="421"/>
                        </a:cubicBezTo>
                        <a:cubicBezTo>
                          <a:pt x="0" y="440"/>
                          <a:pt x="16" y="456"/>
                          <a:pt x="35" y="456"/>
                        </a:cubicBezTo>
                        <a:cubicBezTo>
                          <a:pt x="91" y="456"/>
                          <a:pt x="91" y="456"/>
                          <a:pt x="91" y="456"/>
                        </a:cubicBezTo>
                        <a:cubicBezTo>
                          <a:pt x="99" y="487"/>
                          <a:pt x="111" y="517"/>
                          <a:pt x="128" y="544"/>
                        </a:cubicBezTo>
                        <a:cubicBezTo>
                          <a:pt x="88" y="585"/>
                          <a:pt x="88" y="585"/>
                          <a:pt x="88" y="585"/>
                        </a:cubicBezTo>
                        <a:cubicBezTo>
                          <a:pt x="75" y="598"/>
                          <a:pt x="75" y="620"/>
                          <a:pt x="88" y="634"/>
                        </a:cubicBezTo>
                        <a:cubicBezTo>
                          <a:pt x="138" y="684"/>
                          <a:pt x="138" y="684"/>
                          <a:pt x="138" y="684"/>
                        </a:cubicBezTo>
                        <a:cubicBezTo>
                          <a:pt x="152" y="697"/>
                          <a:pt x="175" y="697"/>
                          <a:pt x="188" y="684"/>
                        </a:cubicBezTo>
                        <a:cubicBezTo>
                          <a:pt x="228" y="644"/>
                          <a:pt x="228" y="644"/>
                          <a:pt x="228" y="644"/>
                        </a:cubicBezTo>
                        <a:cubicBezTo>
                          <a:pt x="255" y="661"/>
                          <a:pt x="285" y="673"/>
                          <a:pt x="316" y="680"/>
                        </a:cubicBezTo>
                        <a:cubicBezTo>
                          <a:pt x="316" y="737"/>
                          <a:pt x="316" y="737"/>
                          <a:pt x="316" y="737"/>
                        </a:cubicBezTo>
                        <a:cubicBezTo>
                          <a:pt x="316" y="756"/>
                          <a:pt x="332" y="772"/>
                          <a:pt x="352" y="772"/>
                        </a:cubicBezTo>
                        <a:cubicBezTo>
                          <a:pt x="421" y="772"/>
                          <a:pt x="421" y="772"/>
                          <a:pt x="421" y="772"/>
                        </a:cubicBezTo>
                        <a:cubicBezTo>
                          <a:pt x="441" y="772"/>
                          <a:pt x="457" y="756"/>
                          <a:pt x="457" y="737"/>
                        </a:cubicBezTo>
                        <a:cubicBezTo>
                          <a:pt x="457" y="680"/>
                          <a:pt x="457" y="680"/>
                          <a:pt x="457" y="680"/>
                        </a:cubicBezTo>
                        <a:cubicBezTo>
                          <a:pt x="488" y="673"/>
                          <a:pt x="517" y="661"/>
                          <a:pt x="545" y="644"/>
                        </a:cubicBezTo>
                        <a:cubicBezTo>
                          <a:pt x="585" y="684"/>
                          <a:pt x="585" y="684"/>
                          <a:pt x="585" y="684"/>
                        </a:cubicBezTo>
                        <a:cubicBezTo>
                          <a:pt x="598" y="697"/>
                          <a:pt x="621" y="697"/>
                          <a:pt x="635" y="684"/>
                        </a:cubicBezTo>
                        <a:cubicBezTo>
                          <a:pt x="685" y="634"/>
                          <a:pt x="685" y="634"/>
                          <a:pt x="685" y="634"/>
                        </a:cubicBezTo>
                        <a:cubicBezTo>
                          <a:pt x="698" y="620"/>
                          <a:pt x="698" y="598"/>
                          <a:pt x="685" y="585"/>
                        </a:cubicBezTo>
                        <a:cubicBezTo>
                          <a:pt x="644" y="544"/>
                          <a:pt x="644" y="544"/>
                          <a:pt x="644" y="544"/>
                        </a:cubicBezTo>
                        <a:cubicBezTo>
                          <a:pt x="662" y="517"/>
                          <a:pt x="674" y="487"/>
                          <a:pt x="682" y="456"/>
                        </a:cubicBezTo>
                        <a:cubicBezTo>
                          <a:pt x="738" y="456"/>
                          <a:pt x="738" y="456"/>
                          <a:pt x="738" y="456"/>
                        </a:cubicBezTo>
                        <a:cubicBezTo>
                          <a:pt x="757" y="456"/>
                          <a:pt x="772" y="440"/>
                          <a:pt x="772" y="421"/>
                        </a:cubicBezTo>
                        <a:cubicBezTo>
                          <a:pt x="772" y="350"/>
                          <a:pt x="772" y="350"/>
                          <a:pt x="772" y="350"/>
                        </a:cubicBezTo>
                        <a:cubicBezTo>
                          <a:pt x="772" y="331"/>
                          <a:pt x="757" y="315"/>
                          <a:pt x="738" y="315"/>
                        </a:cubicBezTo>
                        <a:close/>
                        <a:moveTo>
                          <a:pt x="749" y="421"/>
                        </a:moveTo>
                        <a:lnTo>
                          <a:pt x="749" y="421"/>
                        </a:lnTo>
                        <a:cubicBezTo>
                          <a:pt x="749" y="427"/>
                          <a:pt x="744" y="433"/>
                          <a:pt x="738" y="433"/>
                        </a:cubicBezTo>
                        <a:cubicBezTo>
                          <a:pt x="662" y="433"/>
                          <a:pt x="662" y="433"/>
                          <a:pt x="662" y="433"/>
                        </a:cubicBezTo>
                        <a:cubicBezTo>
                          <a:pt x="661" y="442"/>
                          <a:pt x="661" y="442"/>
                          <a:pt x="661" y="442"/>
                        </a:cubicBezTo>
                        <a:cubicBezTo>
                          <a:pt x="654" y="476"/>
                          <a:pt x="640" y="510"/>
                          <a:pt x="620" y="540"/>
                        </a:cubicBezTo>
                        <a:cubicBezTo>
                          <a:pt x="615" y="547"/>
                          <a:pt x="615" y="547"/>
                          <a:pt x="615" y="547"/>
                        </a:cubicBezTo>
                        <a:cubicBezTo>
                          <a:pt x="668" y="600"/>
                          <a:pt x="668" y="600"/>
                          <a:pt x="668" y="600"/>
                        </a:cubicBezTo>
                        <a:cubicBezTo>
                          <a:pt x="672" y="606"/>
                          <a:pt x="672" y="613"/>
                          <a:pt x="668" y="617"/>
                        </a:cubicBezTo>
                        <a:cubicBezTo>
                          <a:pt x="618" y="667"/>
                          <a:pt x="618" y="667"/>
                          <a:pt x="618" y="667"/>
                        </a:cubicBezTo>
                        <a:cubicBezTo>
                          <a:pt x="614" y="671"/>
                          <a:pt x="606" y="671"/>
                          <a:pt x="602" y="667"/>
                        </a:cubicBezTo>
                        <a:cubicBezTo>
                          <a:pt x="548" y="614"/>
                          <a:pt x="548" y="614"/>
                          <a:pt x="548" y="614"/>
                        </a:cubicBezTo>
                        <a:cubicBezTo>
                          <a:pt x="540" y="619"/>
                          <a:pt x="540" y="619"/>
                          <a:pt x="540" y="619"/>
                        </a:cubicBezTo>
                        <a:cubicBezTo>
                          <a:pt x="510" y="639"/>
                          <a:pt x="478" y="652"/>
                          <a:pt x="442" y="660"/>
                        </a:cubicBezTo>
                        <a:cubicBezTo>
                          <a:pt x="433" y="662"/>
                          <a:pt x="433" y="662"/>
                          <a:pt x="433" y="662"/>
                        </a:cubicBezTo>
                        <a:cubicBezTo>
                          <a:pt x="433" y="737"/>
                          <a:pt x="433" y="737"/>
                          <a:pt x="433" y="737"/>
                        </a:cubicBezTo>
                        <a:cubicBezTo>
                          <a:pt x="433" y="743"/>
                          <a:pt x="428" y="748"/>
                          <a:pt x="421" y="748"/>
                        </a:cubicBezTo>
                        <a:cubicBezTo>
                          <a:pt x="352" y="748"/>
                          <a:pt x="352" y="748"/>
                          <a:pt x="352" y="748"/>
                        </a:cubicBezTo>
                        <a:cubicBezTo>
                          <a:pt x="344" y="748"/>
                          <a:pt x="339" y="743"/>
                          <a:pt x="339" y="737"/>
                        </a:cubicBezTo>
                        <a:cubicBezTo>
                          <a:pt x="339" y="662"/>
                          <a:pt x="339" y="662"/>
                          <a:pt x="339" y="662"/>
                        </a:cubicBezTo>
                        <a:cubicBezTo>
                          <a:pt x="330" y="660"/>
                          <a:pt x="330" y="660"/>
                          <a:pt x="330" y="660"/>
                        </a:cubicBezTo>
                        <a:cubicBezTo>
                          <a:pt x="295" y="652"/>
                          <a:pt x="262" y="639"/>
                          <a:pt x="232" y="619"/>
                        </a:cubicBezTo>
                        <a:cubicBezTo>
                          <a:pt x="225" y="614"/>
                          <a:pt x="225" y="614"/>
                          <a:pt x="225" y="614"/>
                        </a:cubicBezTo>
                        <a:cubicBezTo>
                          <a:pt x="172" y="667"/>
                          <a:pt x="172" y="667"/>
                          <a:pt x="172" y="667"/>
                        </a:cubicBezTo>
                        <a:cubicBezTo>
                          <a:pt x="167" y="671"/>
                          <a:pt x="159" y="671"/>
                          <a:pt x="155" y="667"/>
                        </a:cubicBezTo>
                        <a:cubicBezTo>
                          <a:pt x="105" y="617"/>
                          <a:pt x="105" y="617"/>
                          <a:pt x="105" y="617"/>
                        </a:cubicBezTo>
                        <a:cubicBezTo>
                          <a:pt x="101" y="613"/>
                          <a:pt x="101" y="606"/>
                          <a:pt x="105" y="600"/>
                        </a:cubicBezTo>
                        <a:cubicBezTo>
                          <a:pt x="158" y="547"/>
                          <a:pt x="158" y="547"/>
                          <a:pt x="158" y="547"/>
                        </a:cubicBezTo>
                        <a:cubicBezTo>
                          <a:pt x="153" y="540"/>
                          <a:pt x="153" y="540"/>
                          <a:pt x="153" y="540"/>
                        </a:cubicBezTo>
                        <a:cubicBezTo>
                          <a:pt x="133" y="510"/>
                          <a:pt x="119" y="476"/>
                          <a:pt x="112" y="442"/>
                        </a:cubicBezTo>
                        <a:cubicBezTo>
                          <a:pt x="110" y="433"/>
                          <a:pt x="110" y="433"/>
                          <a:pt x="110" y="433"/>
                        </a:cubicBezTo>
                        <a:cubicBezTo>
                          <a:pt x="35" y="433"/>
                          <a:pt x="35" y="433"/>
                          <a:pt x="35" y="433"/>
                        </a:cubicBezTo>
                        <a:cubicBezTo>
                          <a:pt x="29" y="433"/>
                          <a:pt x="24" y="427"/>
                          <a:pt x="24" y="421"/>
                        </a:cubicBezTo>
                        <a:cubicBezTo>
                          <a:pt x="24" y="350"/>
                          <a:pt x="24" y="350"/>
                          <a:pt x="24" y="350"/>
                        </a:cubicBezTo>
                        <a:cubicBezTo>
                          <a:pt x="24" y="344"/>
                          <a:pt x="29" y="339"/>
                          <a:pt x="35" y="339"/>
                        </a:cubicBezTo>
                        <a:cubicBezTo>
                          <a:pt x="110" y="339"/>
                          <a:pt x="110" y="339"/>
                          <a:pt x="110" y="339"/>
                        </a:cubicBezTo>
                        <a:cubicBezTo>
                          <a:pt x="112" y="330"/>
                          <a:pt x="112" y="330"/>
                          <a:pt x="112" y="330"/>
                        </a:cubicBezTo>
                        <a:cubicBezTo>
                          <a:pt x="119" y="294"/>
                          <a:pt x="133" y="262"/>
                          <a:pt x="153" y="232"/>
                        </a:cubicBezTo>
                        <a:cubicBezTo>
                          <a:pt x="158" y="223"/>
                          <a:pt x="158" y="223"/>
                          <a:pt x="158" y="223"/>
                        </a:cubicBezTo>
                        <a:cubicBezTo>
                          <a:pt x="105" y="170"/>
                          <a:pt x="105" y="170"/>
                          <a:pt x="105" y="170"/>
                        </a:cubicBezTo>
                        <a:cubicBezTo>
                          <a:pt x="103" y="168"/>
                          <a:pt x="102" y="165"/>
                          <a:pt x="102" y="162"/>
                        </a:cubicBezTo>
                        <a:cubicBezTo>
                          <a:pt x="102" y="159"/>
                          <a:pt x="103" y="156"/>
                          <a:pt x="105" y="154"/>
                        </a:cubicBezTo>
                        <a:cubicBezTo>
                          <a:pt x="155" y="105"/>
                          <a:pt x="155" y="105"/>
                          <a:pt x="155" y="105"/>
                        </a:cubicBezTo>
                        <a:cubicBezTo>
                          <a:pt x="157" y="102"/>
                          <a:pt x="160" y="101"/>
                          <a:pt x="163" y="101"/>
                        </a:cubicBezTo>
                        <a:cubicBezTo>
                          <a:pt x="166" y="101"/>
                          <a:pt x="169" y="102"/>
                          <a:pt x="172" y="105"/>
                        </a:cubicBezTo>
                        <a:cubicBezTo>
                          <a:pt x="225" y="158"/>
                          <a:pt x="225" y="158"/>
                          <a:pt x="225" y="158"/>
                        </a:cubicBezTo>
                        <a:cubicBezTo>
                          <a:pt x="232" y="153"/>
                          <a:pt x="232" y="153"/>
                          <a:pt x="232" y="153"/>
                        </a:cubicBezTo>
                        <a:cubicBezTo>
                          <a:pt x="262" y="133"/>
                          <a:pt x="295" y="118"/>
                          <a:pt x="330" y="112"/>
                        </a:cubicBezTo>
                        <a:cubicBezTo>
                          <a:pt x="339" y="110"/>
                          <a:pt x="339" y="110"/>
                          <a:pt x="339" y="110"/>
                        </a:cubicBezTo>
                        <a:cubicBezTo>
                          <a:pt x="339" y="35"/>
                          <a:pt x="339" y="35"/>
                          <a:pt x="339" y="35"/>
                        </a:cubicBezTo>
                        <a:cubicBezTo>
                          <a:pt x="339" y="28"/>
                          <a:pt x="345" y="23"/>
                          <a:pt x="352" y="23"/>
                        </a:cubicBezTo>
                        <a:cubicBezTo>
                          <a:pt x="421" y="23"/>
                          <a:pt x="421" y="23"/>
                          <a:pt x="421" y="23"/>
                        </a:cubicBezTo>
                        <a:cubicBezTo>
                          <a:pt x="428" y="23"/>
                          <a:pt x="433" y="28"/>
                          <a:pt x="433" y="35"/>
                        </a:cubicBezTo>
                        <a:cubicBezTo>
                          <a:pt x="433" y="110"/>
                          <a:pt x="433" y="110"/>
                          <a:pt x="433" y="110"/>
                        </a:cubicBezTo>
                        <a:cubicBezTo>
                          <a:pt x="442" y="112"/>
                          <a:pt x="442" y="112"/>
                          <a:pt x="442" y="112"/>
                        </a:cubicBezTo>
                        <a:cubicBezTo>
                          <a:pt x="478" y="118"/>
                          <a:pt x="511" y="133"/>
                          <a:pt x="540" y="153"/>
                        </a:cubicBezTo>
                        <a:cubicBezTo>
                          <a:pt x="548" y="158"/>
                          <a:pt x="548" y="158"/>
                          <a:pt x="548" y="158"/>
                        </a:cubicBezTo>
                        <a:cubicBezTo>
                          <a:pt x="602" y="104"/>
                          <a:pt x="602" y="104"/>
                          <a:pt x="602" y="104"/>
                        </a:cubicBezTo>
                        <a:cubicBezTo>
                          <a:pt x="606" y="100"/>
                          <a:pt x="614" y="100"/>
                          <a:pt x="618" y="105"/>
                        </a:cubicBezTo>
                        <a:cubicBezTo>
                          <a:pt x="668" y="154"/>
                          <a:pt x="668" y="154"/>
                          <a:pt x="668" y="154"/>
                        </a:cubicBezTo>
                        <a:cubicBezTo>
                          <a:pt x="670" y="156"/>
                          <a:pt x="671" y="159"/>
                          <a:pt x="671" y="162"/>
                        </a:cubicBezTo>
                        <a:cubicBezTo>
                          <a:pt x="671" y="165"/>
                          <a:pt x="670" y="168"/>
                          <a:pt x="668" y="170"/>
                        </a:cubicBezTo>
                        <a:cubicBezTo>
                          <a:pt x="615" y="223"/>
                          <a:pt x="615" y="223"/>
                          <a:pt x="615" y="223"/>
                        </a:cubicBezTo>
                        <a:cubicBezTo>
                          <a:pt x="620" y="232"/>
                          <a:pt x="620" y="232"/>
                          <a:pt x="620" y="232"/>
                        </a:cubicBezTo>
                        <a:cubicBezTo>
                          <a:pt x="640" y="262"/>
                          <a:pt x="654" y="294"/>
                          <a:pt x="661" y="330"/>
                        </a:cubicBezTo>
                        <a:cubicBezTo>
                          <a:pt x="662" y="339"/>
                          <a:pt x="662" y="339"/>
                          <a:pt x="662" y="339"/>
                        </a:cubicBezTo>
                        <a:cubicBezTo>
                          <a:pt x="738" y="339"/>
                          <a:pt x="738" y="339"/>
                          <a:pt x="738" y="339"/>
                        </a:cubicBezTo>
                        <a:cubicBezTo>
                          <a:pt x="744" y="339"/>
                          <a:pt x="749" y="344"/>
                          <a:pt x="749" y="350"/>
                        </a:cubicBezTo>
                        <a:lnTo>
                          <a:pt x="749" y="4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grpSp>
        <p:nvGrpSpPr>
          <p:cNvPr id="158" name="Group 157"/>
          <p:cNvGrpSpPr/>
          <p:nvPr/>
        </p:nvGrpSpPr>
        <p:grpSpPr>
          <a:xfrm>
            <a:off x="658536" y="2257261"/>
            <a:ext cx="4829463" cy="1104900"/>
            <a:chOff x="658536" y="2077965"/>
            <a:chExt cx="4829463" cy="1104900"/>
          </a:xfrm>
        </p:grpSpPr>
        <p:sp>
          <p:nvSpPr>
            <p:cNvPr id="159" name="Rectangle 158"/>
            <p:cNvSpPr/>
            <p:nvPr/>
          </p:nvSpPr>
          <p:spPr>
            <a:xfrm>
              <a:off x="1946123" y="2085651"/>
              <a:ext cx="3541876" cy="1089529"/>
            </a:xfrm>
            <a:prstGeom prst="rect">
              <a:avLst/>
            </a:prstGeom>
            <a:ln w="19050">
              <a:solidFill>
                <a:srgbClr val="3896F3"/>
              </a:solidFill>
            </a:ln>
          </p:spPr>
          <p:txBody>
            <a:bodyPr wrap="square">
              <a:spAutoFit/>
            </a:bodyPr>
            <a:lstStyle/>
            <a:p>
              <a:pPr marL="0" marR="0" lvl="0" indent="0" defTabSz="7112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dirty="0" smtClean="0">
                  <a:ln>
                    <a:noFill/>
                  </a:ln>
                  <a:solidFill>
                    <a:srgbClr val="212E35"/>
                  </a:solidFill>
                  <a:effectLst/>
                  <a:uLnTx/>
                  <a:uFillTx/>
                </a:rPr>
                <a:t>Information Value is changing – organizations don’t understand what they have, where it lives, who owns it or its business context</a:t>
              </a:r>
              <a:r>
                <a:rPr kumimoji="0" lang="en-US" sz="1800" b="0" i="0" u="none" strike="noStrike" kern="0" cap="none" spc="0" normalizeH="0" baseline="0" noProof="0" dirty="0" smtClean="0">
                  <a:ln>
                    <a:noFill/>
                  </a:ln>
                  <a:solidFill>
                    <a:prstClr val="white"/>
                  </a:solidFill>
                  <a:effectLst/>
                  <a:uLnTx/>
                  <a:uFillTx/>
                </a:rPr>
                <a:t> </a:t>
              </a:r>
            </a:p>
          </p:txBody>
        </p:sp>
        <p:grpSp>
          <p:nvGrpSpPr>
            <p:cNvPr id="160" name="Group 159"/>
            <p:cNvGrpSpPr/>
            <p:nvPr/>
          </p:nvGrpSpPr>
          <p:grpSpPr>
            <a:xfrm>
              <a:off x="658536" y="2077965"/>
              <a:ext cx="1265514" cy="1104900"/>
              <a:chOff x="639486" y="4876800"/>
              <a:chExt cx="1265514" cy="1104900"/>
            </a:xfrm>
          </p:grpSpPr>
          <p:sp>
            <p:nvSpPr>
              <p:cNvPr id="161" name="Rectangle 160"/>
              <p:cNvSpPr/>
              <p:nvPr/>
            </p:nvSpPr>
            <p:spPr>
              <a:xfrm>
                <a:off x="639486" y="4876800"/>
                <a:ext cx="1265514" cy="1104900"/>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grpSp>
            <p:nvGrpSpPr>
              <p:cNvPr id="162" name="Group 161"/>
              <p:cNvGrpSpPr/>
              <p:nvPr/>
            </p:nvGrpSpPr>
            <p:grpSpPr>
              <a:xfrm>
                <a:off x="700245" y="5016779"/>
                <a:ext cx="1135904" cy="450571"/>
                <a:chOff x="700245" y="5016779"/>
                <a:chExt cx="1135904" cy="450571"/>
              </a:xfrm>
            </p:grpSpPr>
            <p:grpSp>
              <p:nvGrpSpPr>
                <p:cNvPr id="164" name="Group 163"/>
                <p:cNvGrpSpPr>
                  <a:grpSpLocks noChangeAspect="1"/>
                </p:cNvGrpSpPr>
                <p:nvPr/>
              </p:nvGrpSpPr>
              <p:grpSpPr>
                <a:xfrm>
                  <a:off x="1494541" y="5084962"/>
                  <a:ext cx="341608" cy="341608"/>
                  <a:chOff x="7492279" y="3854203"/>
                  <a:chExt cx="235654" cy="235654"/>
                </a:xfrm>
                <a:solidFill>
                  <a:srgbClr val="0079EF"/>
                </a:solidFill>
              </p:grpSpPr>
              <p:sp>
                <p:nvSpPr>
                  <p:cNvPr id="176" name="Freeform 258"/>
                  <p:cNvSpPr>
                    <a:spLocks noChangeArrowheads="1"/>
                  </p:cNvSpPr>
                  <p:nvPr/>
                </p:nvSpPr>
                <p:spPr bwMode="auto">
                  <a:xfrm>
                    <a:off x="7671051" y="4043133"/>
                    <a:ext cx="18283" cy="20315"/>
                  </a:xfrm>
                  <a:custGeom>
                    <a:avLst/>
                    <a:gdLst>
                      <a:gd name="T0" fmla="*/ 21 w 41"/>
                      <a:gd name="T1" fmla="*/ 41 h 42"/>
                      <a:gd name="T2" fmla="*/ 21 w 41"/>
                      <a:gd name="T3" fmla="*/ 41 h 42"/>
                      <a:gd name="T4" fmla="*/ 40 w 41"/>
                      <a:gd name="T5" fmla="*/ 21 h 42"/>
                      <a:gd name="T6" fmla="*/ 21 w 41"/>
                      <a:gd name="T7" fmla="*/ 0 h 42"/>
                      <a:gd name="T8" fmla="*/ 0 w 41"/>
                      <a:gd name="T9" fmla="*/ 21 h 42"/>
                      <a:gd name="T10" fmla="*/ 21 w 41"/>
                      <a:gd name="T11" fmla="*/ 41 h 42"/>
                    </a:gdLst>
                    <a:ahLst/>
                    <a:cxnLst>
                      <a:cxn ang="0">
                        <a:pos x="T0" y="T1"/>
                      </a:cxn>
                      <a:cxn ang="0">
                        <a:pos x="T2" y="T3"/>
                      </a:cxn>
                      <a:cxn ang="0">
                        <a:pos x="T4" y="T5"/>
                      </a:cxn>
                      <a:cxn ang="0">
                        <a:pos x="T6" y="T7"/>
                      </a:cxn>
                      <a:cxn ang="0">
                        <a:pos x="T8" y="T9"/>
                      </a:cxn>
                      <a:cxn ang="0">
                        <a:pos x="T10" y="T11"/>
                      </a:cxn>
                    </a:cxnLst>
                    <a:rect l="0" t="0" r="r" b="b"/>
                    <a:pathLst>
                      <a:path w="41" h="42">
                        <a:moveTo>
                          <a:pt x="21" y="41"/>
                        </a:moveTo>
                        <a:lnTo>
                          <a:pt x="21" y="41"/>
                        </a:lnTo>
                        <a:cubicBezTo>
                          <a:pt x="31" y="41"/>
                          <a:pt x="40" y="31"/>
                          <a:pt x="40" y="21"/>
                        </a:cubicBezTo>
                        <a:cubicBezTo>
                          <a:pt x="40" y="9"/>
                          <a:pt x="31" y="0"/>
                          <a:pt x="21" y="0"/>
                        </a:cubicBezTo>
                        <a:cubicBezTo>
                          <a:pt x="9" y="0"/>
                          <a:pt x="0" y="9"/>
                          <a:pt x="0" y="21"/>
                        </a:cubicBezTo>
                        <a:cubicBezTo>
                          <a:pt x="0" y="31"/>
                          <a:pt x="9" y="41"/>
                          <a:pt x="21" y="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7" name="Freeform 259"/>
                  <p:cNvSpPr>
                    <a:spLocks noChangeArrowheads="1"/>
                  </p:cNvSpPr>
                  <p:nvPr/>
                </p:nvSpPr>
                <p:spPr bwMode="auto">
                  <a:xfrm>
                    <a:off x="7492279" y="3854203"/>
                    <a:ext cx="235654" cy="235654"/>
                  </a:xfrm>
                  <a:custGeom>
                    <a:avLst/>
                    <a:gdLst>
                      <a:gd name="T0" fmla="*/ 0 w 510"/>
                      <a:gd name="T1" fmla="*/ 488 h 510"/>
                      <a:gd name="T2" fmla="*/ 0 w 510"/>
                      <a:gd name="T3" fmla="*/ 488 h 510"/>
                      <a:gd name="T4" fmla="*/ 21 w 510"/>
                      <a:gd name="T5" fmla="*/ 509 h 510"/>
                      <a:gd name="T6" fmla="*/ 488 w 510"/>
                      <a:gd name="T7" fmla="*/ 509 h 510"/>
                      <a:gd name="T8" fmla="*/ 509 w 510"/>
                      <a:gd name="T9" fmla="*/ 488 h 510"/>
                      <a:gd name="T10" fmla="*/ 509 w 510"/>
                      <a:gd name="T11" fmla="*/ 366 h 510"/>
                      <a:gd name="T12" fmla="*/ 508 w 510"/>
                      <a:gd name="T13" fmla="*/ 358 h 510"/>
                      <a:gd name="T14" fmla="*/ 450 w 510"/>
                      <a:gd name="T15" fmla="*/ 17 h 510"/>
                      <a:gd name="T16" fmla="*/ 431 w 510"/>
                      <a:gd name="T17" fmla="*/ 0 h 510"/>
                      <a:gd name="T18" fmla="*/ 79 w 510"/>
                      <a:gd name="T19" fmla="*/ 0 h 510"/>
                      <a:gd name="T20" fmla="*/ 58 w 510"/>
                      <a:gd name="T21" fmla="*/ 17 h 510"/>
                      <a:gd name="T22" fmla="*/ 2 w 510"/>
                      <a:gd name="T23" fmla="*/ 361 h 510"/>
                      <a:gd name="T24" fmla="*/ 2 w 510"/>
                      <a:gd name="T25" fmla="*/ 361 h 510"/>
                      <a:gd name="T26" fmla="*/ 0 w 510"/>
                      <a:gd name="T27" fmla="*/ 366 h 510"/>
                      <a:gd name="T28" fmla="*/ 0 w 510"/>
                      <a:gd name="T29" fmla="*/ 488 h 510"/>
                      <a:gd name="T30" fmla="*/ 79 w 510"/>
                      <a:gd name="T31" fmla="*/ 21 h 510"/>
                      <a:gd name="T32" fmla="*/ 79 w 510"/>
                      <a:gd name="T33" fmla="*/ 21 h 510"/>
                      <a:gd name="T34" fmla="*/ 429 w 510"/>
                      <a:gd name="T35" fmla="*/ 20 h 510"/>
                      <a:gd name="T36" fmla="*/ 484 w 510"/>
                      <a:gd name="T37" fmla="*/ 345 h 510"/>
                      <a:gd name="T38" fmla="*/ 26 w 510"/>
                      <a:gd name="T39" fmla="*/ 345 h 510"/>
                      <a:gd name="T40" fmla="*/ 79 w 510"/>
                      <a:gd name="T41" fmla="*/ 21 h 510"/>
                      <a:gd name="T42" fmla="*/ 488 w 510"/>
                      <a:gd name="T43" fmla="*/ 366 h 510"/>
                      <a:gd name="T44" fmla="*/ 488 w 510"/>
                      <a:gd name="T45" fmla="*/ 366 h 510"/>
                      <a:gd name="T46" fmla="*/ 488 w 510"/>
                      <a:gd name="T47" fmla="*/ 488 h 510"/>
                      <a:gd name="T48" fmla="*/ 22 w 510"/>
                      <a:gd name="T49" fmla="*/ 488 h 510"/>
                      <a:gd name="T50" fmla="*/ 21 w 510"/>
                      <a:gd name="T51" fmla="*/ 366 h 510"/>
                      <a:gd name="T52" fmla="*/ 488 w 510"/>
                      <a:gd name="T53" fmla="*/ 366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10" h="510">
                        <a:moveTo>
                          <a:pt x="0" y="488"/>
                        </a:moveTo>
                        <a:lnTo>
                          <a:pt x="0" y="488"/>
                        </a:lnTo>
                        <a:cubicBezTo>
                          <a:pt x="0" y="500"/>
                          <a:pt x="9" y="509"/>
                          <a:pt x="21" y="509"/>
                        </a:cubicBezTo>
                        <a:cubicBezTo>
                          <a:pt x="488" y="509"/>
                          <a:pt x="488" y="509"/>
                          <a:pt x="488" y="509"/>
                        </a:cubicBezTo>
                        <a:cubicBezTo>
                          <a:pt x="500" y="509"/>
                          <a:pt x="509" y="500"/>
                          <a:pt x="509" y="488"/>
                        </a:cubicBezTo>
                        <a:cubicBezTo>
                          <a:pt x="509" y="366"/>
                          <a:pt x="509" y="366"/>
                          <a:pt x="509" y="366"/>
                        </a:cubicBezTo>
                        <a:cubicBezTo>
                          <a:pt x="509" y="364"/>
                          <a:pt x="509" y="361"/>
                          <a:pt x="508" y="358"/>
                        </a:cubicBezTo>
                        <a:cubicBezTo>
                          <a:pt x="450" y="17"/>
                          <a:pt x="450" y="17"/>
                          <a:pt x="450" y="17"/>
                        </a:cubicBezTo>
                        <a:cubicBezTo>
                          <a:pt x="448" y="8"/>
                          <a:pt x="440" y="0"/>
                          <a:pt x="431" y="0"/>
                        </a:cubicBezTo>
                        <a:cubicBezTo>
                          <a:pt x="79" y="0"/>
                          <a:pt x="79" y="0"/>
                          <a:pt x="79" y="0"/>
                        </a:cubicBezTo>
                        <a:cubicBezTo>
                          <a:pt x="69" y="0"/>
                          <a:pt x="61" y="8"/>
                          <a:pt x="58" y="17"/>
                        </a:cubicBezTo>
                        <a:cubicBezTo>
                          <a:pt x="2" y="361"/>
                          <a:pt x="2" y="361"/>
                          <a:pt x="2" y="361"/>
                        </a:cubicBezTo>
                        <a:lnTo>
                          <a:pt x="2" y="361"/>
                        </a:lnTo>
                        <a:cubicBezTo>
                          <a:pt x="1" y="363"/>
                          <a:pt x="0" y="365"/>
                          <a:pt x="0" y="366"/>
                        </a:cubicBezTo>
                        <a:lnTo>
                          <a:pt x="0" y="488"/>
                        </a:lnTo>
                        <a:close/>
                        <a:moveTo>
                          <a:pt x="79" y="21"/>
                        </a:moveTo>
                        <a:lnTo>
                          <a:pt x="79" y="21"/>
                        </a:lnTo>
                        <a:cubicBezTo>
                          <a:pt x="429" y="20"/>
                          <a:pt x="429" y="20"/>
                          <a:pt x="429" y="20"/>
                        </a:cubicBezTo>
                        <a:cubicBezTo>
                          <a:pt x="484" y="345"/>
                          <a:pt x="484" y="345"/>
                          <a:pt x="484" y="345"/>
                        </a:cubicBezTo>
                        <a:cubicBezTo>
                          <a:pt x="26" y="345"/>
                          <a:pt x="26" y="345"/>
                          <a:pt x="26" y="345"/>
                        </a:cubicBezTo>
                        <a:lnTo>
                          <a:pt x="79" y="21"/>
                        </a:lnTo>
                        <a:close/>
                        <a:moveTo>
                          <a:pt x="488" y="366"/>
                        </a:moveTo>
                        <a:lnTo>
                          <a:pt x="488" y="366"/>
                        </a:lnTo>
                        <a:cubicBezTo>
                          <a:pt x="488" y="488"/>
                          <a:pt x="488" y="488"/>
                          <a:pt x="488" y="488"/>
                        </a:cubicBezTo>
                        <a:cubicBezTo>
                          <a:pt x="22" y="488"/>
                          <a:pt x="22" y="488"/>
                          <a:pt x="22" y="488"/>
                        </a:cubicBezTo>
                        <a:cubicBezTo>
                          <a:pt x="21" y="366"/>
                          <a:pt x="21" y="366"/>
                          <a:pt x="21" y="366"/>
                        </a:cubicBezTo>
                        <a:lnTo>
                          <a:pt x="488" y="36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8" name="Freeform 260"/>
                  <p:cNvSpPr>
                    <a:spLocks noChangeArrowheads="1"/>
                  </p:cNvSpPr>
                  <p:nvPr/>
                </p:nvSpPr>
                <p:spPr bwMode="auto">
                  <a:xfrm>
                    <a:off x="7595885" y="3925306"/>
                    <a:ext cx="28441" cy="20315"/>
                  </a:xfrm>
                  <a:custGeom>
                    <a:avLst/>
                    <a:gdLst>
                      <a:gd name="T0" fmla="*/ 30 w 61"/>
                      <a:gd name="T1" fmla="*/ 0 h 42"/>
                      <a:gd name="T2" fmla="*/ 30 w 61"/>
                      <a:gd name="T3" fmla="*/ 0 h 42"/>
                      <a:gd name="T4" fmla="*/ 0 w 61"/>
                      <a:gd name="T5" fmla="*/ 21 h 42"/>
                      <a:gd name="T6" fmla="*/ 30 w 61"/>
                      <a:gd name="T7" fmla="*/ 41 h 42"/>
                      <a:gd name="T8" fmla="*/ 60 w 61"/>
                      <a:gd name="T9" fmla="*/ 21 h 42"/>
                      <a:gd name="T10" fmla="*/ 30 w 61"/>
                      <a:gd name="T11" fmla="*/ 0 h 42"/>
                    </a:gdLst>
                    <a:ahLst/>
                    <a:cxnLst>
                      <a:cxn ang="0">
                        <a:pos x="T0" y="T1"/>
                      </a:cxn>
                      <a:cxn ang="0">
                        <a:pos x="T2" y="T3"/>
                      </a:cxn>
                      <a:cxn ang="0">
                        <a:pos x="T4" y="T5"/>
                      </a:cxn>
                      <a:cxn ang="0">
                        <a:pos x="T6" y="T7"/>
                      </a:cxn>
                      <a:cxn ang="0">
                        <a:pos x="T8" y="T9"/>
                      </a:cxn>
                      <a:cxn ang="0">
                        <a:pos x="T10" y="T11"/>
                      </a:cxn>
                    </a:cxnLst>
                    <a:rect l="0" t="0" r="r" b="b"/>
                    <a:pathLst>
                      <a:path w="61" h="42">
                        <a:moveTo>
                          <a:pt x="30" y="0"/>
                        </a:moveTo>
                        <a:lnTo>
                          <a:pt x="30" y="0"/>
                        </a:lnTo>
                        <a:cubicBezTo>
                          <a:pt x="12" y="0"/>
                          <a:pt x="0" y="9"/>
                          <a:pt x="0" y="21"/>
                        </a:cubicBezTo>
                        <a:cubicBezTo>
                          <a:pt x="0" y="32"/>
                          <a:pt x="12" y="41"/>
                          <a:pt x="30" y="41"/>
                        </a:cubicBezTo>
                        <a:cubicBezTo>
                          <a:pt x="47" y="41"/>
                          <a:pt x="60" y="32"/>
                          <a:pt x="60" y="21"/>
                        </a:cubicBezTo>
                        <a:cubicBezTo>
                          <a:pt x="60" y="9"/>
                          <a:pt x="47" y="0"/>
                          <a:pt x="3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9" name="Freeform 261"/>
                  <p:cNvSpPr>
                    <a:spLocks noChangeArrowheads="1"/>
                  </p:cNvSpPr>
                  <p:nvPr/>
                </p:nvSpPr>
                <p:spPr bwMode="auto">
                  <a:xfrm>
                    <a:off x="7539003" y="3888739"/>
                    <a:ext cx="142205" cy="103606"/>
                  </a:xfrm>
                  <a:custGeom>
                    <a:avLst/>
                    <a:gdLst>
                      <a:gd name="T0" fmla="*/ 154 w 308"/>
                      <a:gd name="T1" fmla="*/ 0 h 226"/>
                      <a:gd name="T2" fmla="*/ 154 w 308"/>
                      <a:gd name="T3" fmla="*/ 0 h 226"/>
                      <a:gd name="T4" fmla="*/ 0 w 308"/>
                      <a:gd name="T5" fmla="*/ 113 h 226"/>
                      <a:gd name="T6" fmla="*/ 154 w 308"/>
                      <a:gd name="T7" fmla="*/ 225 h 226"/>
                      <a:gd name="T8" fmla="*/ 307 w 308"/>
                      <a:gd name="T9" fmla="*/ 113 h 226"/>
                      <a:gd name="T10" fmla="*/ 154 w 308"/>
                      <a:gd name="T11" fmla="*/ 0 h 226"/>
                      <a:gd name="T12" fmla="*/ 154 w 308"/>
                      <a:gd name="T13" fmla="*/ 203 h 226"/>
                      <a:gd name="T14" fmla="*/ 154 w 308"/>
                      <a:gd name="T15" fmla="*/ 203 h 226"/>
                      <a:gd name="T16" fmla="*/ 22 w 308"/>
                      <a:gd name="T17" fmla="*/ 113 h 226"/>
                      <a:gd name="T18" fmla="*/ 154 w 308"/>
                      <a:gd name="T19" fmla="*/ 21 h 226"/>
                      <a:gd name="T20" fmla="*/ 286 w 308"/>
                      <a:gd name="T21" fmla="*/ 113 h 226"/>
                      <a:gd name="T22" fmla="*/ 154 w 308"/>
                      <a:gd name="T23" fmla="*/ 20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8" h="226">
                        <a:moveTo>
                          <a:pt x="154" y="0"/>
                        </a:moveTo>
                        <a:lnTo>
                          <a:pt x="154" y="0"/>
                        </a:lnTo>
                        <a:cubicBezTo>
                          <a:pt x="69" y="0"/>
                          <a:pt x="0" y="51"/>
                          <a:pt x="0" y="113"/>
                        </a:cubicBezTo>
                        <a:cubicBezTo>
                          <a:pt x="0" y="175"/>
                          <a:pt x="69" y="225"/>
                          <a:pt x="154" y="225"/>
                        </a:cubicBezTo>
                        <a:cubicBezTo>
                          <a:pt x="239" y="225"/>
                          <a:pt x="307" y="175"/>
                          <a:pt x="307" y="113"/>
                        </a:cubicBezTo>
                        <a:cubicBezTo>
                          <a:pt x="307" y="51"/>
                          <a:pt x="239" y="0"/>
                          <a:pt x="154" y="0"/>
                        </a:cubicBezTo>
                        <a:close/>
                        <a:moveTo>
                          <a:pt x="154" y="203"/>
                        </a:moveTo>
                        <a:lnTo>
                          <a:pt x="154" y="203"/>
                        </a:lnTo>
                        <a:cubicBezTo>
                          <a:pt x="82" y="203"/>
                          <a:pt x="22" y="162"/>
                          <a:pt x="22" y="113"/>
                        </a:cubicBezTo>
                        <a:cubicBezTo>
                          <a:pt x="22" y="63"/>
                          <a:pt x="82" y="21"/>
                          <a:pt x="154" y="21"/>
                        </a:cubicBezTo>
                        <a:cubicBezTo>
                          <a:pt x="227" y="21"/>
                          <a:pt x="286" y="63"/>
                          <a:pt x="286" y="113"/>
                        </a:cubicBezTo>
                        <a:cubicBezTo>
                          <a:pt x="286" y="162"/>
                          <a:pt x="227" y="203"/>
                          <a:pt x="154" y="20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grpSp>
            <p:grpSp>
              <p:nvGrpSpPr>
                <p:cNvPr id="165" name="Group 164"/>
                <p:cNvGrpSpPr>
                  <a:grpSpLocks noChangeAspect="1"/>
                </p:cNvGrpSpPr>
                <p:nvPr/>
              </p:nvGrpSpPr>
              <p:grpSpPr>
                <a:xfrm>
                  <a:off x="700245" y="5016779"/>
                  <a:ext cx="282710" cy="450571"/>
                  <a:chOff x="4928528" y="1887713"/>
                  <a:chExt cx="195024" cy="310820"/>
                </a:xfrm>
                <a:solidFill>
                  <a:srgbClr val="0079EF"/>
                </a:solidFill>
              </p:grpSpPr>
              <p:sp>
                <p:nvSpPr>
                  <p:cNvPr id="167" name="Freeform 318"/>
                  <p:cNvSpPr>
                    <a:spLocks noChangeArrowheads="1"/>
                  </p:cNvSpPr>
                  <p:nvPr/>
                </p:nvSpPr>
                <p:spPr bwMode="auto">
                  <a:xfrm>
                    <a:off x="4928528" y="1887713"/>
                    <a:ext cx="195024" cy="286442"/>
                  </a:xfrm>
                  <a:custGeom>
                    <a:avLst/>
                    <a:gdLst>
                      <a:gd name="T0" fmla="*/ 43 w 425"/>
                      <a:gd name="T1" fmla="*/ 622 h 623"/>
                      <a:gd name="T2" fmla="*/ 43 w 425"/>
                      <a:gd name="T3" fmla="*/ 622 h 623"/>
                      <a:gd name="T4" fmla="*/ 382 w 425"/>
                      <a:gd name="T5" fmla="*/ 622 h 623"/>
                      <a:gd name="T6" fmla="*/ 424 w 425"/>
                      <a:gd name="T7" fmla="*/ 579 h 623"/>
                      <a:gd name="T8" fmla="*/ 424 w 425"/>
                      <a:gd name="T9" fmla="*/ 443 h 623"/>
                      <a:gd name="T10" fmla="*/ 409 w 425"/>
                      <a:gd name="T11" fmla="*/ 410 h 623"/>
                      <a:gd name="T12" fmla="*/ 424 w 425"/>
                      <a:gd name="T13" fmla="*/ 379 h 623"/>
                      <a:gd name="T14" fmla="*/ 424 w 425"/>
                      <a:gd name="T15" fmla="*/ 242 h 623"/>
                      <a:gd name="T16" fmla="*/ 410 w 425"/>
                      <a:gd name="T17" fmla="*/ 211 h 623"/>
                      <a:gd name="T18" fmla="*/ 424 w 425"/>
                      <a:gd name="T19" fmla="*/ 178 h 623"/>
                      <a:gd name="T20" fmla="*/ 424 w 425"/>
                      <a:gd name="T21" fmla="*/ 42 h 623"/>
                      <a:gd name="T22" fmla="*/ 382 w 425"/>
                      <a:gd name="T23" fmla="*/ 0 h 623"/>
                      <a:gd name="T24" fmla="*/ 43 w 425"/>
                      <a:gd name="T25" fmla="*/ 0 h 623"/>
                      <a:gd name="T26" fmla="*/ 0 w 425"/>
                      <a:gd name="T27" fmla="*/ 42 h 623"/>
                      <a:gd name="T28" fmla="*/ 0 w 425"/>
                      <a:gd name="T29" fmla="*/ 178 h 623"/>
                      <a:gd name="T30" fmla="*/ 16 w 425"/>
                      <a:gd name="T31" fmla="*/ 211 h 623"/>
                      <a:gd name="T32" fmla="*/ 0 w 425"/>
                      <a:gd name="T33" fmla="*/ 242 h 623"/>
                      <a:gd name="T34" fmla="*/ 0 w 425"/>
                      <a:gd name="T35" fmla="*/ 379 h 623"/>
                      <a:gd name="T36" fmla="*/ 16 w 425"/>
                      <a:gd name="T37" fmla="*/ 410 h 623"/>
                      <a:gd name="T38" fmla="*/ 0 w 425"/>
                      <a:gd name="T39" fmla="*/ 443 h 623"/>
                      <a:gd name="T40" fmla="*/ 0 w 425"/>
                      <a:gd name="T41" fmla="*/ 579 h 623"/>
                      <a:gd name="T42" fmla="*/ 43 w 425"/>
                      <a:gd name="T43" fmla="*/ 622 h 623"/>
                      <a:gd name="T44" fmla="*/ 21 w 425"/>
                      <a:gd name="T45" fmla="*/ 42 h 623"/>
                      <a:gd name="T46" fmla="*/ 21 w 425"/>
                      <a:gd name="T47" fmla="*/ 42 h 623"/>
                      <a:gd name="T48" fmla="*/ 43 w 425"/>
                      <a:gd name="T49" fmla="*/ 21 h 623"/>
                      <a:gd name="T50" fmla="*/ 382 w 425"/>
                      <a:gd name="T51" fmla="*/ 21 h 623"/>
                      <a:gd name="T52" fmla="*/ 403 w 425"/>
                      <a:gd name="T53" fmla="*/ 42 h 623"/>
                      <a:gd name="T54" fmla="*/ 403 w 425"/>
                      <a:gd name="T55" fmla="*/ 178 h 623"/>
                      <a:gd name="T56" fmla="*/ 382 w 425"/>
                      <a:gd name="T57" fmla="*/ 199 h 623"/>
                      <a:gd name="T58" fmla="*/ 43 w 425"/>
                      <a:gd name="T59" fmla="*/ 199 h 623"/>
                      <a:gd name="T60" fmla="*/ 21 w 425"/>
                      <a:gd name="T61" fmla="*/ 178 h 623"/>
                      <a:gd name="T62" fmla="*/ 21 w 425"/>
                      <a:gd name="T63" fmla="*/ 42 h 623"/>
                      <a:gd name="T64" fmla="*/ 21 w 425"/>
                      <a:gd name="T65" fmla="*/ 242 h 623"/>
                      <a:gd name="T66" fmla="*/ 21 w 425"/>
                      <a:gd name="T67" fmla="*/ 242 h 623"/>
                      <a:gd name="T68" fmla="*/ 43 w 425"/>
                      <a:gd name="T69" fmla="*/ 221 h 623"/>
                      <a:gd name="T70" fmla="*/ 382 w 425"/>
                      <a:gd name="T71" fmla="*/ 221 h 623"/>
                      <a:gd name="T72" fmla="*/ 403 w 425"/>
                      <a:gd name="T73" fmla="*/ 242 h 623"/>
                      <a:gd name="T74" fmla="*/ 403 w 425"/>
                      <a:gd name="T75" fmla="*/ 379 h 623"/>
                      <a:gd name="T76" fmla="*/ 382 w 425"/>
                      <a:gd name="T77" fmla="*/ 400 h 623"/>
                      <a:gd name="T78" fmla="*/ 43 w 425"/>
                      <a:gd name="T79" fmla="*/ 400 h 623"/>
                      <a:gd name="T80" fmla="*/ 21 w 425"/>
                      <a:gd name="T81" fmla="*/ 379 h 623"/>
                      <a:gd name="T82" fmla="*/ 21 w 425"/>
                      <a:gd name="T83" fmla="*/ 242 h 623"/>
                      <a:gd name="T84" fmla="*/ 21 w 425"/>
                      <a:gd name="T85" fmla="*/ 443 h 623"/>
                      <a:gd name="T86" fmla="*/ 21 w 425"/>
                      <a:gd name="T87" fmla="*/ 443 h 623"/>
                      <a:gd name="T88" fmla="*/ 43 w 425"/>
                      <a:gd name="T89" fmla="*/ 421 h 623"/>
                      <a:gd name="T90" fmla="*/ 382 w 425"/>
                      <a:gd name="T91" fmla="*/ 421 h 623"/>
                      <a:gd name="T92" fmla="*/ 403 w 425"/>
                      <a:gd name="T93" fmla="*/ 443 h 623"/>
                      <a:gd name="T94" fmla="*/ 403 w 425"/>
                      <a:gd name="T95" fmla="*/ 579 h 623"/>
                      <a:gd name="T96" fmla="*/ 382 w 425"/>
                      <a:gd name="T97" fmla="*/ 600 h 623"/>
                      <a:gd name="T98" fmla="*/ 43 w 425"/>
                      <a:gd name="T99" fmla="*/ 600 h 623"/>
                      <a:gd name="T100" fmla="*/ 21 w 425"/>
                      <a:gd name="T101" fmla="*/ 579 h 623"/>
                      <a:gd name="T102" fmla="*/ 21 w 425"/>
                      <a:gd name="T103" fmla="*/ 443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5" h="623">
                        <a:moveTo>
                          <a:pt x="43" y="622"/>
                        </a:moveTo>
                        <a:lnTo>
                          <a:pt x="43" y="622"/>
                        </a:lnTo>
                        <a:cubicBezTo>
                          <a:pt x="382" y="622"/>
                          <a:pt x="382" y="622"/>
                          <a:pt x="382" y="622"/>
                        </a:cubicBezTo>
                        <a:cubicBezTo>
                          <a:pt x="405" y="622"/>
                          <a:pt x="424" y="603"/>
                          <a:pt x="424" y="579"/>
                        </a:cubicBezTo>
                        <a:cubicBezTo>
                          <a:pt x="424" y="443"/>
                          <a:pt x="424" y="443"/>
                          <a:pt x="424" y="443"/>
                        </a:cubicBezTo>
                        <a:cubicBezTo>
                          <a:pt x="424" y="430"/>
                          <a:pt x="418" y="419"/>
                          <a:pt x="409" y="410"/>
                        </a:cubicBezTo>
                        <a:cubicBezTo>
                          <a:pt x="418" y="403"/>
                          <a:pt x="424" y="392"/>
                          <a:pt x="424" y="379"/>
                        </a:cubicBezTo>
                        <a:cubicBezTo>
                          <a:pt x="424" y="242"/>
                          <a:pt x="424" y="242"/>
                          <a:pt x="424" y="242"/>
                        </a:cubicBezTo>
                        <a:cubicBezTo>
                          <a:pt x="424" y="230"/>
                          <a:pt x="418" y="219"/>
                          <a:pt x="410" y="211"/>
                        </a:cubicBezTo>
                        <a:cubicBezTo>
                          <a:pt x="418" y="202"/>
                          <a:pt x="424" y="192"/>
                          <a:pt x="424" y="178"/>
                        </a:cubicBezTo>
                        <a:cubicBezTo>
                          <a:pt x="424" y="42"/>
                          <a:pt x="424" y="42"/>
                          <a:pt x="424" y="42"/>
                        </a:cubicBezTo>
                        <a:cubicBezTo>
                          <a:pt x="424" y="20"/>
                          <a:pt x="405" y="0"/>
                          <a:pt x="382" y="0"/>
                        </a:cubicBezTo>
                        <a:cubicBezTo>
                          <a:pt x="43" y="0"/>
                          <a:pt x="43" y="0"/>
                          <a:pt x="43" y="0"/>
                        </a:cubicBezTo>
                        <a:cubicBezTo>
                          <a:pt x="19" y="0"/>
                          <a:pt x="0" y="20"/>
                          <a:pt x="0" y="42"/>
                        </a:cubicBezTo>
                        <a:cubicBezTo>
                          <a:pt x="0" y="178"/>
                          <a:pt x="0" y="178"/>
                          <a:pt x="0" y="178"/>
                        </a:cubicBezTo>
                        <a:cubicBezTo>
                          <a:pt x="0" y="192"/>
                          <a:pt x="6" y="202"/>
                          <a:pt x="16" y="211"/>
                        </a:cubicBezTo>
                        <a:cubicBezTo>
                          <a:pt x="6" y="219"/>
                          <a:pt x="0" y="230"/>
                          <a:pt x="0" y="242"/>
                        </a:cubicBezTo>
                        <a:cubicBezTo>
                          <a:pt x="0" y="379"/>
                          <a:pt x="0" y="379"/>
                          <a:pt x="0" y="379"/>
                        </a:cubicBezTo>
                        <a:cubicBezTo>
                          <a:pt x="0" y="392"/>
                          <a:pt x="7" y="403"/>
                          <a:pt x="16" y="410"/>
                        </a:cubicBezTo>
                        <a:cubicBezTo>
                          <a:pt x="7" y="419"/>
                          <a:pt x="0" y="430"/>
                          <a:pt x="0" y="443"/>
                        </a:cubicBezTo>
                        <a:cubicBezTo>
                          <a:pt x="0" y="579"/>
                          <a:pt x="0" y="579"/>
                          <a:pt x="0" y="579"/>
                        </a:cubicBezTo>
                        <a:cubicBezTo>
                          <a:pt x="0" y="603"/>
                          <a:pt x="19" y="622"/>
                          <a:pt x="43" y="622"/>
                        </a:cubicBezTo>
                        <a:close/>
                        <a:moveTo>
                          <a:pt x="21" y="42"/>
                        </a:moveTo>
                        <a:lnTo>
                          <a:pt x="21" y="42"/>
                        </a:lnTo>
                        <a:cubicBezTo>
                          <a:pt x="21" y="31"/>
                          <a:pt x="30" y="21"/>
                          <a:pt x="43" y="21"/>
                        </a:cubicBezTo>
                        <a:cubicBezTo>
                          <a:pt x="382" y="21"/>
                          <a:pt x="382" y="21"/>
                          <a:pt x="382" y="21"/>
                        </a:cubicBezTo>
                        <a:cubicBezTo>
                          <a:pt x="394" y="21"/>
                          <a:pt x="403" y="31"/>
                          <a:pt x="403" y="42"/>
                        </a:cubicBezTo>
                        <a:cubicBezTo>
                          <a:pt x="403" y="178"/>
                          <a:pt x="403" y="178"/>
                          <a:pt x="403" y="178"/>
                        </a:cubicBezTo>
                        <a:cubicBezTo>
                          <a:pt x="403" y="190"/>
                          <a:pt x="394" y="199"/>
                          <a:pt x="382" y="199"/>
                        </a:cubicBezTo>
                        <a:cubicBezTo>
                          <a:pt x="43" y="199"/>
                          <a:pt x="43" y="199"/>
                          <a:pt x="43" y="199"/>
                        </a:cubicBezTo>
                        <a:cubicBezTo>
                          <a:pt x="30" y="199"/>
                          <a:pt x="21" y="190"/>
                          <a:pt x="21" y="178"/>
                        </a:cubicBezTo>
                        <a:lnTo>
                          <a:pt x="21" y="42"/>
                        </a:lnTo>
                        <a:close/>
                        <a:moveTo>
                          <a:pt x="21" y="242"/>
                        </a:moveTo>
                        <a:lnTo>
                          <a:pt x="21" y="242"/>
                        </a:lnTo>
                        <a:cubicBezTo>
                          <a:pt x="21" y="231"/>
                          <a:pt x="30" y="221"/>
                          <a:pt x="43" y="221"/>
                        </a:cubicBezTo>
                        <a:cubicBezTo>
                          <a:pt x="382" y="221"/>
                          <a:pt x="382" y="221"/>
                          <a:pt x="382" y="221"/>
                        </a:cubicBezTo>
                        <a:cubicBezTo>
                          <a:pt x="394" y="221"/>
                          <a:pt x="403" y="231"/>
                          <a:pt x="403" y="242"/>
                        </a:cubicBezTo>
                        <a:cubicBezTo>
                          <a:pt x="403" y="379"/>
                          <a:pt x="403" y="379"/>
                          <a:pt x="403" y="379"/>
                        </a:cubicBezTo>
                        <a:cubicBezTo>
                          <a:pt x="403" y="391"/>
                          <a:pt x="394" y="400"/>
                          <a:pt x="382" y="400"/>
                        </a:cubicBezTo>
                        <a:cubicBezTo>
                          <a:pt x="43" y="400"/>
                          <a:pt x="43" y="400"/>
                          <a:pt x="43" y="400"/>
                        </a:cubicBezTo>
                        <a:cubicBezTo>
                          <a:pt x="30" y="400"/>
                          <a:pt x="21" y="391"/>
                          <a:pt x="21" y="379"/>
                        </a:cubicBezTo>
                        <a:lnTo>
                          <a:pt x="21" y="242"/>
                        </a:lnTo>
                        <a:close/>
                        <a:moveTo>
                          <a:pt x="21" y="443"/>
                        </a:moveTo>
                        <a:lnTo>
                          <a:pt x="21" y="443"/>
                        </a:lnTo>
                        <a:cubicBezTo>
                          <a:pt x="21" y="430"/>
                          <a:pt x="30" y="421"/>
                          <a:pt x="43" y="421"/>
                        </a:cubicBezTo>
                        <a:cubicBezTo>
                          <a:pt x="382" y="421"/>
                          <a:pt x="382" y="421"/>
                          <a:pt x="382" y="421"/>
                        </a:cubicBezTo>
                        <a:cubicBezTo>
                          <a:pt x="394" y="421"/>
                          <a:pt x="403" y="430"/>
                          <a:pt x="403" y="443"/>
                        </a:cubicBezTo>
                        <a:cubicBezTo>
                          <a:pt x="403" y="579"/>
                          <a:pt x="403" y="579"/>
                          <a:pt x="403" y="579"/>
                        </a:cubicBezTo>
                        <a:cubicBezTo>
                          <a:pt x="403" y="590"/>
                          <a:pt x="394" y="600"/>
                          <a:pt x="382" y="600"/>
                        </a:cubicBezTo>
                        <a:cubicBezTo>
                          <a:pt x="43" y="600"/>
                          <a:pt x="43" y="600"/>
                          <a:pt x="43" y="600"/>
                        </a:cubicBezTo>
                        <a:cubicBezTo>
                          <a:pt x="30" y="600"/>
                          <a:pt x="21" y="590"/>
                          <a:pt x="21" y="579"/>
                        </a:cubicBezTo>
                        <a:lnTo>
                          <a:pt x="21" y="44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68" name="Freeform 319"/>
                  <p:cNvSpPr>
                    <a:spLocks noChangeArrowheads="1"/>
                  </p:cNvSpPr>
                  <p:nvPr/>
                </p:nvSpPr>
                <p:spPr bwMode="auto">
                  <a:xfrm>
                    <a:off x="5056512" y="2107115"/>
                    <a:ext cx="34536" cy="10158"/>
                  </a:xfrm>
                  <a:custGeom>
                    <a:avLst/>
                    <a:gdLst>
                      <a:gd name="T0" fmla="*/ 10 w 77"/>
                      <a:gd name="T1" fmla="*/ 21 h 22"/>
                      <a:gd name="T2" fmla="*/ 10 w 77"/>
                      <a:gd name="T3" fmla="*/ 21 h 22"/>
                      <a:gd name="T4" fmla="*/ 66 w 77"/>
                      <a:gd name="T5" fmla="*/ 21 h 22"/>
                      <a:gd name="T6" fmla="*/ 76 w 77"/>
                      <a:gd name="T7" fmla="*/ 11 h 22"/>
                      <a:gd name="T8" fmla="*/ 66 w 77"/>
                      <a:gd name="T9" fmla="*/ 0 h 22"/>
                      <a:gd name="T10" fmla="*/ 10 w 77"/>
                      <a:gd name="T11" fmla="*/ 0 h 22"/>
                      <a:gd name="T12" fmla="*/ 0 w 77"/>
                      <a:gd name="T13" fmla="*/ 11 h 22"/>
                      <a:gd name="T14" fmla="*/ 10 w 77"/>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0" y="21"/>
                        </a:moveTo>
                        <a:lnTo>
                          <a:pt x="10" y="21"/>
                        </a:lnTo>
                        <a:cubicBezTo>
                          <a:pt x="66" y="21"/>
                          <a:pt x="66" y="21"/>
                          <a:pt x="66" y="21"/>
                        </a:cubicBezTo>
                        <a:cubicBezTo>
                          <a:pt x="72" y="21"/>
                          <a:pt x="76" y="17"/>
                          <a:pt x="76" y="11"/>
                        </a:cubicBezTo>
                        <a:cubicBezTo>
                          <a:pt x="76" y="5"/>
                          <a:pt x="72" y="0"/>
                          <a:pt x="66" y="0"/>
                        </a:cubicBezTo>
                        <a:cubicBezTo>
                          <a:pt x="10" y="0"/>
                          <a:pt x="10" y="0"/>
                          <a:pt x="10" y="0"/>
                        </a:cubicBezTo>
                        <a:cubicBezTo>
                          <a:pt x="4" y="0"/>
                          <a:pt x="0" y="5"/>
                          <a:pt x="0" y="11"/>
                        </a:cubicBezTo>
                        <a:cubicBezTo>
                          <a:pt x="0" y="17"/>
                          <a:pt x="4" y="21"/>
                          <a:pt x="10"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69" name="Freeform 320"/>
                  <p:cNvSpPr>
                    <a:spLocks noChangeArrowheads="1"/>
                  </p:cNvSpPr>
                  <p:nvPr/>
                </p:nvSpPr>
                <p:spPr bwMode="auto">
                  <a:xfrm>
                    <a:off x="5007756" y="2107115"/>
                    <a:ext cx="34536" cy="10158"/>
                  </a:xfrm>
                  <a:custGeom>
                    <a:avLst/>
                    <a:gdLst>
                      <a:gd name="T0" fmla="*/ 11 w 77"/>
                      <a:gd name="T1" fmla="*/ 21 h 22"/>
                      <a:gd name="T2" fmla="*/ 11 w 77"/>
                      <a:gd name="T3" fmla="*/ 21 h 22"/>
                      <a:gd name="T4" fmla="*/ 65 w 77"/>
                      <a:gd name="T5" fmla="*/ 21 h 22"/>
                      <a:gd name="T6" fmla="*/ 76 w 77"/>
                      <a:gd name="T7" fmla="*/ 11 h 22"/>
                      <a:gd name="T8" fmla="*/ 65 w 77"/>
                      <a:gd name="T9" fmla="*/ 0 h 22"/>
                      <a:gd name="T10" fmla="*/ 11 w 77"/>
                      <a:gd name="T11" fmla="*/ 0 h 22"/>
                      <a:gd name="T12" fmla="*/ 0 w 77"/>
                      <a:gd name="T13" fmla="*/ 11 h 22"/>
                      <a:gd name="T14" fmla="*/ 11 w 77"/>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1" y="21"/>
                        </a:moveTo>
                        <a:lnTo>
                          <a:pt x="11" y="21"/>
                        </a:lnTo>
                        <a:cubicBezTo>
                          <a:pt x="65" y="21"/>
                          <a:pt x="65" y="21"/>
                          <a:pt x="65" y="21"/>
                        </a:cubicBezTo>
                        <a:cubicBezTo>
                          <a:pt x="72" y="21"/>
                          <a:pt x="76" y="17"/>
                          <a:pt x="76" y="11"/>
                        </a:cubicBezTo>
                        <a:cubicBezTo>
                          <a:pt x="76" y="5"/>
                          <a:pt x="72" y="0"/>
                          <a:pt x="65" y="0"/>
                        </a:cubicBezTo>
                        <a:cubicBezTo>
                          <a:pt x="11" y="0"/>
                          <a:pt x="11" y="0"/>
                          <a:pt x="11" y="0"/>
                        </a:cubicBezTo>
                        <a:cubicBezTo>
                          <a:pt x="5" y="0"/>
                          <a:pt x="0" y="5"/>
                          <a:pt x="0" y="11"/>
                        </a:cubicBezTo>
                        <a:cubicBezTo>
                          <a:pt x="0" y="17"/>
                          <a:pt x="5" y="21"/>
                          <a:pt x="11"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0" name="Freeform 321"/>
                  <p:cNvSpPr>
                    <a:spLocks noChangeArrowheads="1"/>
                  </p:cNvSpPr>
                  <p:nvPr/>
                </p:nvSpPr>
                <p:spPr bwMode="auto">
                  <a:xfrm>
                    <a:off x="4961032" y="2107115"/>
                    <a:ext cx="36567" cy="10158"/>
                  </a:xfrm>
                  <a:custGeom>
                    <a:avLst/>
                    <a:gdLst>
                      <a:gd name="T0" fmla="*/ 10 w 78"/>
                      <a:gd name="T1" fmla="*/ 21 h 22"/>
                      <a:gd name="T2" fmla="*/ 10 w 78"/>
                      <a:gd name="T3" fmla="*/ 21 h 22"/>
                      <a:gd name="T4" fmla="*/ 67 w 78"/>
                      <a:gd name="T5" fmla="*/ 21 h 22"/>
                      <a:gd name="T6" fmla="*/ 77 w 78"/>
                      <a:gd name="T7" fmla="*/ 11 h 22"/>
                      <a:gd name="T8" fmla="*/ 67 w 78"/>
                      <a:gd name="T9" fmla="*/ 0 h 22"/>
                      <a:gd name="T10" fmla="*/ 10 w 78"/>
                      <a:gd name="T11" fmla="*/ 0 h 22"/>
                      <a:gd name="T12" fmla="*/ 0 w 78"/>
                      <a:gd name="T13" fmla="*/ 11 h 22"/>
                      <a:gd name="T14" fmla="*/ 10 w 78"/>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22">
                        <a:moveTo>
                          <a:pt x="10" y="21"/>
                        </a:moveTo>
                        <a:lnTo>
                          <a:pt x="10" y="21"/>
                        </a:lnTo>
                        <a:cubicBezTo>
                          <a:pt x="67" y="21"/>
                          <a:pt x="67" y="21"/>
                          <a:pt x="67" y="21"/>
                        </a:cubicBezTo>
                        <a:cubicBezTo>
                          <a:pt x="73" y="21"/>
                          <a:pt x="77" y="17"/>
                          <a:pt x="77" y="11"/>
                        </a:cubicBezTo>
                        <a:cubicBezTo>
                          <a:pt x="77" y="5"/>
                          <a:pt x="73" y="0"/>
                          <a:pt x="67" y="0"/>
                        </a:cubicBezTo>
                        <a:cubicBezTo>
                          <a:pt x="10" y="0"/>
                          <a:pt x="10" y="0"/>
                          <a:pt x="10" y="0"/>
                        </a:cubicBezTo>
                        <a:cubicBezTo>
                          <a:pt x="5" y="0"/>
                          <a:pt x="0" y="5"/>
                          <a:pt x="0" y="11"/>
                        </a:cubicBezTo>
                        <a:cubicBezTo>
                          <a:pt x="0" y="17"/>
                          <a:pt x="5" y="21"/>
                          <a:pt x="10"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1" name="Freeform 322"/>
                  <p:cNvSpPr>
                    <a:spLocks noChangeArrowheads="1"/>
                  </p:cNvSpPr>
                  <p:nvPr/>
                </p:nvSpPr>
                <p:spPr bwMode="auto">
                  <a:xfrm>
                    <a:off x="5056512" y="2033981"/>
                    <a:ext cx="34536" cy="10158"/>
                  </a:xfrm>
                  <a:custGeom>
                    <a:avLst/>
                    <a:gdLst>
                      <a:gd name="T0" fmla="*/ 11 w 77"/>
                      <a:gd name="T1" fmla="*/ 22 h 23"/>
                      <a:gd name="T2" fmla="*/ 11 w 77"/>
                      <a:gd name="T3" fmla="*/ 22 h 23"/>
                      <a:gd name="T4" fmla="*/ 66 w 77"/>
                      <a:gd name="T5" fmla="*/ 22 h 23"/>
                      <a:gd name="T6" fmla="*/ 76 w 77"/>
                      <a:gd name="T7" fmla="*/ 11 h 23"/>
                      <a:gd name="T8" fmla="*/ 66 w 77"/>
                      <a:gd name="T9" fmla="*/ 0 h 23"/>
                      <a:gd name="T10" fmla="*/ 11 w 77"/>
                      <a:gd name="T11" fmla="*/ 0 h 23"/>
                      <a:gd name="T12" fmla="*/ 0 w 77"/>
                      <a:gd name="T13" fmla="*/ 11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6" y="22"/>
                          <a:pt x="66" y="22"/>
                          <a:pt x="66" y="22"/>
                        </a:cubicBezTo>
                        <a:cubicBezTo>
                          <a:pt x="71" y="22"/>
                          <a:pt x="76" y="18"/>
                          <a:pt x="76" y="11"/>
                        </a:cubicBezTo>
                        <a:cubicBezTo>
                          <a:pt x="76" y="6"/>
                          <a:pt x="71" y="0"/>
                          <a:pt x="66" y="0"/>
                        </a:cubicBezTo>
                        <a:cubicBezTo>
                          <a:pt x="11" y="0"/>
                          <a:pt x="11" y="0"/>
                          <a:pt x="11" y="0"/>
                        </a:cubicBezTo>
                        <a:cubicBezTo>
                          <a:pt x="4" y="0"/>
                          <a:pt x="0" y="6"/>
                          <a:pt x="0" y="11"/>
                        </a:cubicBezTo>
                        <a:cubicBezTo>
                          <a:pt x="0" y="18"/>
                          <a:pt x="4"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2" name="Freeform 323"/>
                  <p:cNvSpPr>
                    <a:spLocks noChangeArrowheads="1"/>
                  </p:cNvSpPr>
                  <p:nvPr/>
                </p:nvSpPr>
                <p:spPr bwMode="auto">
                  <a:xfrm>
                    <a:off x="5007756" y="2033981"/>
                    <a:ext cx="34536" cy="10158"/>
                  </a:xfrm>
                  <a:custGeom>
                    <a:avLst/>
                    <a:gdLst>
                      <a:gd name="T0" fmla="*/ 11 w 77"/>
                      <a:gd name="T1" fmla="*/ 22 h 23"/>
                      <a:gd name="T2" fmla="*/ 11 w 77"/>
                      <a:gd name="T3" fmla="*/ 22 h 23"/>
                      <a:gd name="T4" fmla="*/ 65 w 77"/>
                      <a:gd name="T5" fmla="*/ 22 h 23"/>
                      <a:gd name="T6" fmla="*/ 76 w 77"/>
                      <a:gd name="T7" fmla="*/ 11 h 23"/>
                      <a:gd name="T8" fmla="*/ 65 w 77"/>
                      <a:gd name="T9" fmla="*/ 0 h 23"/>
                      <a:gd name="T10" fmla="*/ 11 w 77"/>
                      <a:gd name="T11" fmla="*/ 0 h 23"/>
                      <a:gd name="T12" fmla="*/ 0 w 77"/>
                      <a:gd name="T13" fmla="*/ 11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5" y="22"/>
                          <a:pt x="65" y="22"/>
                          <a:pt x="65" y="22"/>
                        </a:cubicBezTo>
                        <a:cubicBezTo>
                          <a:pt x="72" y="22"/>
                          <a:pt x="76" y="18"/>
                          <a:pt x="76" y="11"/>
                        </a:cubicBezTo>
                        <a:cubicBezTo>
                          <a:pt x="76" y="6"/>
                          <a:pt x="72" y="0"/>
                          <a:pt x="65" y="0"/>
                        </a:cubicBezTo>
                        <a:cubicBezTo>
                          <a:pt x="11" y="0"/>
                          <a:pt x="11" y="0"/>
                          <a:pt x="11" y="0"/>
                        </a:cubicBezTo>
                        <a:cubicBezTo>
                          <a:pt x="5" y="0"/>
                          <a:pt x="0" y="6"/>
                          <a:pt x="0" y="11"/>
                        </a:cubicBezTo>
                        <a:cubicBezTo>
                          <a:pt x="0" y="18"/>
                          <a:pt x="5"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3" name="Freeform 324"/>
                  <p:cNvSpPr>
                    <a:spLocks noChangeArrowheads="1"/>
                  </p:cNvSpPr>
                  <p:nvPr/>
                </p:nvSpPr>
                <p:spPr bwMode="auto">
                  <a:xfrm>
                    <a:off x="5056512" y="1948658"/>
                    <a:ext cx="34536" cy="10158"/>
                  </a:xfrm>
                  <a:custGeom>
                    <a:avLst/>
                    <a:gdLst>
                      <a:gd name="T0" fmla="*/ 11 w 77"/>
                      <a:gd name="T1" fmla="*/ 22 h 23"/>
                      <a:gd name="T2" fmla="*/ 11 w 77"/>
                      <a:gd name="T3" fmla="*/ 22 h 23"/>
                      <a:gd name="T4" fmla="*/ 66 w 77"/>
                      <a:gd name="T5" fmla="*/ 22 h 23"/>
                      <a:gd name="T6" fmla="*/ 76 w 77"/>
                      <a:gd name="T7" fmla="*/ 12 h 23"/>
                      <a:gd name="T8" fmla="*/ 66 w 77"/>
                      <a:gd name="T9" fmla="*/ 0 h 23"/>
                      <a:gd name="T10" fmla="*/ 11 w 77"/>
                      <a:gd name="T11" fmla="*/ 0 h 23"/>
                      <a:gd name="T12" fmla="*/ 0 w 77"/>
                      <a:gd name="T13" fmla="*/ 12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6" y="22"/>
                          <a:pt x="66" y="22"/>
                          <a:pt x="66" y="22"/>
                        </a:cubicBezTo>
                        <a:cubicBezTo>
                          <a:pt x="71" y="22"/>
                          <a:pt x="76" y="17"/>
                          <a:pt x="76" y="12"/>
                        </a:cubicBezTo>
                        <a:cubicBezTo>
                          <a:pt x="76" y="6"/>
                          <a:pt x="71" y="0"/>
                          <a:pt x="66" y="0"/>
                        </a:cubicBezTo>
                        <a:cubicBezTo>
                          <a:pt x="11" y="0"/>
                          <a:pt x="11" y="0"/>
                          <a:pt x="11" y="0"/>
                        </a:cubicBezTo>
                        <a:cubicBezTo>
                          <a:pt x="4" y="0"/>
                          <a:pt x="0" y="6"/>
                          <a:pt x="0" y="12"/>
                        </a:cubicBezTo>
                        <a:cubicBezTo>
                          <a:pt x="0" y="17"/>
                          <a:pt x="4"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4" name="Freeform 325"/>
                  <p:cNvSpPr>
                    <a:spLocks noChangeArrowheads="1"/>
                  </p:cNvSpPr>
                  <p:nvPr/>
                </p:nvSpPr>
                <p:spPr bwMode="auto">
                  <a:xfrm>
                    <a:off x="5056512" y="2188375"/>
                    <a:ext cx="34536" cy="10158"/>
                  </a:xfrm>
                  <a:custGeom>
                    <a:avLst/>
                    <a:gdLst>
                      <a:gd name="T0" fmla="*/ 11 w 77"/>
                      <a:gd name="T1" fmla="*/ 0 h 22"/>
                      <a:gd name="T2" fmla="*/ 11 w 77"/>
                      <a:gd name="T3" fmla="*/ 0 h 22"/>
                      <a:gd name="T4" fmla="*/ 0 w 77"/>
                      <a:gd name="T5" fmla="*/ 11 h 22"/>
                      <a:gd name="T6" fmla="*/ 11 w 77"/>
                      <a:gd name="T7" fmla="*/ 21 h 22"/>
                      <a:gd name="T8" fmla="*/ 66 w 77"/>
                      <a:gd name="T9" fmla="*/ 21 h 22"/>
                      <a:gd name="T10" fmla="*/ 76 w 77"/>
                      <a:gd name="T11" fmla="*/ 11 h 22"/>
                      <a:gd name="T12" fmla="*/ 66 w 77"/>
                      <a:gd name="T13" fmla="*/ 0 h 22"/>
                      <a:gd name="T14" fmla="*/ 11 w 77"/>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1" y="0"/>
                        </a:moveTo>
                        <a:lnTo>
                          <a:pt x="11" y="0"/>
                        </a:lnTo>
                        <a:cubicBezTo>
                          <a:pt x="4" y="0"/>
                          <a:pt x="0" y="5"/>
                          <a:pt x="0" y="11"/>
                        </a:cubicBezTo>
                        <a:cubicBezTo>
                          <a:pt x="0" y="16"/>
                          <a:pt x="4" y="21"/>
                          <a:pt x="11" y="21"/>
                        </a:cubicBezTo>
                        <a:cubicBezTo>
                          <a:pt x="66" y="21"/>
                          <a:pt x="66" y="21"/>
                          <a:pt x="66" y="21"/>
                        </a:cubicBezTo>
                        <a:cubicBezTo>
                          <a:pt x="71" y="21"/>
                          <a:pt x="76" y="16"/>
                          <a:pt x="76" y="11"/>
                        </a:cubicBezTo>
                        <a:cubicBezTo>
                          <a:pt x="76" y="5"/>
                          <a:pt x="71" y="0"/>
                          <a:pt x="66" y="0"/>
                        </a:cubicBezTo>
                        <a:lnTo>
                          <a:pt x="1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sp>
                <p:nvSpPr>
                  <p:cNvPr id="175" name="Freeform 326"/>
                  <p:cNvSpPr>
                    <a:spLocks noChangeArrowheads="1"/>
                  </p:cNvSpPr>
                  <p:nvPr/>
                </p:nvSpPr>
                <p:spPr bwMode="auto">
                  <a:xfrm>
                    <a:off x="4961032" y="2188375"/>
                    <a:ext cx="34535" cy="10158"/>
                  </a:xfrm>
                  <a:custGeom>
                    <a:avLst/>
                    <a:gdLst>
                      <a:gd name="T0" fmla="*/ 10 w 77"/>
                      <a:gd name="T1" fmla="*/ 0 h 22"/>
                      <a:gd name="T2" fmla="*/ 10 w 77"/>
                      <a:gd name="T3" fmla="*/ 0 h 22"/>
                      <a:gd name="T4" fmla="*/ 0 w 77"/>
                      <a:gd name="T5" fmla="*/ 11 h 22"/>
                      <a:gd name="T6" fmla="*/ 10 w 77"/>
                      <a:gd name="T7" fmla="*/ 21 h 22"/>
                      <a:gd name="T8" fmla="*/ 65 w 77"/>
                      <a:gd name="T9" fmla="*/ 21 h 22"/>
                      <a:gd name="T10" fmla="*/ 76 w 77"/>
                      <a:gd name="T11" fmla="*/ 11 h 22"/>
                      <a:gd name="T12" fmla="*/ 65 w 77"/>
                      <a:gd name="T13" fmla="*/ 0 h 22"/>
                      <a:gd name="T14" fmla="*/ 10 w 77"/>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0" y="0"/>
                        </a:moveTo>
                        <a:lnTo>
                          <a:pt x="10" y="0"/>
                        </a:lnTo>
                        <a:cubicBezTo>
                          <a:pt x="5" y="0"/>
                          <a:pt x="0" y="5"/>
                          <a:pt x="0" y="11"/>
                        </a:cubicBezTo>
                        <a:cubicBezTo>
                          <a:pt x="0" y="16"/>
                          <a:pt x="5" y="21"/>
                          <a:pt x="10" y="21"/>
                        </a:cubicBezTo>
                        <a:cubicBezTo>
                          <a:pt x="65" y="21"/>
                          <a:pt x="65" y="21"/>
                          <a:pt x="65" y="21"/>
                        </a:cubicBezTo>
                        <a:cubicBezTo>
                          <a:pt x="72" y="21"/>
                          <a:pt x="76" y="16"/>
                          <a:pt x="76" y="11"/>
                        </a:cubicBezTo>
                        <a:cubicBezTo>
                          <a:pt x="76" y="5"/>
                          <a:pt x="72" y="0"/>
                          <a:pt x="65" y="0"/>
                        </a:cubicBezTo>
                        <a:lnTo>
                          <a:pt x="1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grpSp>
            <p:sp>
              <p:nvSpPr>
                <p:cNvPr id="166" name="Freeform 427"/>
                <p:cNvSpPr>
                  <a:spLocks noChangeAspect="1" noChangeArrowheads="1"/>
                </p:cNvSpPr>
                <p:nvPr/>
              </p:nvSpPr>
              <p:spPr bwMode="auto">
                <a:xfrm>
                  <a:off x="1074532" y="5046229"/>
                  <a:ext cx="332770" cy="421121"/>
                </a:xfrm>
                <a:custGeom>
                  <a:avLst/>
                  <a:gdLst>
                    <a:gd name="T0" fmla="*/ 249 w 498"/>
                    <a:gd name="T1" fmla="*/ 628 h 629"/>
                    <a:gd name="T2" fmla="*/ 480 w 498"/>
                    <a:gd name="T3" fmla="*/ 457 h 629"/>
                    <a:gd name="T4" fmla="*/ 480 w 498"/>
                    <a:gd name="T5" fmla="*/ 367 h 629"/>
                    <a:gd name="T6" fmla="*/ 480 w 498"/>
                    <a:gd name="T7" fmla="*/ 276 h 629"/>
                    <a:gd name="T8" fmla="*/ 480 w 498"/>
                    <a:gd name="T9" fmla="*/ 184 h 629"/>
                    <a:gd name="T10" fmla="*/ 441 w 498"/>
                    <a:gd name="T11" fmla="*/ 58 h 629"/>
                    <a:gd name="T12" fmla="*/ 472 w 498"/>
                    <a:gd name="T13" fmla="*/ 26 h 629"/>
                    <a:gd name="T14" fmla="*/ 392 w 498"/>
                    <a:gd name="T15" fmla="*/ 12 h 629"/>
                    <a:gd name="T16" fmla="*/ 249 w 498"/>
                    <a:gd name="T17" fmla="*/ 14 h 629"/>
                    <a:gd name="T18" fmla="*/ 17 w 498"/>
                    <a:gd name="T19" fmla="*/ 184 h 629"/>
                    <a:gd name="T20" fmla="*/ 17 w 498"/>
                    <a:gd name="T21" fmla="*/ 276 h 629"/>
                    <a:gd name="T22" fmla="*/ 17 w 498"/>
                    <a:gd name="T23" fmla="*/ 367 h 629"/>
                    <a:gd name="T24" fmla="*/ 17 w 498"/>
                    <a:gd name="T25" fmla="*/ 457 h 629"/>
                    <a:gd name="T26" fmla="*/ 249 w 498"/>
                    <a:gd name="T27" fmla="*/ 628 h 629"/>
                    <a:gd name="T28" fmla="*/ 249 w 498"/>
                    <a:gd name="T29" fmla="*/ 35 h 629"/>
                    <a:gd name="T30" fmla="*/ 248 w 498"/>
                    <a:gd name="T31" fmla="*/ 102 h 629"/>
                    <a:gd name="T32" fmla="*/ 249 w 498"/>
                    <a:gd name="T33" fmla="*/ 173 h 629"/>
                    <a:gd name="T34" fmla="*/ 307 w 498"/>
                    <a:gd name="T35" fmla="*/ 125 h 629"/>
                    <a:gd name="T36" fmla="*/ 475 w 498"/>
                    <a:gd name="T37" fmla="*/ 138 h 629"/>
                    <a:gd name="T38" fmla="*/ 22 w 498"/>
                    <a:gd name="T39" fmla="*/ 138 h 629"/>
                    <a:gd name="T40" fmla="*/ 288 w 498"/>
                    <a:gd name="T41" fmla="*/ 138 h 629"/>
                    <a:gd name="T42" fmla="*/ 249 w 498"/>
                    <a:gd name="T43" fmla="*/ 152 h 629"/>
                    <a:gd name="T44" fmla="*/ 260 w 498"/>
                    <a:gd name="T45" fmla="*/ 147 h 629"/>
                    <a:gd name="T46" fmla="*/ 288 w 498"/>
                    <a:gd name="T47" fmla="*/ 138 h 629"/>
                    <a:gd name="T48" fmla="*/ 217 w 498"/>
                    <a:gd name="T49" fmla="*/ 145 h 629"/>
                    <a:gd name="T50" fmla="*/ 208 w 498"/>
                    <a:gd name="T51" fmla="*/ 138 h 629"/>
                    <a:gd name="T52" fmla="*/ 217 w 498"/>
                    <a:gd name="T53" fmla="*/ 145 h 629"/>
                    <a:gd name="T54" fmla="*/ 32 w 498"/>
                    <a:gd name="T55" fmla="*/ 199 h 629"/>
                    <a:gd name="T56" fmla="*/ 465 w 498"/>
                    <a:gd name="T57" fmla="*/ 199 h 629"/>
                    <a:gd name="T58" fmla="*/ 249 w 498"/>
                    <a:gd name="T59" fmla="*/ 332 h 629"/>
                    <a:gd name="T60" fmla="*/ 32 w 498"/>
                    <a:gd name="T61" fmla="*/ 199 h 629"/>
                    <a:gd name="T62" fmla="*/ 32 w 498"/>
                    <a:gd name="T63" fmla="*/ 290 h 629"/>
                    <a:gd name="T64" fmla="*/ 465 w 498"/>
                    <a:gd name="T65" fmla="*/ 290 h 629"/>
                    <a:gd name="T66" fmla="*/ 249 w 498"/>
                    <a:gd name="T67" fmla="*/ 424 h 629"/>
                    <a:gd name="T68" fmla="*/ 32 w 498"/>
                    <a:gd name="T69" fmla="*/ 290 h 629"/>
                    <a:gd name="T70" fmla="*/ 32 w 498"/>
                    <a:gd name="T71" fmla="*/ 383 h 629"/>
                    <a:gd name="T72" fmla="*/ 465 w 498"/>
                    <a:gd name="T73" fmla="*/ 382 h 629"/>
                    <a:gd name="T74" fmla="*/ 249 w 498"/>
                    <a:gd name="T75" fmla="*/ 515 h 629"/>
                    <a:gd name="T76" fmla="*/ 32 w 498"/>
                    <a:gd name="T77" fmla="*/ 383 h 629"/>
                    <a:gd name="T78" fmla="*/ 32 w 498"/>
                    <a:gd name="T79" fmla="*/ 474 h 629"/>
                    <a:gd name="T80" fmla="*/ 465 w 498"/>
                    <a:gd name="T81" fmla="*/ 474 h 629"/>
                    <a:gd name="T82" fmla="*/ 249 w 498"/>
                    <a:gd name="T83" fmla="*/ 606 h 629"/>
                    <a:gd name="T84" fmla="*/ 32 w 498"/>
                    <a:gd name="T85" fmla="*/ 474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629">
                      <a:moveTo>
                        <a:pt x="249" y="628"/>
                      </a:moveTo>
                      <a:lnTo>
                        <a:pt x="249" y="628"/>
                      </a:lnTo>
                      <a:cubicBezTo>
                        <a:pt x="388" y="628"/>
                        <a:pt x="497" y="574"/>
                        <a:pt x="497" y="503"/>
                      </a:cubicBezTo>
                      <a:cubicBezTo>
                        <a:pt x="497" y="488"/>
                        <a:pt x="490" y="473"/>
                        <a:pt x="480" y="457"/>
                      </a:cubicBezTo>
                      <a:cubicBezTo>
                        <a:pt x="490" y="444"/>
                        <a:pt x="497" y="428"/>
                        <a:pt x="497" y="413"/>
                      </a:cubicBezTo>
                      <a:cubicBezTo>
                        <a:pt x="497" y="396"/>
                        <a:pt x="490" y="381"/>
                        <a:pt x="480" y="367"/>
                      </a:cubicBezTo>
                      <a:cubicBezTo>
                        <a:pt x="490" y="352"/>
                        <a:pt x="497" y="337"/>
                        <a:pt x="497" y="321"/>
                      </a:cubicBezTo>
                      <a:cubicBezTo>
                        <a:pt x="497" y="305"/>
                        <a:pt x="490" y="289"/>
                        <a:pt x="480" y="276"/>
                      </a:cubicBezTo>
                      <a:cubicBezTo>
                        <a:pt x="490" y="261"/>
                        <a:pt x="497" y="246"/>
                        <a:pt x="497" y="229"/>
                      </a:cubicBezTo>
                      <a:cubicBezTo>
                        <a:pt x="497" y="214"/>
                        <a:pt x="490" y="198"/>
                        <a:pt x="480" y="184"/>
                      </a:cubicBezTo>
                      <a:cubicBezTo>
                        <a:pt x="490" y="170"/>
                        <a:pt x="497" y="153"/>
                        <a:pt x="497" y="138"/>
                      </a:cubicBezTo>
                      <a:cubicBezTo>
                        <a:pt x="497" y="107"/>
                        <a:pt x="476" y="79"/>
                        <a:pt x="441" y="58"/>
                      </a:cubicBezTo>
                      <a:cubicBezTo>
                        <a:pt x="450" y="54"/>
                        <a:pt x="459" y="49"/>
                        <a:pt x="465" y="46"/>
                      </a:cubicBezTo>
                      <a:cubicBezTo>
                        <a:pt x="471" y="41"/>
                        <a:pt x="474" y="34"/>
                        <a:pt x="472" y="26"/>
                      </a:cubicBezTo>
                      <a:cubicBezTo>
                        <a:pt x="467" y="12"/>
                        <a:pt x="437" y="0"/>
                        <a:pt x="418" y="2"/>
                      </a:cubicBezTo>
                      <a:cubicBezTo>
                        <a:pt x="411" y="3"/>
                        <a:pt x="397" y="9"/>
                        <a:pt x="392" y="12"/>
                      </a:cubicBezTo>
                      <a:cubicBezTo>
                        <a:pt x="386" y="16"/>
                        <a:pt x="376" y="22"/>
                        <a:pt x="366" y="28"/>
                      </a:cubicBezTo>
                      <a:cubicBezTo>
                        <a:pt x="330" y="19"/>
                        <a:pt x="290" y="14"/>
                        <a:pt x="249" y="14"/>
                      </a:cubicBezTo>
                      <a:cubicBezTo>
                        <a:pt x="109" y="14"/>
                        <a:pt x="0" y="68"/>
                        <a:pt x="0" y="138"/>
                      </a:cubicBezTo>
                      <a:cubicBezTo>
                        <a:pt x="0" y="153"/>
                        <a:pt x="6" y="170"/>
                        <a:pt x="17" y="184"/>
                      </a:cubicBezTo>
                      <a:cubicBezTo>
                        <a:pt x="6" y="198"/>
                        <a:pt x="0" y="214"/>
                        <a:pt x="0" y="229"/>
                      </a:cubicBezTo>
                      <a:cubicBezTo>
                        <a:pt x="0" y="246"/>
                        <a:pt x="6" y="261"/>
                        <a:pt x="17" y="276"/>
                      </a:cubicBezTo>
                      <a:cubicBezTo>
                        <a:pt x="6" y="289"/>
                        <a:pt x="0" y="305"/>
                        <a:pt x="0" y="321"/>
                      </a:cubicBezTo>
                      <a:cubicBezTo>
                        <a:pt x="0" y="337"/>
                        <a:pt x="6" y="352"/>
                        <a:pt x="17" y="367"/>
                      </a:cubicBezTo>
                      <a:cubicBezTo>
                        <a:pt x="6" y="381"/>
                        <a:pt x="0" y="396"/>
                        <a:pt x="0" y="413"/>
                      </a:cubicBezTo>
                      <a:cubicBezTo>
                        <a:pt x="0" y="428"/>
                        <a:pt x="6" y="444"/>
                        <a:pt x="17" y="457"/>
                      </a:cubicBezTo>
                      <a:cubicBezTo>
                        <a:pt x="6" y="473"/>
                        <a:pt x="0" y="488"/>
                        <a:pt x="0" y="503"/>
                      </a:cubicBezTo>
                      <a:cubicBezTo>
                        <a:pt x="0" y="574"/>
                        <a:pt x="109" y="628"/>
                        <a:pt x="249" y="628"/>
                      </a:cubicBezTo>
                      <a:close/>
                      <a:moveTo>
                        <a:pt x="249" y="35"/>
                      </a:moveTo>
                      <a:lnTo>
                        <a:pt x="249" y="35"/>
                      </a:lnTo>
                      <a:cubicBezTo>
                        <a:pt x="280" y="35"/>
                        <a:pt x="310" y="38"/>
                        <a:pt x="340" y="44"/>
                      </a:cubicBezTo>
                      <a:cubicBezTo>
                        <a:pt x="308" y="62"/>
                        <a:pt x="273" y="84"/>
                        <a:pt x="248" y="102"/>
                      </a:cubicBezTo>
                      <a:cubicBezTo>
                        <a:pt x="213" y="102"/>
                        <a:pt x="186" y="118"/>
                        <a:pt x="186" y="138"/>
                      </a:cubicBezTo>
                      <a:cubicBezTo>
                        <a:pt x="186" y="157"/>
                        <a:pt x="213" y="173"/>
                        <a:pt x="249" y="173"/>
                      </a:cubicBezTo>
                      <a:cubicBezTo>
                        <a:pt x="284" y="173"/>
                        <a:pt x="310" y="157"/>
                        <a:pt x="310" y="138"/>
                      </a:cubicBezTo>
                      <a:cubicBezTo>
                        <a:pt x="310" y="132"/>
                        <a:pt x="309" y="129"/>
                        <a:pt x="307" y="125"/>
                      </a:cubicBezTo>
                      <a:cubicBezTo>
                        <a:pt x="340" y="109"/>
                        <a:pt x="383" y="88"/>
                        <a:pt x="418" y="70"/>
                      </a:cubicBezTo>
                      <a:cubicBezTo>
                        <a:pt x="454" y="88"/>
                        <a:pt x="475" y="112"/>
                        <a:pt x="475" y="138"/>
                      </a:cubicBezTo>
                      <a:cubicBezTo>
                        <a:pt x="475" y="194"/>
                        <a:pt x="371" y="240"/>
                        <a:pt x="249" y="240"/>
                      </a:cubicBezTo>
                      <a:cubicBezTo>
                        <a:pt x="125" y="240"/>
                        <a:pt x="22" y="194"/>
                        <a:pt x="22" y="138"/>
                      </a:cubicBezTo>
                      <a:cubicBezTo>
                        <a:pt x="22" y="82"/>
                        <a:pt x="125" y="35"/>
                        <a:pt x="249" y="35"/>
                      </a:cubicBezTo>
                      <a:close/>
                      <a:moveTo>
                        <a:pt x="288" y="138"/>
                      </a:moveTo>
                      <a:lnTo>
                        <a:pt x="288" y="138"/>
                      </a:lnTo>
                      <a:cubicBezTo>
                        <a:pt x="288" y="142"/>
                        <a:pt x="274" y="152"/>
                        <a:pt x="249" y="152"/>
                      </a:cubicBezTo>
                      <a:cubicBezTo>
                        <a:pt x="248" y="152"/>
                        <a:pt x="247" y="152"/>
                        <a:pt x="247" y="152"/>
                      </a:cubicBezTo>
                      <a:cubicBezTo>
                        <a:pt x="252" y="150"/>
                        <a:pt x="257" y="148"/>
                        <a:pt x="260" y="147"/>
                      </a:cubicBezTo>
                      <a:cubicBezTo>
                        <a:pt x="262" y="147"/>
                        <a:pt x="272" y="142"/>
                        <a:pt x="287" y="135"/>
                      </a:cubicBezTo>
                      <a:cubicBezTo>
                        <a:pt x="288" y="136"/>
                        <a:pt x="288" y="137"/>
                        <a:pt x="288" y="138"/>
                      </a:cubicBezTo>
                      <a:close/>
                      <a:moveTo>
                        <a:pt x="217" y="145"/>
                      </a:moveTo>
                      <a:lnTo>
                        <a:pt x="217" y="145"/>
                      </a:lnTo>
                      <a:cubicBezTo>
                        <a:pt x="217" y="145"/>
                        <a:pt x="218" y="146"/>
                        <a:pt x="219" y="146"/>
                      </a:cubicBezTo>
                      <a:cubicBezTo>
                        <a:pt x="212" y="143"/>
                        <a:pt x="208" y="140"/>
                        <a:pt x="208" y="138"/>
                      </a:cubicBezTo>
                      <a:cubicBezTo>
                        <a:pt x="208" y="136"/>
                        <a:pt x="212" y="132"/>
                        <a:pt x="217" y="130"/>
                      </a:cubicBezTo>
                      <a:cubicBezTo>
                        <a:pt x="214" y="137"/>
                        <a:pt x="215" y="142"/>
                        <a:pt x="217" y="145"/>
                      </a:cubicBezTo>
                      <a:close/>
                      <a:moveTo>
                        <a:pt x="32" y="199"/>
                      </a:moveTo>
                      <a:lnTo>
                        <a:pt x="32" y="199"/>
                      </a:lnTo>
                      <a:cubicBezTo>
                        <a:pt x="74" y="236"/>
                        <a:pt x="155" y="262"/>
                        <a:pt x="249" y="262"/>
                      </a:cubicBezTo>
                      <a:cubicBezTo>
                        <a:pt x="343" y="262"/>
                        <a:pt x="423" y="236"/>
                        <a:pt x="465" y="199"/>
                      </a:cubicBezTo>
                      <a:cubicBezTo>
                        <a:pt x="472" y="209"/>
                        <a:pt x="475" y="219"/>
                        <a:pt x="475" y="229"/>
                      </a:cubicBezTo>
                      <a:cubicBezTo>
                        <a:pt x="475" y="285"/>
                        <a:pt x="371" y="332"/>
                        <a:pt x="249" y="332"/>
                      </a:cubicBezTo>
                      <a:cubicBezTo>
                        <a:pt x="125" y="332"/>
                        <a:pt x="22" y="285"/>
                        <a:pt x="22" y="229"/>
                      </a:cubicBezTo>
                      <a:cubicBezTo>
                        <a:pt x="22" y="219"/>
                        <a:pt x="26" y="209"/>
                        <a:pt x="32" y="199"/>
                      </a:cubicBezTo>
                      <a:close/>
                      <a:moveTo>
                        <a:pt x="32" y="290"/>
                      </a:moveTo>
                      <a:lnTo>
                        <a:pt x="32" y="290"/>
                      </a:lnTo>
                      <a:cubicBezTo>
                        <a:pt x="74" y="329"/>
                        <a:pt x="155" y="353"/>
                        <a:pt x="249" y="353"/>
                      </a:cubicBezTo>
                      <a:cubicBezTo>
                        <a:pt x="343" y="353"/>
                        <a:pt x="423" y="329"/>
                        <a:pt x="465" y="290"/>
                      </a:cubicBezTo>
                      <a:cubicBezTo>
                        <a:pt x="472" y="300"/>
                        <a:pt x="475" y="310"/>
                        <a:pt x="475" y="321"/>
                      </a:cubicBezTo>
                      <a:cubicBezTo>
                        <a:pt x="475" y="376"/>
                        <a:pt x="371" y="424"/>
                        <a:pt x="249" y="424"/>
                      </a:cubicBezTo>
                      <a:cubicBezTo>
                        <a:pt x="125" y="424"/>
                        <a:pt x="22" y="376"/>
                        <a:pt x="22" y="321"/>
                      </a:cubicBezTo>
                      <a:cubicBezTo>
                        <a:pt x="22" y="310"/>
                        <a:pt x="26" y="301"/>
                        <a:pt x="32" y="290"/>
                      </a:cubicBezTo>
                      <a:close/>
                      <a:moveTo>
                        <a:pt x="32" y="383"/>
                      </a:moveTo>
                      <a:lnTo>
                        <a:pt x="32" y="383"/>
                      </a:lnTo>
                      <a:cubicBezTo>
                        <a:pt x="74" y="420"/>
                        <a:pt x="155" y="445"/>
                        <a:pt x="249" y="445"/>
                      </a:cubicBezTo>
                      <a:cubicBezTo>
                        <a:pt x="343" y="445"/>
                        <a:pt x="423" y="420"/>
                        <a:pt x="465" y="382"/>
                      </a:cubicBezTo>
                      <a:cubicBezTo>
                        <a:pt x="472" y="393"/>
                        <a:pt x="475" y="402"/>
                        <a:pt x="475" y="413"/>
                      </a:cubicBezTo>
                      <a:cubicBezTo>
                        <a:pt x="475" y="468"/>
                        <a:pt x="371" y="515"/>
                        <a:pt x="249" y="515"/>
                      </a:cubicBezTo>
                      <a:cubicBezTo>
                        <a:pt x="125" y="515"/>
                        <a:pt x="22" y="468"/>
                        <a:pt x="22" y="413"/>
                      </a:cubicBezTo>
                      <a:cubicBezTo>
                        <a:pt x="22" y="402"/>
                        <a:pt x="26" y="393"/>
                        <a:pt x="32" y="383"/>
                      </a:cubicBezTo>
                      <a:close/>
                      <a:moveTo>
                        <a:pt x="32" y="474"/>
                      </a:moveTo>
                      <a:lnTo>
                        <a:pt x="32" y="474"/>
                      </a:lnTo>
                      <a:cubicBezTo>
                        <a:pt x="74" y="511"/>
                        <a:pt x="155" y="537"/>
                        <a:pt x="249" y="537"/>
                      </a:cubicBezTo>
                      <a:cubicBezTo>
                        <a:pt x="343" y="537"/>
                        <a:pt x="423" y="511"/>
                        <a:pt x="465" y="474"/>
                      </a:cubicBezTo>
                      <a:cubicBezTo>
                        <a:pt x="472" y="484"/>
                        <a:pt x="475" y="494"/>
                        <a:pt x="475" y="503"/>
                      </a:cubicBezTo>
                      <a:cubicBezTo>
                        <a:pt x="475" y="560"/>
                        <a:pt x="371" y="606"/>
                        <a:pt x="249" y="606"/>
                      </a:cubicBezTo>
                      <a:cubicBezTo>
                        <a:pt x="125" y="606"/>
                        <a:pt x="22" y="560"/>
                        <a:pt x="22" y="503"/>
                      </a:cubicBezTo>
                      <a:cubicBezTo>
                        <a:pt x="22" y="494"/>
                        <a:pt x="26" y="484"/>
                        <a:pt x="32" y="474"/>
                      </a:cubicBezTo>
                      <a:close/>
                    </a:path>
                  </a:pathLst>
                </a:custGeom>
                <a:solidFill>
                  <a:srgbClr val="0079EF"/>
                </a:solidFill>
                <a:ln>
                  <a:noFill/>
                </a:ln>
                <a:effectLst/>
              </p:spPr>
              <p:txBody>
                <a:bodyPr wrap="none" anchor="ctr"/>
                <a:lstStyle/>
                <a:p>
                  <a:pPr marL="0" marR="0" lvl="0" indent="0" defTabSz="360959" eaLnBrk="1" fontAlgn="base" latinLnBrk="0" hangingPunct="0">
                    <a:lnSpc>
                      <a:spcPct val="93000"/>
                    </a:lnSpc>
                    <a:spcBef>
                      <a:spcPct val="0"/>
                    </a:spcBef>
                    <a:spcAft>
                      <a:spcPct val="0"/>
                    </a:spcAft>
                    <a:buClr>
                      <a:srgbClr val="000000"/>
                    </a:buClr>
                    <a:buSzPct val="100000"/>
                    <a:buFontTx/>
                    <a:buNone/>
                    <a:tabLst/>
                    <a:defRPr/>
                  </a:pPr>
                  <a:endParaRPr kumimoji="0" lang="en-US" sz="1421" b="0" i="0" u="none" strike="noStrike" kern="0" cap="none" spc="0" normalizeH="0" baseline="0" noProof="0" smtClean="0">
                    <a:ln>
                      <a:noFill/>
                    </a:ln>
                    <a:solidFill>
                      <a:prstClr val="black"/>
                    </a:solidFill>
                    <a:effectLst/>
                    <a:uLnTx/>
                    <a:uFillTx/>
                    <a:latin typeface="Arial" charset="0"/>
                  </a:endParaRPr>
                </a:p>
              </p:txBody>
            </p:sp>
          </p:grpSp>
          <p:sp>
            <p:nvSpPr>
              <p:cNvPr id="163" name="Rectangle 162"/>
              <p:cNvSpPr/>
              <p:nvPr/>
            </p:nvSpPr>
            <p:spPr>
              <a:xfrm>
                <a:off x="900148" y="5492986"/>
                <a:ext cx="736099"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212E35"/>
                    </a:solidFill>
                    <a:effectLst/>
                    <a:uLnTx/>
                    <a:uFillTx/>
                  </a:rPr>
                  <a:t>Siloes</a:t>
                </a:r>
                <a:endParaRPr kumimoji="0" lang="en-GB" sz="3600" b="1" i="0" u="none" strike="noStrike" kern="0" cap="none" spc="0" normalizeH="0" baseline="0" noProof="0" dirty="0" smtClean="0">
                  <a:ln>
                    <a:noFill/>
                  </a:ln>
                  <a:solidFill>
                    <a:srgbClr val="212E35"/>
                  </a:solidFill>
                  <a:effectLst/>
                  <a:uLnTx/>
                  <a:uFillTx/>
                </a:endParaRPr>
              </a:p>
            </p:txBody>
          </p:sp>
        </p:grpSp>
      </p:grpSp>
    </p:spTree>
    <p:extLst>
      <p:ext uri="{BB962C8B-B14F-4D97-AF65-F5344CB8AC3E}">
        <p14:creationId xmlns:p14="http://schemas.microsoft.com/office/powerpoint/2010/main" val="4065504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Challenges </a:t>
            </a:r>
          </a:p>
        </p:txBody>
      </p:sp>
    </p:spTree>
    <p:extLst>
      <p:ext uri="{BB962C8B-B14F-4D97-AF65-F5344CB8AC3E}">
        <p14:creationId xmlns:p14="http://schemas.microsoft.com/office/powerpoint/2010/main" val="99907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Giving rise to three recurring questions</a:t>
            </a:r>
          </a:p>
        </p:txBody>
      </p:sp>
      <p:sp>
        <p:nvSpPr>
          <p:cNvPr id="4" name="Slide Number Placeholder 3"/>
          <p:cNvSpPr>
            <a:spLocks noGrp="1"/>
          </p:cNvSpPr>
          <p:nvPr>
            <p:ph type="sldNum" sz="quarter" idx="4"/>
          </p:nvPr>
        </p:nvSpPr>
        <p:spPr/>
        <p:txBody>
          <a:bodyPr/>
          <a:lstStyle/>
          <a:p>
            <a:fld id="{0FB999A9-77CE-4AD1-9911-24A29F08BC34}" type="slidenum">
              <a:rPr lang="en-US" smtClean="0">
                <a:solidFill>
                  <a:prstClr val="white">
                    <a:lumMod val="75000"/>
                  </a:prstClr>
                </a:solidFill>
              </a:rPr>
              <a:pPr/>
              <a:t>7</a:t>
            </a:fld>
            <a:endParaRPr lang="en-US" dirty="0">
              <a:solidFill>
                <a:prstClr val="white">
                  <a:lumMod val="75000"/>
                </a:prstClr>
              </a:solidFill>
            </a:endParaRPr>
          </a:p>
        </p:txBody>
      </p:sp>
      <p:grpSp>
        <p:nvGrpSpPr>
          <p:cNvPr id="7" name="Group 6"/>
          <p:cNvGrpSpPr/>
          <p:nvPr/>
        </p:nvGrpSpPr>
        <p:grpSpPr>
          <a:xfrm>
            <a:off x="1238678" y="1626737"/>
            <a:ext cx="2703444" cy="4210973"/>
            <a:chOff x="1238678" y="1695561"/>
            <a:chExt cx="2703444" cy="4210973"/>
          </a:xfrm>
        </p:grpSpPr>
        <p:sp>
          <p:nvSpPr>
            <p:cNvPr id="3" name="Rectangle 2"/>
            <p:cNvSpPr/>
            <p:nvPr/>
          </p:nvSpPr>
          <p:spPr>
            <a:xfrm>
              <a:off x="1238679" y="1695561"/>
              <a:ext cx="270344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rgbClr val="231CA5"/>
                  </a:solidFill>
                </a:rPr>
                <a:t>Value</a:t>
              </a:r>
              <a:endParaRPr lang="en-GB" dirty="0">
                <a:solidFill>
                  <a:srgbClr val="231CA5"/>
                </a:solidFill>
              </a:endParaRPr>
            </a:p>
          </p:txBody>
        </p:sp>
        <p:sp>
          <p:nvSpPr>
            <p:cNvPr id="17" name="Rectangle 16"/>
            <p:cNvSpPr/>
            <p:nvPr/>
          </p:nvSpPr>
          <p:spPr>
            <a:xfrm>
              <a:off x="1238678" y="3857282"/>
              <a:ext cx="2703443" cy="2049252"/>
            </a:xfrm>
            <a:prstGeom prst="rect">
              <a:avLst/>
            </a:prstGeom>
            <a:solidFill>
              <a:srgbClr val="231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FFFFFF"/>
                  </a:solidFill>
                </a:rPr>
                <a:t>Too much data</a:t>
              </a:r>
            </a:p>
            <a:p>
              <a:pPr marL="285750" indent="-285750">
                <a:buFont typeface="Arial" panose="020B0604020202020204" pitchFamily="34" charset="0"/>
                <a:buChar char="•"/>
              </a:pPr>
              <a:r>
                <a:rPr lang="en-US" dirty="0">
                  <a:solidFill>
                    <a:srgbClr val="FFFFFF"/>
                  </a:solidFill>
                </a:rPr>
                <a:t>No context or confidence</a:t>
              </a:r>
            </a:p>
            <a:p>
              <a:pPr marL="285750" indent="-285750">
                <a:buFont typeface="Arial" panose="020B0604020202020204" pitchFamily="34" charset="0"/>
                <a:buChar char="•"/>
              </a:pPr>
              <a:r>
                <a:rPr lang="en-US" dirty="0">
                  <a:solidFill>
                    <a:srgbClr val="FFFFFF"/>
                  </a:solidFill>
                </a:rPr>
                <a:t>Delivers little insight</a:t>
              </a:r>
            </a:p>
          </p:txBody>
        </p:sp>
        <p:sp>
          <p:nvSpPr>
            <p:cNvPr id="20" name="Rectangle 19"/>
            <p:cNvSpPr/>
            <p:nvPr/>
          </p:nvSpPr>
          <p:spPr>
            <a:xfrm>
              <a:off x="1238678" y="2776421"/>
              <a:ext cx="2703443" cy="9144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rgbClr val="231CA5"/>
                  </a:solidFill>
                </a:rPr>
                <a:t>How do I get value from  my enterprise information?</a:t>
              </a:r>
              <a:endParaRPr lang="en-GB" dirty="0">
                <a:solidFill>
                  <a:srgbClr val="231CA5"/>
                </a:solidFill>
              </a:endParaRPr>
            </a:p>
          </p:txBody>
        </p:sp>
      </p:grpSp>
      <p:grpSp>
        <p:nvGrpSpPr>
          <p:cNvPr id="25" name="Group 24"/>
          <p:cNvGrpSpPr/>
          <p:nvPr/>
        </p:nvGrpSpPr>
        <p:grpSpPr>
          <a:xfrm>
            <a:off x="4744278" y="1626737"/>
            <a:ext cx="2703444" cy="4210973"/>
            <a:chOff x="4744278" y="1695561"/>
            <a:chExt cx="2703444" cy="4210973"/>
          </a:xfrm>
        </p:grpSpPr>
        <p:sp>
          <p:nvSpPr>
            <p:cNvPr id="22" name="Rectangle 21"/>
            <p:cNvSpPr/>
            <p:nvPr/>
          </p:nvSpPr>
          <p:spPr>
            <a:xfrm>
              <a:off x="4744279" y="1695561"/>
              <a:ext cx="270344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7424AD"/>
                  </a:solidFill>
                </a:rPr>
                <a:t>Risk</a:t>
              </a:r>
              <a:endParaRPr lang="en-US" dirty="0">
                <a:solidFill>
                  <a:srgbClr val="7424AD"/>
                </a:solidFill>
              </a:endParaRPr>
            </a:p>
          </p:txBody>
        </p:sp>
        <p:sp>
          <p:nvSpPr>
            <p:cNvPr id="18" name="Rectangle 17"/>
            <p:cNvSpPr/>
            <p:nvPr/>
          </p:nvSpPr>
          <p:spPr>
            <a:xfrm>
              <a:off x="4744278" y="3857281"/>
              <a:ext cx="2703443" cy="20492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FFFFFF"/>
                  </a:solidFill>
                </a:rPr>
                <a:t>Dark data exists</a:t>
              </a:r>
            </a:p>
            <a:p>
              <a:pPr marL="285750" indent="-285750">
                <a:buFont typeface="Arial" panose="020B0604020202020204" pitchFamily="34" charset="0"/>
                <a:buChar char="•"/>
              </a:pPr>
              <a:r>
                <a:rPr lang="en-US" dirty="0">
                  <a:solidFill>
                    <a:srgbClr val="FFFFFF"/>
                  </a:solidFill>
                </a:rPr>
                <a:t>Critical content in the wild</a:t>
              </a:r>
            </a:p>
            <a:p>
              <a:pPr marL="285750" indent="-285750">
                <a:buFont typeface="Arial" panose="020B0604020202020204" pitchFamily="34" charset="0"/>
                <a:buChar char="•"/>
              </a:pPr>
              <a:r>
                <a:rPr lang="en-US" dirty="0">
                  <a:solidFill>
                    <a:srgbClr val="FFFFFF"/>
                  </a:solidFill>
                </a:rPr>
                <a:t>Ad-hoc policy application</a:t>
              </a:r>
            </a:p>
          </p:txBody>
        </p:sp>
        <p:sp>
          <p:nvSpPr>
            <p:cNvPr id="21" name="Rectangle 20"/>
            <p:cNvSpPr/>
            <p:nvPr/>
          </p:nvSpPr>
          <p:spPr>
            <a:xfrm>
              <a:off x="4744279" y="2756593"/>
              <a:ext cx="2703443" cy="91440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424AD"/>
                  </a:solidFill>
                </a:rPr>
                <a:t>How do I secure content and reduce risk?</a:t>
              </a:r>
            </a:p>
          </p:txBody>
        </p:sp>
      </p:grpSp>
      <p:grpSp>
        <p:nvGrpSpPr>
          <p:cNvPr id="26" name="Group 25"/>
          <p:cNvGrpSpPr/>
          <p:nvPr/>
        </p:nvGrpSpPr>
        <p:grpSpPr>
          <a:xfrm>
            <a:off x="8249878" y="1626737"/>
            <a:ext cx="2703444" cy="4210974"/>
            <a:chOff x="8249878" y="1695561"/>
            <a:chExt cx="2703444" cy="4210974"/>
          </a:xfrm>
        </p:grpSpPr>
        <p:sp>
          <p:nvSpPr>
            <p:cNvPr id="23" name="Rectangle 22"/>
            <p:cNvSpPr/>
            <p:nvPr/>
          </p:nvSpPr>
          <p:spPr>
            <a:xfrm>
              <a:off x="8249879" y="1695561"/>
              <a:ext cx="270344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C6179D"/>
                  </a:solidFill>
                </a:rPr>
                <a:t>Cost</a:t>
              </a:r>
              <a:endParaRPr lang="en-US" dirty="0">
                <a:solidFill>
                  <a:srgbClr val="C6179D"/>
                </a:solidFill>
              </a:endParaRPr>
            </a:p>
          </p:txBody>
        </p:sp>
        <p:sp>
          <p:nvSpPr>
            <p:cNvPr id="19" name="Rectangle 18"/>
            <p:cNvSpPr/>
            <p:nvPr/>
          </p:nvSpPr>
          <p:spPr>
            <a:xfrm>
              <a:off x="8249879" y="3857282"/>
              <a:ext cx="2703443" cy="20492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FFFFFF"/>
                  </a:solidFill>
                </a:rPr>
                <a:t>Growing information footprint</a:t>
              </a:r>
            </a:p>
            <a:p>
              <a:pPr marL="285750" indent="-285750">
                <a:buFont typeface="Arial" panose="020B0604020202020204" pitchFamily="34" charset="0"/>
                <a:buChar char="•"/>
              </a:pPr>
              <a:r>
                <a:rPr lang="en-US" dirty="0">
                  <a:solidFill>
                    <a:srgbClr val="FFFFFF"/>
                  </a:solidFill>
                </a:rPr>
                <a:t>Manual processes</a:t>
              </a:r>
            </a:p>
            <a:p>
              <a:pPr marL="285750" indent="-285750">
                <a:buFont typeface="Arial" panose="020B0604020202020204" pitchFamily="34" charset="0"/>
                <a:buChar char="•"/>
              </a:pPr>
              <a:r>
                <a:rPr lang="en-US" dirty="0" smtClean="0">
                  <a:solidFill>
                    <a:srgbClr val="FFFFFF"/>
                  </a:solidFill>
                </a:rPr>
                <a:t>Costs of information requests</a:t>
              </a:r>
              <a:endParaRPr lang="en-US" dirty="0">
                <a:solidFill>
                  <a:srgbClr val="FFFFFF"/>
                </a:solidFill>
              </a:endParaRPr>
            </a:p>
          </p:txBody>
        </p:sp>
        <p:sp>
          <p:nvSpPr>
            <p:cNvPr id="24" name="Rectangle 23"/>
            <p:cNvSpPr/>
            <p:nvPr/>
          </p:nvSpPr>
          <p:spPr>
            <a:xfrm>
              <a:off x="8249878" y="2756593"/>
              <a:ext cx="2703443" cy="914400"/>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6179D"/>
                  </a:solidFill>
                </a:rPr>
                <a:t>How do I reduce operational costs?</a:t>
              </a:r>
            </a:p>
          </p:txBody>
        </p:sp>
      </p:grpSp>
    </p:spTree>
    <p:extLst>
      <p:ext uri="{BB962C8B-B14F-4D97-AF65-F5344CB8AC3E}">
        <p14:creationId xmlns:p14="http://schemas.microsoft.com/office/powerpoint/2010/main" val="178464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Roles and Drivers</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8</a:t>
            </a:fld>
            <a:endParaRPr lang="en-US">
              <a:solidFill>
                <a:srgbClr val="617D78"/>
              </a:solidFill>
            </a:endParaRPr>
          </a:p>
        </p:txBody>
      </p:sp>
      <p:grpSp>
        <p:nvGrpSpPr>
          <p:cNvPr id="5" name="Group 4"/>
          <p:cNvGrpSpPr/>
          <p:nvPr/>
        </p:nvGrpSpPr>
        <p:grpSpPr>
          <a:xfrm>
            <a:off x="835741" y="456055"/>
            <a:ext cx="10380174" cy="7237805"/>
            <a:chOff x="1430826" y="122226"/>
            <a:chExt cx="10380174" cy="7237805"/>
          </a:xfrm>
        </p:grpSpPr>
        <p:sp>
          <p:nvSpPr>
            <p:cNvPr id="6" name="Rectangle 5"/>
            <p:cNvSpPr/>
            <p:nvPr/>
          </p:nvSpPr>
          <p:spPr>
            <a:xfrm>
              <a:off x="7509211" y="1031795"/>
              <a:ext cx="4301789" cy="5418667"/>
            </a:xfrm>
            <a:prstGeom prst="rect">
              <a:avLst/>
            </a:prstGeom>
            <a:ln>
              <a:noFill/>
            </a:ln>
          </p:spPr>
        </p:sp>
        <p:sp>
          <p:nvSpPr>
            <p:cNvPr id="7" name="Block Arc 6"/>
            <p:cNvSpPr/>
            <p:nvPr/>
          </p:nvSpPr>
          <p:spPr>
            <a:xfrm>
              <a:off x="1430826" y="122226"/>
              <a:ext cx="7237805" cy="7237805"/>
            </a:xfrm>
            <a:prstGeom prst="blockArc">
              <a:avLst>
                <a:gd name="adj1" fmla="val 18900000"/>
                <a:gd name="adj2" fmla="val 2700000"/>
                <a:gd name="adj3" fmla="val 298"/>
              </a:avLst>
            </a:prstGeom>
            <a:ln w="38100" cap="rnd">
              <a:solidFill>
                <a:srgbClr val="231CA5"/>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8" name="Freeform 7"/>
            <p:cNvSpPr/>
            <p:nvPr/>
          </p:nvSpPr>
          <p:spPr>
            <a:xfrm>
              <a:off x="8255571" y="1590234"/>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3896F3"/>
            </a:solidFill>
            <a:ln>
              <a:solidFill>
                <a:srgbClr val="3896F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ct val="35000"/>
                </a:spcAft>
              </a:pPr>
              <a:r>
                <a:rPr lang="en-GB" sz="2000" kern="1200" dirty="0" smtClean="0"/>
                <a:t>Management of information within the organization</a:t>
              </a:r>
              <a:endParaRPr lang="en-US" sz="2000" kern="1200" dirty="0"/>
            </a:p>
          </p:txBody>
        </p:sp>
        <p:sp>
          <p:nvSpPr>
            <p:cNvPr id="9" name="Oval 8"/>
            <p:cNvSpPr/>
            <p:nvPr/>
          </p:nvSpPr>
          <p:spPr>
            <a:xfrm>
              <a:off x="7583416" y="1455803"/>
              <a:ext cx="1344309" cy="1344309"/>
            </a:xfrm>
            <a:prstGeom prst="ellipse">
              <a:avLst/>
            </a:prstGeom>
            <a:ln>
              <a:solidFill>
                <a:srgbClr val="3896F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8646496" y="3203404"/>
              <a:ext cx="3090297" cy="1075447"/>
            </a:xfrm>
            <a:custGeom>
              <a:avLst/>
              <a:gdLst>
                <a:gd name="connsiteX0" fmla="*/ 0 w 3090297"/>
                <a:gd name="connsiteY0" fmla="*/ 0 h 1075447"/>
                <a:gd name="connsiteX1" fmla="*/ 3090297 w 3090297"/>
                <a:gd name="connsiteY1" fmla="*/ 0 h 1075447"/>
                <a:gd name="connsiteX2" fmla="*/ 3090297 w 3090297"/>
                <a:gd name="connsiteY2" fmla="*/ 1075447 h 1075447"/>
                <a:gd name="connsiteX3" fmla="*/ 0 w 3090297"/>
                <a:gd name="connsiteY3" fmla="*/ 1075447 h 1075447"/>
                <a:gd name="connsiteX4" fmla="*/ 0 w 3090297"/>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297" h="1075447">
                  <a:moveTo>
                    <a:pt x="0" y="0"/>
                  </a:moveTo>
                  <a:lnTo>
                    <a:pt x="3090297" y="0"/>
                  </a:lnTo>
                  <a:lnTo>
                    <a:pt x="3090297" y="1075447"/>
                  </a:lnTo>
                  <a:lnTo>
                    <a:pt x="0" y="1075447"/>
                  </a:lnTo>
                  <a:lnTo>
                    <a:pt x="0" y="0"/>
                  </a:lnTo>
                  <a:close/>
                </a:path>
              </a:pathLst>
            </a:custGeom>
            <a:solidFill>
              <a:srgbClr val="7424AD"/>
            </a:solidFill>
            <a:ln>
              <a:solidFill>
                <a:srgbClr val="7424AD"/>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ts val="0"/>
                </a:spcAft>
              </a:pPr>
              <a:r>
                <a:rPr lang="en-US" sz="2000" kern="1200" dirty="0" smtClean="0"/>
                <a:t>Litigation Readiness</a:t>
              </a:r>
              <a:endParaRPr lang="en-US" sz="2000" kern="1200" dirty="0"/>
            </a:p>
          </p:txBody>
        </p:sp>
        <p:sp>
          <p:nvSpPr>
            <p:cNvPr id="11" name="Oval 10"/>
            <p:cNvSpPr/>
            <p:nvPr/>
          </p:nvSpPr>
          <p:spPr>
            <a:xfrm>
              <a:off x="7974341" y="3068973"/>
              <a:ext cx="1344309" cy="1344309"/>
            </a:xfrm>
            <a:prstGeom prst="ellipse">
              <a:avLst/>
            </a:prstGeom>
            <a:ln>
              <a:solidFill>
                <a:srgbClr val="7424AD"/>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8255571" y="4816575"/>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2FD6C3"/>
            </a:solidFill>
            <a:ln>
              <a:solidFill>
                <a:srgbClr val="2FD6C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ts val="0"/>
                </a:spcAft>
              </a:pPr>
              <a:r>
                <a:rPr lang="en-US" sz="2000" b="0" kern="1200" dirty="0" smtClean="0"/>
                <a:t>IT Optimization and Productivity</a:t>
              </a:r>
              <a:endParaRPr lang="en-US" sz="2000" b="0" kern="1200" dirty="0"/>
            </a:p>
          </p:txBody>
        </p:sp>
        <p:sp>
          <p:nvSpPr>
            <p:cNvPr id="13" name="Oval 12"/>
            <p:cNvSpPr/>
            <p:nvPr/>
          </p:nvSpPr>
          <p:spPr>
            <a:xfrm>
              <a:off x="7583416" y="4682144"/>
              <a:ext cx="1344309" cy="1344309"/>
            </a:xfrm>
            <a:prstGeom prst="ellipse">
              <a:avLst/>
            </a:prstGeom>
            <a:ln>
              <a:solidFill>
                <a:srgbClr val="2FD6C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grpSp>
        <p:nvGrpSpPr>
          <p:cNvPr id="14" name="Group 13"/>
          <p:cNvGrpSpPr/>
          <p:nvPr/>
        </p:nvGrpSpPr>
        <p:grpSpPr>
          <a:xfrm>
            <a:off x="1311775" y="1993053"/>
            <a:ext cx="5964521" cy="4215132"/>
            <a:chOff x="1906860" y="1659224"/>
            <a:chExt cx="5964521" cy="4215132"/>
          </a:xfrm>
        </p:grpSpPr>
        <p:sp>
          <p:nvSpPr>
            <p:cNvPr id="15" name="Rectangle 14"/>
            <p:cNvSpPr/>
            <p:nvPr/>
          </p:nvSpPr>
          <p:spPr>
            <a:xfrm>
              <a:off x="1906860" y="1821668"/>
              <a:ext cx="2092645" cy="726595"/>
            </a:xfrm>
            <a:prstGeom prst="rect">
              <a:avLst/>
            </a:prstGeom>
            <a:solidFill>
              <a:schemeClr val="bg1"/>
            </a:solidFill>
            <a:ln w="19050">
              <a:solidFill>
                <a:srgbClr val="3896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smtClean="0">
                  <a:solidFill>
                    <a:schemeClr val="tx1"/>
                  </a:solidFill>
                </a:rPr>
                <a:t>Chief Compliance Officer</a:t>
              </a:r>
            </a:p>
            <a:p>
              <a:pPr defTabSz="914400"/>
              <a:r>
                <a:rPr lang="en-US" sz="1400" b="1" dirty="0" smtClean="0">
                  <a:solidFill>
                    <a:schemeClr val="tx1"/>
                  </a:solidFill>
                </a:rPr>
                <a:t>Chief Risk Officer</a:t>
              </a:r>
              <a:endParaRPr lang="en-US" sz="1400" b="1" dirty="0">
                <a:solidFill>
                  <a:schemeClr val="tx1"/>
                </a:solidFill>
              </a:endParaRPr>
            </a:p>
          </p:txBody>
        </p:sp>
        <p:sp>
          <p:nvSpPr>
            <p:cNvPr id="16" name="TextBox 15"/>
            <p:cNvSpPr txBox="1"/>
            <p:nvPr/>
          </p:nvSpPr>
          <p:spPr>
            <a:xfrm>
              <a:off x="4196102" y="1659224"/>
              <a:ext cx="3313107" cy="1264449"/>
            </a:xfrm>
            <a:prstGeom prst="rect">
              <a:avLst/>
            </a:prstGeom>
            <a:noFill/>
          </p:spPr>
          <p:txBody>
            <a:bodyPr wrap="square" rtlCol="0">
              <a:spAutoFit/>
            </a:bodyPr>
            <a:lstStyle/>
            <a:p>
              <a:pPr defTabSz="573603">
                <a:spcAft>
                  <a:spcPts val="533"/>
                </a:spcAft>
                <a:buSzPct val="100000"/>
              </a:pPr>
              <a:r>
                <a:rPr lang="en-US" dirty="0" smtClean="0">
                  <a:solidFill>
                    <a:srgbClr val="000000"/>
                  </a:solidFill>
                  <a:cs typeface="HP Simplified" pitchFamily="34" charset="0"/>
                </a:rPr>
                <a:t>Managing </a:t>
              </a:r>
              <a:r>
                <a:rPr lang="en-US" dirty="0">
                  <a:solidFill>
                    <a:srgbClr val="000000"/>
                  </a:solidFill>
                  <a:cs typeface="HP Simplified" pitchFamily="34" charset="0"/>
                </a:rPr>
                <a:t>information risk for regulatory compliance purposes</a:t>
              </a:r>
            </a:p>
            <a:p>
              <a:pPr defTabSz="573603">
                <a:spcAft>
                  <a:spcPts val="533"/>
                </a:spcAft>
                <a:buSzPct val="100000"/>
              </a:pPr>
              <a:r>
                <a:rPr lang="en-US" dirty="0">
                  <a:solidFill>
                    <a:srgbClr val="000000"/>
                  </a:solidFill>
                  <a:cs typeface="HP Simplified" pitchFamily="34" charset="0"/>
                </a:rPr>
                <a:t>Identifying sensitive information </a:t>
              </a:r>
              <a:r>
                <a:rPr lang="en-US" dirty="0" smtClean="0">
                  <a:solidFill>
                    <a:srgbClr val="000000"/>
                  </a:solidFill>
                  <a:cs typeface="HP Simplified" pitchFamily="34" charset="0"/>
                </a:rPr>
                <a:t>such as PII, PHI and PCI</a:t>
              </a:r>
            </a:p>
          </p:txBody>
        </p:sp>
        <p:sp>
          <p:nvSpPr>
            <p:cNvPr id="17" name="Rectangle 16"/>
            <p:cNvSpPr/>
            <p:nvPr/>
          </p:nvSpPr>
          <p:spPr>
            <a:xfrm>
              <a:off x="1906860" y="4969788"/>
              <a:ext cx="2092645" cy="726595"/>
            </a:xfrm>
            <a:prstGeom prst="rect">
              <a:avLst/>
            </a:prstGeom>
            <a:solidFill>
              <a:schemeClr val="bg1"/>
            </a:solidFill>
            <a:ln w="19050">
              <a:solidFill>
                <a:srgbClr val="2FD6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smtClean="0">
                  <a:solidFill>
                    <a:schemeClr val="tx1"/>
                  </a:solidFill>
                </a:rPr>
                <a:t>Chief Information Officer</a:t>
              </a:r>
            </a:p>
          </p:txBody>
        </p:sp>
        <p:sp>
          <p:nvSpPr>
            <p:cNvPr id="19" name="TextBox 18"/>
            <p:cNvSpPr txBox="1"/>
            <p:nvPr/>
          </p:nvSpPr>
          <p:spPr>
            <a:xfrm>
              <a:off x="4196102" y="4791816"/>
              <a:ext cx="3559779" cy="1082540"/>
            </a:xfrm>
            <a:prstGeom prst="rect">
              <a:avLst/>
            </a:prstGeom>
            <a:noFill/>
          </p:spPr>
          <p:txBody>
            <a:bodyPr wrap="square" rtlCol="0">
              <a:spAutoFit/>
            </a:bodyPr>
            <a:lstStyle/>
            <a:p>
              <a:pPr defTabSz="573603">
                <a:spcAft>
                  <a:spcPts val="533"/>
                </a:spcAft>
                <a:buSzPct val="100000"/>
              </a:pPr>
              <a:r>
                <a:rPr lang="en-US" sz="1867" dirty="0" smtClean="0">
                  <a:cs typeface="HP Simplified" pitchFamily="34" charset="0"/>
                </a:rPr>
                <a:t>Lower IT operation costs</a:t>
              </a:r>
            </a:p>
            <a:p>
              <a:pPr defTabSz="573603">
                <a:spcAft>
                  <a:spcPts val="533"/>
                </a:spcAft>
                <a:buSzPct val="100000"/>
              </a:pPr>
              <a:r>
                <a:rPr lang="en-US" sz="1867" dirty="0" smtClean="0">
                  <a:cs typeface="HP Simplified" pitchFamily="34" charset="0"/>
                </a:rPr>
                <a:t>Efficient access to information</a:t>
              </a:r>
            </a:p>
            <a:p>
              <a:pPr defTabSz="573603">
                <a:spcAft>
                  <a:spcPts val="533"/>
                </a:spcAft>
                <a:buSzPct val="100000"/>
              </a:pPr>
              <a:r>
                <a:rPr lang="en-US" sz="1867" dirty="0" smtClean="0">
                  <a:cs typeface="HP Simplified" pitchFamily="34" charset="0"/>
                </a:rPr>
                <a:t>Control information footprint</a:t>
              </a:r>
              <a:endParaRPr lang="en-US" sz="1867" dirty="0">
                <a:cs typeface="HP Simplified" pitchFamily="34" charset="0"/>
              </a:endParaRPr>
            </a:p>
          </p:txBody>
        </p:sp>
        <p:sp>
          <p:nvSpPr>
            <p:cNvPr id="20" name="Rectangle 19"/>
            <p:cNvSpPr/>
            <p:nvPr/>
          </p:nvSpPr>
          <p:spPr>
            <a:xfrm>
              <a:off x="1906860" y="3374996"/>
              <a:ext cx="2092645" cy="726595"/>
            </a:xfrm>
            <a:prstGeom prst="rect">
              <a:avLst/>
            </a:prstGeom>
            <a:solidFill>
              <a:schemeClr val="bg1"/>
            </a:solidFill>
            <a:ln w="19050">
              <a:solidFill>
                <a:srgbClr val="742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smtClean="0">
                  <a:solidFill>
                    <a:schemeClr val="tx1"/>
                  </a:solidFill>
                </a:rPr>
                <a:t>Chief Legal Officer</a:t>
              </a:r>
            </a:p>
            <a:p>
              <a:pPr defTabSz="914400"/>
              <a:r>
                <a:rPr lang="en-US" sz="1400" b="1" dirty="0" smtClean="0">
                  <a:solidFill>
                    <a:schemeClr val="tx1"/>
                  </a:solidFill>
                </a:rPr>
                <a:t>General Counsel</a:t>
              </a:r>
              <a:endParaRPr lang="en-US" sz="1400" b="1" dirty="0">
                <a:solidFill>
                  <a:schemeClr val="tx1"/>
                </a:solidFill>
              </a:endParaRPr>
            </a:p>
          </p:txBody>
        </p:sp>
        <p:sp>
          <p:nvSpPr>
            <p:cNvPr id="21" name="TextBox 20"/>
            <p:cNvSpPr txBox="1"/>
            <p:nvPr/>
          </p:nvSpPr>
          <p:spPr>
            <a:xfrm>
              <a:off x="4196102" y="3199858"/>
              <a:ext cx="3675279" cy="1593065"/>
            </a:xfrm>
            <a:prstGeom prst="rect">
              <a:avLst/>
            </a:prstGeom>
            <a:noFill/>
          </p:spPr>
          <p:txBody>
            <a:bodyPr wrap="square" rtlCol="0">
              <a:spAutoFit/>
            </a:bodyPr>
            <a:lstStyle/>
            <a:p>
              <a:pPr defTabSz="573603">
                <a:spcAft>
                  <a:spcPts val="533"/>
                </a:spcAft>
                <a:buSzPct val="100000"/>
              </a:pPr>
              <a:r>
                <a:rPr lang="en-US" sz="1867" dirty="0" smtClean="0">
                  <a:cs typeface="HP Simplified" pitchFamily="34" charset="0"/>
                </a:rPr>
                <a:t>Identify information contained </a:t>
              </a:r>
              <a:r>
                <a:rPr lang="en-US" sz="1867" dirty="0">
                  <a:cs typeface="HP Simplified" pitchFamily="34" charset="0"/>
                </a:rPr>
                <a:t>in unstructured data repositories </a:t>
              </a:r>
              <a:endParaRPr lang="en-US" sz="1867" dirty="0" smtClean="0">
                <a:cs typeface="HP Simplified" pitchFamily="34" charset="0"/>
              </a:endParaRPr>
            </a:p>
            <a:p>
              <a:pPr defTabSz="573603">
                <a:spcAft>
                  <a:spcPts val="533"/>
                </a:spcAft>
                <a:buSzPct val="100000"/>
              </a:pPr>
              <a:r>
                <a:rPr lang="en-US" sz="1867" dirty="0" smtClean="0">
                  <a:cs typeface="HP Simplified" pitchFamily="34" charset="0"/>
                </a:rPr>
                <a:t>Produce information </a:t>
              </a:r>
              <a:r>
                <a:rPr lang="en-US" sz="1867" dirty="0">
                  <a:cs typeface="HP Simplified" pitchFamily="34" charset="0"/>
                </a:rPr>
                <a:t>efficiently to reduce spend on outside counsel and eDiscovery.</a:t>
              </a:r>
            </a:p>
          </p:txBody>
        </p:sp>
      </p:grpSp>
    </p:spTree>
    <p:extLst>
      <p:ext uri="{BB962C8B-B14F-4D97-AF65-F5344CB8AC3E}">
        <p14:creationId xmlns:p14="http://schemas.microsoft.com/office/powerpoint/2010/main" val="8812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Capabilities</a:t>
            </a:r>
          </a:p>
        </p:txBody>
      </p:sp>
    </p:spTree>
    <p:extLst>
      <p:ext uri="{BB962C8B-B14F-4D97-AF65-F5344CB8AC3E}">
        <p14:creationId xmlns:p14="http://schemas.microsoft.com/office/powerpoint/2010/main" val="403636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ControlPoint</a:t>
            </a:r>
            <a:endParaRPr lang="en-US" dirty="0"/>
          </a:p>
        </p:txBody>
      </p:sp>
      <p:sp>
        <p:nvSpPr>
          <p:cNvPr id="3" name="Text Placeholder 2"/>
          <p:cNvSpPr>
            <a:spLocks noGrp="1"/>
          </p:cNvSpPr>
          <p:nvPr>
            <p:ph type="body" sz="quarter" idx="13"/>
          </p:nvPr>
        </p:nvSpPr>
        <p:spPr/>
        <p:txBody>
          <a:bodyPr/>
          <a:lstStyle/>
          <a:p>
            <a:r>
              <a:rPr lang="en-AU" dirty="0" smtClean="0"/>
              <a:t>Identify, organize, control and manage unstructured data</a:t>
            </a:r>
            <a:endParaRPr lang="en-US" dirty="0"/>
          </a:p>
        </p:txBody>
      </p:sp>
      <p:sp>
        <p:nvSpPr>
          <p:cNvPr id="5" name="Slide Number Placeholder 4"/>
          <p:cNvSpPr>
            <a:spLocks noGrp="1"/>
          </p:cNvSpPr>
          <p:nvPr>
            <p:ph type="sldNum" sz="quarter" idx="12"/>
          </p:nvPr>
        </p:nvSpPr>
        <p:spPr/>
        <p:txBody>
          <a:bodyPr/>
          <a:lstStyle/>
          <a:p>
            <a:fld id="{B016F8AB-BCEA-4347-8BA6-BE776009BC89}" type="slidenum">
              <a:rPr lang="en-US" smtClean="0"/>
              <a:t>10</a:t>
            </a:fld>
            <a:endParaRPr lang="en-US"/>
          </a:p>
        </p:txBody>
      </p:sp>
      <p:sp>
        <p:nvSpPr>
          <p:cNvPr id="58" name="TextBox 57"/>
          <p:cNvSpPr txBox="1"/>
          <p:nvPr/>
        </p:nvSpPr>
        <p:spPr>
          <a:xfrm>
            <a:off x="9537951" y="4868229"/>
            <a:ext cx="1361853" cy="263435"/>
          </a:xfrm>
          <a:prstGeom prst="rect">
            <a:avLst/>
          </a:prstGeom>
          <a:noFill/>
        </p:spPr>
        <p:txBody>
          <a:bodyPr wrap="square" lIns="0" tIns="0" rIns="0" bIns="0" rtlCol="0">
            <a:noAutofit/>
          </a:bodyPr>
          <a:lstStyle/>
          <a:p>
            <a:pPr>
              <a:lnSpc>
                <a:spcPct val="90000"/>
              </a:lnSpc>
            </a:pPr>
            <a:r>
              <a:rPr lang="en-AU" sz="1400" dirty="0" smtClean="0"/>
              <a:t>Manage-In-place</a:t>
            </a:r>
            <a:endParaRPr lang="en-US" sz="1400" dirty="0"/>
          </a:p>
        </p:txBody>
      </p:sp>
      <p:sp>
        <p:nvSpPr>
          <p:cNvPr id="35" name="Freeform 45"/>
          <p:cNvSpPr>
            <a:spLocks noChangeAspect="1" noEditPoints="1"/>
          </p:cNvSpPr>
          <p:nvPr/>
        </p:nvSpPr>
        <p:spPr bwMode="auto">
          <a:xfrm>
            <a:off x="9953403" y="1340824"/>
            <a:ext cx="463077" cy="504000"/>
          </a:xfrm>
          <a:custGeom>
            <a:avLst/>
            <a:gdLst>
              <a:gd name="T0" fmla="*/ 195 w 215"/>
              <a:gd name="T1" fmla="*/ 234 h 234"/>
              <a:gd name="T2" fmla="*/ 19 w 215"/>
              <a:gd name="T3" fmla="*/ 234 h 234"/>
              <a:gd name="T4" fmla="*/ 19 w 215"/>
              <a:gd name="T5" fmla="*/ 59 h 234"/>
              <a:gd name="T6" fmla="*/ 0 w 215"/>
              <a:gd name="T7" fmla="*/ 59 h 234"/>
              <a:gd name="T8" fmla="*/ 0 w 215"/>
              <a:gd name="T9" fmla="*/ 39 h 234"/>
              <a:gd name="T10" fmla="*/ 68 w 215"/>
              <a:gd name="T11" fmla="*/ 39 h 234"/>
              <a:gd name="T12" fmla="*/ 68 w 215"/>
              <a:gd name="T13" fmla="*/ 0 h 234"/>
              <a:gd name="T14" fmla="*/ 146 w 215"/>
              <a:gd name="T15" fmla="*/ 0 h 234"/>
              <a:gd name="T16" fmla="*/ 146 w 215"/>
              <a:gd name="T17" fmla="*/ 39 h 234"/>
              <a:gd name="T18" fmla="*/ 215 w 215"/>
              <a:gd name="T19" fmla="*/ 39 h 234"/>
              <a:gd name="T20" fmla="*/ 215 w 215"/>
              <a:gd name="T21" fmla="*/ 59 h 234"/>
              <a:gd name="T22" fmla="*/ 195 w 215"/>
              <a:gd name="T23" fmla="*/ 59 h 234"/>
              <a:gd name="T24" fmla="*/ 195 w 215"/>
              <a:gd name="T25" fmla="*/ 234 h 234"/>
              <a:gd name="T26" fmla="*/ 39 w 215"/>
              <a:gd name="T27" fmla="*/ 215 h 234"/>
              <a:gd name="T28" fmla="*/ 175 w 215"/>
              <a:gd name="T29" fmla="*/ 215 h 234"/>
              <a:gd name="T30" fmla="*/ 175 w 215"/>
              <a:gd name="T31" fmla="*/ 59 h 234"/>
              <a:gd name="T32" fmla="*/ 39 w 215"/>
              <a:gd name="T33" fmla="*/ 59 h 234"/>
              <a:gd name="T34" fmla="*/ 39 w 215"/>
              <a:gd name="T35" fmla="*/ 215 h 234"/>
              <a:gd name="T36" fmla="*/ 87 w 215"/>
              <a:gd name="T37" fmla="*/ 39 h 234"/>
              <a:gd name="T38" fmla="*/ 127 w 215"/>
              <a:gd name="T39" fmla="*/ 39 h 234"/>
              <a:gd name="T40" fmla="*/ 127 w 215"/>
              <a:gd name="T41" fmla="*/ 20 h 234"/>
              <a:gd name="T42" fmla="*/ 87 w 215"/>
              <a:gd name="T43" fmla="*/ 20 h 234"/>
              <a:gd name="T44" fmla="*/ 87 w 215"/>
              <a:gd name="T45" fmla="*/ 39 h 234"/>
              <a:gd name="T46" fmla="*/ 146 w 215"/>
              <a:gd name="T47" fmla="*/ 176 h 234"/>
              <a:gd name="T48" fmla="*/ 127 w 215"/>
              <a:gd name="T49" fmla="*/ 176 h 234"/>
              <a:gd name="T50" fmla="*/ 127 w 215"/>
              <a:gd name="T51" fmla="*/ 98 h 234"/>
              <a:gd name="T52" fmla="*/ 146 w 215"/>
              <a:gd name="T53" fmla="*/ 98 h 234"/>
              <a:gd name="T54" fmla="*/ 146 w 215"/>
              <a:gd name="T55" fmla="*/ 176 h 234"/>
              <a:gd name="T56" fmla="*/ 87 w 215"/>
              <a:gd name="T57" fmla="*/ 176 h 234"/>
              <a:gd name="T58" fmla="*/ 68 w 215"/>
              <a:gd name="T59" fmla="*/ 176 h 234"/>
              <a:gd name="T60" fmla="*/ 68 w 215"/>
              <a:gd name="T61" fmla="*/ 98 h 234"/>
              <a:gd name="T62" fmla="*/ 87 w 215"/>
              <a:gd name="T63" fmla="*/ 98 h 234"/>
              <a:gd name="T64" fmla="*/ 87 w 215"/>
              <a:gd name="T65" fmla="*/ 17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5" h="234">
                <a:moveTo>
                  <a:pt x="195" y="234"/>
                </a:moveTo>
                <a:lnTo>
                  <a:pt x="19" y="234"/>
                </a:lnTo>
                <a:lnTo>
                  <a:pt x="19" y="59"/>
                </a:lnTo>
                <a:lnTo>
                  <a:pt x="0" y="59"/>
                </a:lnTo>
                <a:lnTo>
                  <a:pt x="0" y="39"/>
                </a:lnTo>
                <a:lnTo>
                  <a:pt x="68" y="39"/>
                </a:lnTo>
                <a:lnTo>
                  <a:pt x="68" y="0"/>
                </a:lnTo>
                <a:lnTo>
                  <a:pt x="146" y="0"/>
                </a:lnTo>
                <a:lnTo>
                  <a:pt x="146" y="39"/>
                </a:lnTo>
                <a:lnTo>
                  <a:pt x="215" y="39"/>
                </a:lnTo>
                <a:lnTo>
                  <a:pt x="215" y="59"/>
                </a:lnTo>
                <a:lnTo>
                  <a:pt x="195" y="59"/>
                </a:lnTo>
                <a:lnTo>
                  <a:pt x="195" y="234"/>
                </a:lnTo>
                <a:close/>
                <a:moveTo>
                  <a:pt x="39" y="215"/>
                </a:moveTo>
                <a:lnTo>
                  <a:pt x="175" y="215"/>
                </a:lnTo>
                <a:lnTo>
                  <a:pt x="175" y="59"/>
                </a:lnTo>
                <a:lnTo>
                  <a:pt x="39" y="59"/>
                </a:lnTo>
                <a:lnTo>
                  <a:pt x="39" y="215"/>
                </a:lnTo>
                <a:close/>
                <a:moveTo>
                  <a:pt x="87" y="39"/>
                </a:moveTo>
                <a:lnTo>
                  <a:pt x="127" y="39"/>
                </a:lnTo>
                <a:lnTo>
                  <a:pt x="127" y="20"/>
                </a:lnTo>
                <a:lnTo>
                  <a:pt x="87" y="20"/>
                </a:lnTo>
                <a:lnTo>
                  <a:pt x="87" y="39"/>
                </a:lnTo>
                <a:close/>
                <a:moveTo>
                  <a:pt x="146" y="176"/>
                </a:moveTo>
                <a:lnTo>
                  <a:pt x="127" y="176"/>
                </a:lnTo>
                <a:lnTo>
                  <a:pt x="127" y="98"/>
                </a:lnTo>
                <a:lnTo>
                  <a:pt x="146" y="98"/>
                </a:lnTo>
                <a:lnTo>
                  <a:pt x="146" y="176"/>
                </a:lnTo>
                <a:close/>
                <a:moveTo>
                  <a:pt x="87" y="176"/>
                </a:moveTo>
                <a:lnTo>
                  <a:pt x="68" y="176"/>
                </a:lnTo>
                <a:lnTo>
                  <a:pt x="68" y="98"/>
                </a:lnTo>
                <a:lnTo>
                  <a:pt x="87" y="98"/>
                </a:lnTo>
                <a:lnTo>
                  <a:pt x="87"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36" name="Group 35"/>
          <p:cNvGrpSpPr>
            <a:grpSpLocks noChangeAspect="1"/>
          </p:cNvGrpSpPr>
          <p:nvPr/>
        </p:nvGrpSpPr>
        <p:grpSpPr>
          <a:xfrm>
            <a:off x="10004962" y="4221088"/>
            <a:ext cx="411518" cy="612000"/>
            <a:chOff x="6324600" y="3152775"/>
            <a:chExt cx="371475" cy="552450"/>
          </a:xfrm>
        </p:grpSpPr>
        <p:sp>
          <p:nvSpPr>
            <p:cNvPr id="37" name="Freeform 5"/>
            <p:cNvSpPr>
              <a:spLocks noEditPoints="1"/>
            </p:cNvSpPr>
            <p:nvPr/>
          </p:nvSpPr>
          <p:spPr bwMode="auto">
            <a:xfrm>
              <a:off x="6324600" y="3152775"/>
              <a:ext cx="371475" cy="552450"/>
            </a:xfrm>
            <a:custGeom>
              <a:avLst/>
              <a:gdLst>
                <a:gd name="T0" fmla="*/ 195 w 234"/>
                <a:gd name="T1" fmla="*/ 58 h 348"/>
                <a:gd name="T2" fmla="*/ 127 w 234"/>
                <a:gd name="T3" fmla="*/ 58 h 348"/>
                <a:gd name="T4" fmla="*/ 127 w 234"/>
                <a:gd name="T5" fmla="*/ 126 h 348"/>
                <a:gd name="T6" fmla="*/ 195 w 234"/>
                <a:gd name="T7" fmla="*/ 126 h 348"/>
                <a:gd name="T8" fmla="*/ 195 w 234"/>
                <a:gd name="T9" fmla="*/ 58 h 348"/>
                <a:gd name="T10" fmla="*/ 176 w 234"/>
                <a:gd name="T11" fmla="*/ 106 h 348"/>
                <a:gd name="T12" fmla="*/ 146 w 234"/>
                <a:gd name="T13" fmla="*/ 106 h 348"/>
                <a:gd name="T14" fmla="*/ 146 w 234"/>
                <a:gd name="T15" fmla="*/ 77 h 348"/>
                <a:gd name="T16" fmla="*/ 176 w 234"/>
                <a:gd name="T17" fmla="*/ 77 h 348"/>
                <a:gd name="T18" fmla="*/ 176 w 234"/>
                <a:gd name="T19" fmla="*/ 106 h 348"/>
                <a:gd name="T20" fmla="*/ 107 w 234"/>
                <a:gd name="T21" fmla="*/ 145 h 348"/>
                <a:gd name="T22" fmla="*/ 39 w 234"/>
                <a:gd name="T23" fmla="*/ 145 h 348"/>
                <a:gd name="T24" fmla="*/ 39 w 234"/>
                <a:gd name="T25" fmla="*/ 213 h 348"/>
                <a:gd name="T26" fmla="*/ 107 w 234"/>
                <a:gd name="T27" fmla="*/ 213 h 348"/>
                <a:gd name="T28" fmla="*/ 107 w 234"/>
                <a:gd name="T29" fmla="*/ 145 h 348"/>
                <a:gd name="T30" fmla="*/ 88 w 234"/>
                <a:gd name="T31" fmla="*/ 193 h 348"/>
                <a:gd name="T32" fmla="*/ 59 w 234"/>
                <a:gd name="T33" fmla="*/ 193 h 348"/>
                <a:gd name="T34" fmla="*/ 59 w 234"/>
                <a:gd name="T35" fmla="*/ 164 h 348"/>
                <a:gd name="T36" fmla="*/ 88 w 234"/>
                <a:gd name="T37" fmla="*/ 164 h 348"/>
                <a:gd name="T38" fmla="*/ 88 w 234"/>
                <a:gd name="T39" fmla="*/ 193 h 348"/>
                <a:gd name="T40" fmla="*/ 195 w 234"/>
                <a:gd name="T41" fmla="*/ 145 h 348"/>
                <a:gd name="T42" fmla="*/ 127 w 234"/>
                <a:gd name="T43" fmla="*/ 145 h 348"/>
                <a:gd name="T44" fmla="*/ 127 w 234"/>
                <a:gd name="T45" fmla="*/ 213 h 348"/>
                <a:gd name="T46" fmla="*/ 195 w 234"/>
                <a:gd name="T47" fmla="*/ 213 h 348"/>
                <a:gd name="T48" fmla="*/ 195 w 234"/>
                <a:gd name="T49" fmla="*/ 145 h 348"/>
                <a:gd name="T50" fmla="*/ 176 w 234"/>
                <a:gd name="T51" fmla="*/ 193 h 348"/>
                <a:gd name="T52" fmla="*/ 146 w 234"/>
                <a:gd name="T53" fmla="*/ 193 h 348"/>
                <a:gd name="T54" fmla="*/ 146 w 234"/>
                <a:gd name="T55" fmla="*/ 164 h 348"/>
                <a:gd name="T56" fmla="*/ 176 w 234"/>
                <a:gd name="T57" fmla="*/ 164 h 348"/>
                <a:gd name="T58" fmla="*/ 176 w 234"/>
                <a:gd name="T59" fmla="*/ 193 h 348"/>
                <a:gd name="T60" fmla="*/ 0 w 234"/>
                <a:gd name="T61" fmla="*/ 0 h 348"/>
                <a:gd name="T62" fmla="*/ 0 w 234"/>
                <a:gd name="T63" fmla="*/ 348 h 348"/>
                <a:gd name="T64" fmla="*/ 234 w 234"/>
                <a:gd name="T65" fmla="*/ 348 h 348"/>
                <a:gd name="T66" fmla="*/ 234 w 234"/>
                <a:gd name="T67" fmla="*/ 0 h 348"/>
                <a:gd name="T68" fmla="*/ 0 w 234"/>
                <a:gd name="T69" fmla="*/ 0 h 348"/>
                <a:gd name="T70" fmla="*/ 215 w 234"/>
                <a:gd name="T71" fmla="*/ 19 h 348"/>
                <a:gd name="T72" fmla="*/ 215 w 234"/>
                <a:gd name="T73" fmla="*/ 251 h 348"/>
                <a:gd name="T74" fmla="*/ 20 w 234"/>
                <a:gd name="T75" fmla="*/ 251 h 348"/>
                <a:gd name="T76" fmla="*/ 20 w 234"/>
                <a:gd name="T77" fmla="*/ 19 h 348"/>
                <a:gd name="T78" fmla="*/ 215 w 234"/>
                <a:gd name="T79" fmla="*/ 19 h 348"/>
                <a:gd name="T80" fmla="*/ 20 w 234"/>
                <a:gd name="T81" fmla="*/ 329 h 348"/>
                <a:gd name="T82" fmla="*/ 20 w 234"/>
                <a:gd name="T83" fmla="*/ 271 h 348"/>
                <a:gd name="T84" fmla="*/ 215 w 234"/>
                <a:gd name="T85" fmla="*/ 271 h 348"/>
                <a:gd name="T86" fmla="*/ 215 w 234"/>
                <a:gd name="T87" fmla="*/ 329 h 348"/>
                <a:gd name="T88" fmla="*/ 20 w 234"/>
                <a:gd name="T89" fmla="*/ 329 h 348"/>
                <a:gd name="T90" fmla="*/ 107 w 234"/>
                <a:gd name="T91" fmla="*/ 290 h 348"/>
                <a:gd name="T92" fmla="*/ 127 w 234"/>
                <a:gd name="T93" fmla="*/ 290 h 348"/>
                <a:gd name="T94" fmla="*/ 127 w 234"/>
                <a:gd name="T95" fmla="*/ 309 h 348"/>
                <a:gd name="T96" fmla="*/ 107 w 234"/>
                <a:gd name="T97" fmla="*/ 309 h 348"/>
                <a:gd name="T98" fmla="*/ 107 w 234"/>
                <a:gd name="T99" fmla="*/ 29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4" h="348">
                  <a:moveTo>
                    <a:pt x="195" y="58"/>
                  </a:moveTo>
                  <a:lnTo>
                    <a:pt x="127" y="58"/>
                  </a:lnTo>
                  <a:lnTo>
                    <a:pt x="127" y="126"/>
                  </a:lnTo>
                  <a:lnTo>
                    <a:pt x="195" y="126"/>
                  </a:lnTo>
                  <a:lnTo>
                    <a:pt x="195" y="58"/>
                  </a:lnTo>
                  <a:close/>
                  <a:moveTo>
                    <a:pt x="176" y="106"/>
                  </a:moveTo>
                  <a:lnTo>
                    <a:pt x="146" y="106"/>
                  </a:lnTo>
                  <a:lnTo>
                    <a:pt x="146" y="77"/>
                  </a:lnTo>
                  <a:lnTo>
                    <a:pt x="176" y="77"/>
                  </a:lnTo>
                  <a:lnTo>
                    <a:pt x="176" y="106"/>
                  </a:lnTo>
                  <a:close/>
                  <a:moveTo>
                    <a:pt x="107" y="145"/>
                  </a:moveTo>
                  <a:lnTo>
                    <a:pt x="39" y="145"/>
                  </a:lnTo>
                  <a:lnTo>
                    <a:pt x="39" y="213"/>
                  </a:lnTo>
                  <a:lnTo>
                    <a:pt x="107" y="213"/>
                  </a:lnTo>
                  <a:lnTo>
                    <a:pt x="107" y="145"/>
                  </a:lnTo>
                  <a:close/>
                  <a:moveTo>
                    <a:pt x="88" y="193"/>
                  </a:moveTo>
                  <a:lnTo>
                    <a:pt x="59" y="193"/>
                  </a:lnTo>
                  <a:lnTo>
                    <a:pt x="59" y="164"/>
                  </a:lnTo>
                  <a:lnTo>
                    <a:pt x="88" y="164"/>
                  </a:lnTo>
                  <a:lnTo>
                    <a:pt x="88" y="193"/>
                  </a:lnTo>
                  <a:close/>
                  <a:moveTo>
                    <a:pt x="195" y="145"/>
                  </a:moveTo>
                  <a:lnTo>
                    <a:pt x="127" y="145"/>
                  </a:lnTo>
                  <a:lnTo>
                    <a:pt x="127" y="213"/>
                  </a:lnTo>
                  <a:lnTo>
                    <a:pt x="195" y="213"/>
                  </a:lnTo>
                  <a:lnTo>
                    <a:pt x="195" y="145"/>
                  </a:lnTo>
                  <a:close/>
                  <a:moveTo>
                    <a:pt x="176" y="193"/>
                  </a:moveTo>
                  <a:lnTo>
                    <a:pt x="146" y="193"/>
                  </a:lnTo>
                  <a:lnTo>
                    <a:pt x="146" y="164"/>
                  </a:lnTo>
                  <a:lnTo>
                    <a:pt x="176" y="164"/>
                  </a:lnTo>
                  <a:lnTo>
                    <a:pt x="176" y="193"/>
                  </a:lnTo>
                  <a:close/>
                  <a:moveTo>
                    <a:pt x="0" y="0"/>
                  </a:moveTo>
                  <a:lnTo>
                    <a:pt x="0" y="348"/>
                  </a:lnTo>
                  <a:lnTo>
                    <a:pt x="234" y="348"/>
                  </a:lnTo>
                  <a:lnTo>
                    <a:pt x="234" y="0"/>
                  </a:lnTo>
                  <a:lnTo>
                    <a:pt x="0" y="0"/>
                  </a:lnTo>
                  <a:close/>
                  <a:moveTo>
                    <a:pt x="215" y="19"/>
                  </a:moveTo>
                  <a:lnTo>
                    <a:pt x="215" y="251"/>
                  </a:lnTo>
                  <a:lnTo>
                    <a:pt x="20" y="251"/>
                  </a:lnTo>
                  <a:lnTo>
                    <a:pt x="20" y="19"/>
                  </a:lnTo>
                  <a:lnTo>
                    <a:pt x="215" y="19"/>
                  </a:lnTo>
                  <a:close/>
                  <a:moveTo>
                    <a:pt x="20" y="329"/>
                  </a:moveTo>
                  <a:lnTo>
                    <a:pt x="20" y="271"/>
                  </a:lnTo>
                  <a:lnTo>
                    <a:pt x="215" y="271"/>
                  </a:lnTo>
                  <a:lnTo>
                    <a:pt x="215" y="329"/>
                  </a:lnTo>
                  <a:lnTo>
                    <a:pt x="20" y="329"/>
                  </a:lnTo>
                  <a:close/>
                  <a:moveTo>
                    <a:pt x="107" y="290"/>
                  </a:moveTo>
                  <a:lnTo>
                    <a:pt x="127" y="290"/>
                  </a:lnTo>
                  <a:lnTo>
                    <a:pt x="127" y="309"/>
                  </a:lnTo>
                  <a:lnTo>
                    <a:pt x="107" y="309"/>
                  </a:lnTo>
                  <a:lnTo>
                    <a:pt x="107" y="2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9"/>
            <p:cNvSpPr>
              <a:spLocks noEditPoints="1"/>
            </p:cNvSpPr>
            <p:nvPr/>
          </p:nvSpPr>
          <p:spPr bwMode="auto">
            <a:xfrm>
              <a:off x="6385357" y="3244850"/>
              <a:ext cx="114300" cy="117476"/>
            </a:xfrm>
            <a:custGeom>
              <a:avLst/>
              <a:gdLst>
                <a:gd name="T0" fmla="*/ 72 w 72"/>
                <a:gd name="T1" fmla="*/ 0 h 74"/>
                <a:gd name="T2" fmla="*/ 0 w 72"/>
                <a:gd name="T3" fmla="*/ 0 h 74"/>
                <a:gd name="T4" fmla="*/ 0 w 72"/>
                <a:gd name="T5" fmla="*/ 74 h 74"/>
                <a:gd name="T6" fmla="*/ 72 w 72"/>
                <a:gd name="T7" fmla="*/ 74 h 74"/>
                <a:gd name="T8" fmla="*/ 72 w 72"/>
                <a:gd name="T9" fmla="*/ 0 h 74"/>
                <a:gd name="T10" fmla="*/ 20 w 72"/>
                <a:gd name="T11" fmla="*/ 53 h 74"/>
                <a:gd name="T12" fmla="*/ 20 w 72"/>
                <a:gd name="T13" fmla="*/ 21 h 74"/>
                <a:gd name="T14" fmla="*/ 52 w 72"/>
                <a:gd name="T15" fmla="*/ 21 h 74"/>
                <a:gd name="T16" fmla="*/ 52 w 72"/>
                <a:gd name="T17" fmla="*/ 53 h 74"/>
                <a:gd name="T18" fmla="*/ 20 w 72"/>
                <a:gd name="T19"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4">
                  <a:moveTo>
                    <a:pt x="72" y="0"/>
                  </a:moveTo>
                  <a:lnTo>
                    <a:pt x="0" y="0"/>
                  </a:lnTo>
                  <a:lnTo>
                    <a:pt x="0" y="74"/>
                  </a:lnTo>
                  <a:lnTo>
                    <a:pt x="72" y="74"/>
                  </a:lnTo>
                  <a:lnTo>
                    <a:pt x="72" y="0"/>
                  </a:lnTo>
                  <a:close/>
                  <a:moveTo>
                    <a:pt x="20" y="53"/>
                  </a:moveTo>
                  <a:lnTo>
                    <a:pt x="20" y="21"/>
                  </a:lnTo>
                  <a:lnTo>
                    <a:pt x="52" y="21"/>
                  </a:lnTo>
                  <a:lnTo>
                    <a:pt x="52" y="53"/>
                  </a:lnTo>
                  <a:lnTo>
                    <a:pt x="20" y="53"/>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5" name="Group 44"/>
          <p:cNvGrpSpPr>
            <a:grpSpLocks noChangeAspect="1"/>
          </p:cNvGrpSpPr>
          <p:nvPr/>
        </p:nvGrpSpPr>
        <p:grpSpPr>
          <a:xfrm>
            <a:off x="9756685" y="5229200"/>
            <a:ext cx="850872" cy="612000"/>
            <a:chOff x="9630618" y="4339453"/>
            <a:chExt cx="1080737" cy="777334"/>
          </a:xfrm>
        </p:grpSpPr>
        <p:sp>
          <p:nvSpPr>
            <p:cNvPr id="39" name="Freeform 22"/>
            <p:cNvSpPr>
              <a:spLocks noChangeAspect="1" noEditPoints="1"/>
            </p:cNvSpPr>
            <p:nvPr/>
          </p:nvSpPr>
          <p:spPr bwMode="auto">
            <a:xfrm>
              <a:off x="9630618" y="4700862"/>
              <a:ext cx="550863" cy="415925"/>
            </a:xfrm>
            <a:custGeom>
              <a:avLst/>
              <a:gdLst>
                <a:gd name="T0" fmla="*/ 120 w 144"/>
                <a:gd name="T1" fmla="*/ 24 h 108"/>
                <a:gd name="T2" fmla="*/ 92 w 144"/>
                <a:gd name="T3" fmla="*/ 0 h 108"/>
                <a:gd name="T4" fmla="*/ 70 w 144"/>
                <a:gd name="T5" fmla="*/ 0 h 108"/>
                <a:gd name="T6" fmla="*/ 42 w 144"/>
                <a:gd name="T7" fmla="*/ 24 h 108"/>
                <a:gd name="T8" fmla="*/ 30 w 144"/>
                <a:gd name="T9" fmla="*/ 24 h 108"/>
                <a:gd name="T10" fmla="*/ 0 w 144"/>
                <a:gd name="T11" fmla="*/ 54 h 108"/>
                <a:gd name="T12" fmla="*/ 26 w 144"/>
                <a:gd name="T13" fmla="*/ 84 h 108"/>
                <a:gd name="T14" fmla="*/ 54 w 144"/>
                <a:gd name="T15" fmla="*/ 108 h 108"/>
                <a:gd name="T16" fmla="*/ 76 w 144"/>
                <a:gd name="T17" fmla="*/ 108 h 108"/>
                <a:gd name="T18" fmla="*/ 104 w 144"/>
                <a:gd name="T19" fmla="*/ 84 h 108"/>
                <a:gd name="T20" fmla="*/ 114 w 144"/>
                <a:gd name="T21" fmla="*/ 84 h 108"/>
                <a:gd name="T22" fmla="*/ 144 w 144"/>
                <a:gd name="T23" fmla="*/ 54 h 108"/>
                <a:gd name="T24" fmla="*/ 120 w 144"/>
                <a:gd name="T25" fmla="*/ 24 h 108"/>
                <a:gd name="T26" fmla="*/ 114 w 144"/>
                <a:gd name="T27" fmla="*/ 76 h 108"/>
                <a:gd name="T28" fmla="*/ 68 w 144"/>
                <a:gd name="T29" fmla="*/ 76 h 108"/>
                <a:gd name="T30" fmla="*/ 68 w 144"/>
                <a:gd name="T31" fmla="*/ 84 h 108"/>
                <a:gd name="T32" fmla="*/ 96 w 144"/>
                <a:gd name="T33" fmla="*/ 84 h 108"/>
                <a:gd name="T34" fmla="*/ 76 w 144"/>
                <a:gd name="T35" fmla="*/ 100 h 108"/>
                <a:gd name="T36" fmla="*/ 54 w 144"/>
                <a:gd name="T37" fmla="*/ 100 h 108"/>
                <a:gd name="T38" fmla="*/ 34 w 144"/>
                <a:gd name="T39" fmla="*/ 80 h 108"/>
                <a:gd name="T40" fmla="*/ 34 w 144"/>
                <a:gd name="T41" fmla="*/ 76 h 108"/>
                <a:gd name="T42" fmla="*/ 30 w 144"/>
                <a:gd name="T43" fmla="*/ 76 h 108"/>
                <a:gd name="T44" fmla="*/ 8 w 144"/>
                <a:gd name="T45" fmla="*/ 54 h 108"/>
                <a:gd name="T46" fmla="*/ 30 w 144"/>
                <a:gd name="T47" fmla="*/ 32 h 108"/>
                <a:gd name="T48" fmla="*/ 76 w 144"/>
                <a:gd name="T49" fmla="*/ 32 h 108"/>
                <a:gd name="T50" fmla="*/ 76 w 144"/>
                <a:gd name="T51" fmla="*/ 24 h 108"/>
                <a:gd name="T52" fmla="*/ 50 w 144"/>
                <a:gd name="T53" fmla="*/ 24 h 108"/>
                <a:gd name="T54" fmla="*/ 70 w 144"/>
                <a:gd name="T55" fmla="*/ 8 h 108"/>
                <a:gd name="T56" fmla="*/ 92 w 144"/>
                <a:gd name="T57" fmla="*/ 8 h 108"/>
                <a:gd name="T58" fmla="*/ 112 w 144"/>
                <a:gd name="T59" fmla="*/ 28 h 108"/>
                <a:gd name="T60" fmla="*/ 112 w 144"/>
                <a:gd name="T61" fmla="*/ 32 h 108"/>
                <a:gd name="T62" fmla="*/ 116 w 144"/>
                <a:gd name="T63" fmla="*/ 32 h 108"/>
                <a:gd name="T64" fmla="*/ 136 w 144"/>
                <a:gd name="T65" fmla="*/ 54 h 108"/>
                <a:gd name="T66" fmla="*/ 114 w 144"/>
                <a:gd name="T67" fmla="*/ 7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108">
                  <a:moveTo>
                    <a:pt x="120" y="24"/>
                  </a:moveTo>
                  <a:cubicBezTo>
                    <a:pt x="118" y="11"/>
                    <a:pt x="106" y="0"/>
                    <a:pt x="92" y="0"/>
                  </a:cubicBezTo>
                  <a:cubicBezTo>
                    <a:pt x="70" y="0"/>
                    <a:pt x="70" y="0"/>
                    <a:pt x="70" y="0"/>
                  </a:cubicBezTo>
                  <a:cubicBezTo>
                    <a:pt x="56" y="0"/>
                    <a:pt x="44" y="10"/>
                    <a:pt x="42" y="24"/>
                  </a:cubicBezTo>
                  <a:cubicBezTo>
                    <a:pt x="30" y="24"/>
                    <a:pt x="30" y="24"/>
                    <a:pt x="30" y="24"/>
                  </a:cubicBezTo>
                  <a:cubicBezTo>
                    <a:pt x="13" y="24"/>
                    <a:pt x="0" y="37"/>
                    <a:pt x="0" y="54"/>
                  </a:cubicBezTo>
                  <a:cubicBezTo>
                    <a:pt x="0" y="69"/>
                    <a:pt x="11" y="82"/>
                    <a:pt x="26" y="84"/>
                  </a:cubicBezTo>
                  <a:cubicBezTo>
                    <a:pt x="28" y="97"/>
                    <a:pt x="40" y="108"/>
                    <a:pt x="54" y="108"/>
                  </a:cubicBezTo>
                  <a:cubicBezTo>
                    <a:pt x="76" y="108"/>
                    <a:pt x="76" y="108"/>
                    <a:pt x="76" y="108"/>
                  </a:cubicBezTo>
                  <a:cubicBezTo>
                    <a:pt x="90" y="108"/>
                    <a:pt x="102" y="98"/>
                    <a:pt x="104" y="84"/>
                  </a:cubicBezTo>
                  <a:cubicBezTo>
                    <a:pt x="114" y="84"/>
                    <a:pt x="114" y="84"/>
                    <a:pt x="114" y="84"/>
                  </a:cubicBezTo>
                  <a:cubicBezTo>
                    <a:pt x="131" y="84"/>
                    <a:pt x="144" y="71"/>
                    <a:pt x="144" y="54"/>
                  </a:cubicBezTo>
                  <a:cubicBezTo>
                    <a:pt x="144" y="40"/>
                    <a:pt x="134" y="27"/>
                    <a:pt x="120" y="24"/>
                  </a:cubicBezTo>
                  <a:close/>
                  <a:moveTo>
                    <a:pt x="114" y="76"/>
                  </a:moveTo>
                  <a:cubicBezTo>
                    <a:pt x="68" y="76"/>
                    <a:pt x="68" y="76"/>
                    <a:pt x="68" y="76"/>
                  </a:cubicBezTo>
                  <a:cubicBezTo>
                    <a:pt x="68" y="84"/>
                    <a:pt x="68" y="84"/>
                    <a:pt x="68" y="84"/>
                  </a:cubicBezTo>
                  <a:cubicBezTo>
                    <a:pt x="96" y="84"/>
                    <a:pt x="96" y="84"/>
                    <a:pt x="96" y="84"/>
                  </a:cubicBezTo>
                  <a:cubicBezTo>
                    <a:pt x="94" y="93"/>
                    <a:pt x="86" y="100"/>
                    <a:pt x="76" y="100"/>
                  </a:cubicBezTo>
                  <a:cubicBezTo>
                    <a:pt x="54" y="100"/>
                    <a:pt x="54" y="100"/>
                    <a:pt x="54" y="100"/>
                  </a:cubicBezTo>
                  <a:cubicBezTo>
                    <a:pt x="43" y="100"/>
                    <a:pt x="34" y="91"/>
                    <a:pt x="34" y="80"/>
                  </a:cubicBezTo>
                  <a:cubicBezTo>
                    <a:pt x="34" y="76"/>
                    <a:pt x="34" y="76"/>
                    <a:pt x="34" y="76"/>
                  </a:cubicBezTo>
                  <a:cubicBezTo>
                    <a:pt x="30" y="76"/>
                    <a:pt x="30" y="76"/>
                    <a:pt x="30" y="76"/>
                  </a:cubicBezTo>
                  <a:cubicBezTo>
                    <a:pt x="18" y="76"/>
                    <a:pt x="8" y="66"/>
                    <a:pt x="8" y="54"/>
                  </a:cubicBezTo>
                  <a:cubicBezTo>
                    <a:pt x="8" y="42"/>
                    <a:pt x="18" y="32"/>
                    <a:pt x="30" y="32"/>
                  </a:cubicBezTo>
                  <a:cubicBezTo>
                    <a:pt x="76" y="32"/>
                    <a:pt x="76" y="32"/>
                    <a:pt x="76" y="32"/>
                  </a:cubicBezTo>
                  <a:cubicBezTo>
                    <a:pt x="76" y="24"/>
                    <a:pt x="76" y="24"/>
                    <a:pt x="76" y="24"/>
                  </a:cubicBezTo>
                  <a:cubicBezTo>
                    <a:pt x="50" y="24"/>
                    <a:pt x="50" y="24"/>
                    <a:pt x="50" y="24"/>
                  </a:cubicBezTo>
                  <a:cubicBezTo>
                    <a:pt x="52" y="15"/>
                    <a:pt x="60" y="8"/>
                    <a:pt x="70" y="8"/>
                  </a:cubicBezTo>
                  <a:cubicBezTo>
                    <a:pt x="92" y="8"/>
                    <a:pt x="92" y="8"/>
                    <a:pt x="92" y="8"/>
                  </a:cubicBezTo>
                  <a:cubicBezTo>
                    <a:pt x="103" y="8"/>
                    <a:pt x="112" y="17"/>
                    <a:pt x="112" y="28"/>
                  </a:cubicBezTo>
                  <a:cubicBezTo>
                    <a:pt x="112" y="32"/>
                    <a:pt x="112" y="32"/>
                    <a:pt x="112" y="32"/>
                  </a:cubicBezTo>
                  <a:cubicBezTo>
                    <a:pt x="116" y="32"/>
                    <a:pt x="116" y="32"/>
                    <a:pt x="116" y="32"/>
                  </a:cubicBezTo>
                  <a:cubicBezTo>
                    <a:pt x="127" y="33"/>
                    <a:pt x="136" y="43"/>
                    <a:pt x="136" y="54"/>
                  </a:cubicBezTo>
                  <a:cubicBezTo>
                    <a:pt x="136" y="66"/>
                    <a:pt x="126" y="76"/>
                    <a:pt x="114" y="7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40" name="Group 39"/>
            <p:cNvGrpSpPr>
              <a:grpSpLocks noChangeAspect="1"/>
            </p:cNvGrpSpPr>
            <p:nvPr/>
          </p:nvGrpSpPr>
          <p:grpSpPr>
            <a:xfrm>
              <a:off x="9964840" y="4339453"/>
              <a:ext cx="746515" cy="746515"/>
              <a:chOff x="5819775" y="3013975"/>
              <a:chExt cx="552450" cy="552450"/>
            </a:xfrm>
          </p:grpSpPr>
          <p:sp>
            <p:nvSpPr>
              <p:cNvPr id="41" name="Freeform 50"/>
              <p:cNvSpPr>
                <a:spLocks noEditPoints="1"/>
              </p:cNvSpPr>
              <p:nvPr/>
            </p:nvSpPr>
            <p:spPr bwMode="auto">
              <a:xfrm>
                <a:off x="5819775" y="3013975"/>
                <a:ext cx="552450" cy="352425"/>
              </a:xfrm>
              <a:custGeom>
                <a:avLst/>
                <a:gdLst>
                  <a:gd name="T0" fmla="*/ 144 w 144"/>
                  <a:gd name="T1" fmla="*/ 52 h 92"/>
                  <a:gd name="T2" fmla="*/ 124 w 144"/>
                  <a:gd name="T3" fmla="*/ 32 h 92"/>
                  <a:gd name="T4" fmla="*/ 102 w 144"/>
                  <a:gd name="T5" fmla="*/ 32 h 92"/>
                  <a:gd name="T6" fmla="*/ 106 w 144"/>
                  <a:gd name="T7" fmla="*/ 20 h 92"/>
                  <a:gd name="T8" fmla="*/ 86 w 144"/>
                  <a:gd name="T9" fmla="*/ 0 h 92"/>
                  <a:gd name="T10" fmla="*/ 52 w 144"/>
                  <a:gd name="T11" fmla="*/ 0 h 92"/>
                  <a:gd name="T12" fmla="*/ 32 w 144"/>
                  <a:gd name="T13" fmla="*/ 20 h 92"/>
                  <a:gd name="T14" fmla="*/ 20 w 144"/>
                  <a:gd name="T15" fmla="*/ 20 h 92"/>
                  <a:gd name="T16" fmla="*/ 0 w 144"/>
                  <a:gd name="T17" fmla="*/ 40 h 92"/>
                  <a:gd name="T18" fmla="*/ 20 w 144"/>
                  <a:gd name="T19" fmla="*/ 60 h 92"/>
                  <a:gd name="T20" fmla="*/ 42 w 144"/>
                  <a:gd name="T21" fmla="*/ 60 h 92"/>
                  <a:gd name="T22" fmla="*/ 38 w 144"/>
                  <a:gd name="T23" fmla="*/ 72 h 92"/>
                  <a:gd name="T24" fmla="*/ 58 w 144"/>
                  <a:gd name="T25" fmla="*/ 92 h 92"/>
                  <a:gd name="T26" fmla="*/ 96 w 144"/>
                  <a:gd name="T27" fmla="*/ 92 h 92"/>
                  <a:gd name="T28" fmla="*/ 96 w 144"/>
                  <a:gd name="T29" fmla="*/ 84 h 92"/>
                  <a:gd name="T30" fmla="*/ 58 w 144"/>
                  <a:gd name="T31" fmla="*/ 84 h 92"/>
                  <a:gd name="T32" fmla="*/ 46 w 144"/>
                  <a:gd name="T33" fmla="*/ 72 h 92"/>
                  <a:gd name="T34" fmla="*/ 58 w 144"/>
                  <a:gd name="T35" fmla="*/ 60 h 92"/>
                  <a:gd name="T36" fmla="*/ 64 w 144"/>
                  <a:gd name="T37" fmla="*/ 60 h 92"/>
                  <a:gd name="T38" fmla="*/ 84 w 144"/>
                  <a:gd name="T39" fmla="*/ 40 h 92"/>
                  <a:gd name="T40" fmla="*/ 86 w 144"/>
                  <a:gd name="T41" fmla="*/ 40 h 92"/>
                  <a:gd name="T42" fmla="*/ 124 w 144"/>
                  <a:gd name="T43" fmla="*/ 40 h 92"/>
                  <a:gd name="T44" fmla="*/ 136 w 144"/>
                  <a:gd name="T45" fmla="*/ 52 h 92"/>
                  <a:gd name="T46" fmla="*/ 124 w 144"/>
                  <a:gd name="T47" fmla="*/ 64 h 92"/>
                  <a:gd name="T48" fmla="*/ 100 w 144"/>
                  <a:gd name="T49" fmla="*/ 64 h 92"/>
                  <a:gd name="T50" fmla="*/ 100 w 144"/>
                  <a:gd name="T51" fmla="*/ 72 h 92"/>
                  <a:gd name="T52" fmla="*/ 120 w 144"/>
                  <a:gd name="T53" fmla="*/ 72 h 92"/>
                  <a:gd name="T54" fmla="*/ 108 w 144"/>
                  <a:gd name="T55" fmla="*/ 84 h 92"/>
                  <a:gd name="T56" fmla="*/ 108 w 144"/>
                  <a:gd name="T57" fmla="*/ 92 h 92"/>
                  <a:gd name="T58" fmla="*/ 128 w 144"/>
                  <a:gd name="T59" fmla="*/ 72 h 92"/>
                  <a:gd name="T60" fmla="*/ 128 w 144"/>
                  <a:gd name="T61" fmla="*/ 72 h 92"/>
                  <a:gd name="T62" fmla="*/ 144 w 144"/>
                  <a:gd name="T63" fmla="*/ 52 h 92"/>
                  <a:gd name="T64" fmla="*/ 80 w 144"/>
                  <a:gd name="T65" fmla="*/ 32 h 92"/>
                  <a:gd name="T66" fmla="*/ 64 w 144"/>
                  <a:gd name="T67" fmla="*/ 32 h 92"/>
                  <a:gd name="T68" fmla="*/ 64 w 144"/>
                  <a:gd name="T69" fmla="*/ 40 h 92"/>
                  <a:gd name="T70" fmla="*/ 76 w 144"/>
                  <a:gd name="T71" fmla="*/ 40 h 92"/>
                  <a:gd name="T72" fmla="*/ 64 w 144"/>
                  <a:gd name="T73" fmla="*/ 52 h 92"/>
                  <a:gd name="T74" fmla="*/ 20 w 144"/>
                  <a:gd name="T75" fmla="*/ 52 h 92"/>
                  <a:gd name="T76" fmla="*/ 8 w 144"/>
                  <a:gd name="T77" fmla="*/ 40 h 92"/>
                  <a:gd name="T78" fmla="*/ 20 w 144"/>
                  <a:gd name="T79" fmla="*/ 28 h 92"/>
                  <a:gd name="T80" fmla="*/ 42 w 144"/>
                  <a:gd name="T81" fmla="*/ 28 h 92"/>
                  <a:gd name="T82" fmla="*/ 40 w 144"/>
                  <a:gd name="T83" fmla="*/ 23 h 92"/>
                  <a:gd name="T84" fmla="*/ 40 w 144"/>
                  <a:gd name="T85" fmla="*/ 20 h 92"/>
                  <a:gd name="T86" fmla="*/ 52 w 144"/>
                  <a:gd name="T87" fmla="*/ 8 h 92"/>
                  <a:gd name="T88" fmla="*/ 86 w 144"/>
                  <a:gd name="T89" fmla="*/ 8 h 92"/>
                  <a:gd name="T90" fmla="*/ 98 w 144"/>
                  <a:gd name="T91" fmla="*/ 20 h 92"/>
                  <a:gd name="T92" fmla="*/ 88 w 144"/>
                  <a:gd name="T93" fmla="*/ 32 h 92"/>
                  <a:gd name="T94" fmla="*/ 86 w 144"/>
                  <a:gd name="T95" fmla="*/ 32 h 92"/>
                  <a:gd name="T96" fmla="*/ 80 w 144"/>
                  <a:gd name="T97" fmla="*/ 3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4" h="92">
                    <a:moveTo>
                      <a:pt x="144" y="52"/>
                    </a:moveTo>
                    <a:cubicBezTo>
                      <a:pt x="144" y="41"/>
                      <a:pt x="135" y="32"/>
                      <a:pt x="124" y="32"/>
                    </a:cubicBezTo>
                    <a:cubicBezTo>
                      <a:pt x="102" y="32"/>
                      <a:pt x="102" y="32"/>
                      <a:pt x="102" y="32"/>
                    </a:cubicBezTo>
                    <a:cubicBezTo>
                      <a:pt x="105" y="29"/>
                      <a:pt x="106" y="25"/>
                      <a:pt x="106" y="20"/>
                    </a:cubicBezTo>
                    <a:cubicBezTo>
                      <a:pt x="106" y="9"/>
                      <a:pt x="97" y="0"/>
                      <a:pt x="86" y="0"/>
                    </a:cubicBezTo>
                    <a:cubicBezTo>
                      <a:pt x="52" y="0"/>
                      <a:pt x="52" y="0"/>
                      <a:pt x="52" y="0"/>
                    </a:cubicBezTo>
                    <a:cubicBezTo>
                      <a:pt x="41" y="0"/>
                      <a:pt x="32" y="9"/>
                      <a:pt x="32" y="20"/>
                    </a:cubicBezTo>
                    <a:cubicBezTo>
                      <a:pt x="20" y="20"/>
                      <a:pt x="20" y="20"/>
                      <a:pt x="20" y="20"/>
                    </a:cubicBezTo>
                    <a:cubicBezTo>
                      <a:pt x="9" y="20"/>
                      <a:pt x="0" y="29"/>
                      <a:pt x="0" y="40"/>
                    </a:cubicBezTo>
                    <a:cubicBezTo>
                      <a:pt x="0" y="51"/>
                      <a:pt x="9" y="60"/>
                      <a:pt x="20" y="60"/>
                    </a:cubicBezTo>
                    <a:cubicBezTo>
                      <a:pt x="42" y="60"/>
                      <a:pt x="42" y="60"/>
                      <a:pt x="42" y="60"/>
                    </a:cubicBezTo>
                    <a:cubicBezTo>
                      <a:pt x="39" y="63"/>
                      <a:pt x="38" y="67"/>
                      <a:pt x="38" y="72"/>
                    </a:cubicBezTo>
                    <a:cubicBezTo>
                      <a:pt x="38" y="83"/>
                      <a:pt x="47" y="92"/>
                      <a:pt x="58" y="92"/>
                    </a:cubicBezTo>
                    <a:cubicBezTo>
                      <a:pt x="96" y="92"/>
                      <a:pt x="96" y="92"/>
                      <a:pt x="96" y="92"/>
                    </a:cubicBezTo>
                    <a:cubicBezTo>
                      <a:pt x="96" y="84"/>
                      <a:pt x="96" y="84"/>
                      <a:pt x="96" y="84"/>
                    </a:cubicBezTo>
                    <a:cubicBezTo>
                      <a:pt x="58" y="84"/>
                      <a:pt x="58" y="84"/>
                      <a:pt x="58" y="84"/>
                    </a:cubicBezTo>
                    <a:cubicBezTo>
                      <a:pt x="51" y="84"/>
                      <a:pt x="46" y="79"/>
                      <a:pt x="46" y="72"/>
                    </a:cubicBezTo>
                    <a:cubicBezTo>
                      <a:pt x="46" y="65"/>
                      <a:pt x="51" y="60"/>
                      <a:pt x="58" y="60"/>
                    </a:cubicBezTo>
                    <a:cubicBezTo>
                      <a:pt x="64" y="60"/>
                      <a:pt x="64" y="60"/>
                      <a:pt x="64" y="60"/>
                    </a:cubicBezTo>
                    <a:cubicBezTo>
                      <a:pt x="75" y="60"/>
                      <a:pt x="84" y="51"/>
                      <a:pt x="84" y="40"/>
                    </a:cubicBezTo>
                    <a:cubicBezTo>
                      <a:pt x="86" y="40"/>
                      <a:pt x="86" y="40"/>
                      <a:pt x="86" y="40"/>
                    </a:cubicBezTo>
                    <a:cubicBezTo>
                      <a:pt x="124" y="40"/>
                      <a:pt x="124" y="40"/>
                      <a:pt x="124" y="40"/>
                    </a:cubicBezTo>
                    <a:cubicBezTo>
                      <a:pt x="131" y="40"/>
                      <a:pt x="136" y="45"/>
                      <a:pt x="136" y="52"/>
                    </a:cubicBezTo>
                    <a:cubicBezTo>
                      <a:pt x="136" y="59"/>
                      <a:pt x="131" y="64"/>
                      <a:pt x="124" y="64"/>
                    </a:cubicBezTo>
                    <a:cubicBezTo>
                      <a:pt x="100" y="64"/>
                      <a:pt x="100" y="64"/>
                      <a:pt x="100" y="64"/>
                    </a:cubicBezTo>
                    <a:cubicBezTo>
                      <a:pt x="100" y="72"/>
                      <a:pt x="100" y="72"/>
                      <a:pt x="100" y="72"/>
                    </a:cubicBezTo>
                    <a:cubicBezTo>
                      <a:pt x="120" y="72"/>
                      <a:pt x="120" y="72"/>
                      <a:pt x="120" y="72"/>
                    </a:cubicBezTo>
                    <a:cubicBezTo>
                      <a:pt x="120" y="79"/>
                      <a:pt x="115" y="84"/>
                      <a:pt x="108" y="84"/>
                    </a:cubicBezTo>
                    <a:cubicBezTo>
                      <a:pt x="108" y="92"/>
                      <a:pt x="108" y="92"/>
                      <a:pt x="108" y="92"/>
                    </a:cubicBezTo>
                    <a:cubicBezTo>
                      <a:pt x="119" y="92"/>
                      <a:pt x="128" y="83"/>
                      <a:pt x="128" y="72"/>
                    </a:cubicBezTo>
                    <a:cubicBezTo>
                      <a:pt x="128" y="72"/>
                      <a:pt x="128" y="72"/>
                      <a:pt x="128" y="72"/>
                    </a:cubicBezTo>
                    <a:cubicBezTo>
                      <a:pt x="137" y="70"/>
                      <a:pt x="144" y="62"/>
                      <a:pt x="144" y="52"/>
                    </a:cubicBezTo>
                    <a:close/>
                    <a:moveTo>
                      <a:pt x="80" y="32"/>
                    </a:moveTo>
                    <a:cubicBezTo>
                      <a:pt x="64" y="32"/>
                      <a:pt x="64" y="32"/>
                      <a:pt x="64" y="32"/>
                    </a:cubicBezTo>
                    <a:cubicBezTo>
                      <a:pt x="64" y="40"/>
                      <a:pt x="64" y="40"/>
                      <a:pt x="64" y="40"/>
                    </a:cubicBezTo>
                    <a:cubicBezTo>
                      <a:pt x="76" y="40"/>
                      <a:pt x="76" y="40"/>
                      <a:pt x="76" y="40"/>
                    </a:cubicBezTo>
                    <a:cubicBezTo>
                      <a:pt x="76" y="47"/>
                      <a:pt x="71" y="52"/>
                      <a:pt x="64" y="52"/>
                    </a:cubicBezTo>
                    <a:cubicBezTo>
                      <a:pt x="20" y="52"/>
                      <a:pt x="20" y="52"/>
                      <a:pt x="20" y="52"/>
                    </a:cubicBezTo>
                    <a:cubicBezTo>
                      <a:pt x="13" y="52"/>
                      <a:pt x="8" y="47"/>
                      <a:pt x="8" y="40"/>
                    </a:cubicBezTo>
                    <a:cubicBezTo>
                      <a:pt x="8" y="33"/>
                      <a:pt x="13" y="28"/>
                      <a:pt x="20" y="28"/>
                    </a:cubicBezTo>
                    <a:cubicBezTo>
                      <a:pt x="42" y="28"/>
                      <a:pt x="42" y="28"/>
                      <a:pt x="42" y="28"/>
                    </a:cubicBezTo>
                    <a:cubicBezTo>
                      <a:pt x="40" y="23"/>
                      <a:pt x="40" y="23"/>
                      <a:pt x="40" y="23"/>
                    </a:cubicBezTo>
                    <a:cubicBezTo>
                      <a:pt x="40" y="22"/>
                      <a:pt x="40" y="21"/>
                      <a:pt x="40" y="20"/>
                    </a:cubicBezTo>
                    <a:cubicBezTo>
                      <a:pt x="40" y="13"/>
                      <a:pt x="45" y="8"/>
                      <a:pt x="52" y="8"/>
                    </a:cubicBezTo>
                    <a:cubicBezTo>
                      <a:pt x="86" y="8"/>
                      <a:pt x="86" y="8"/>
                      <a:pt x="86" y="8"/>
                    </a:cubicBezTo>
                    <a:cubicBezTo>
                      <a:pt x="93" y="8"/>
                      <a:pt x="98" y="13"/>
                      <a:pt x="98" y="20"/>
                    </a:cubicBezTo>
                    <a:cubicBezTo>
                      <a:pt x="98" y="26"/>
                      <a:pt x="94" y="31"/>
                      <a:pt x="88" y="32"/>
                    </a:cubicBezTo>
                    <a:cubicBezTo>
                      <a:pt x="87" y="32"/>
                      <a:pt x="87" y="32"/>
                      <a:pt x="86" y="32"/>
                    </a:cubicBezTo>
                    <a:lnTo>
                      <a:pt x="80"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51"/>
              <p:cNvSpPr>
                <a:spLocks noEditPoints="1"/>
              </p:cNvSpPr>
              <p:nvPr/>
            </p:nvSpPr>
            <p:spPr bwMode="auto">
              <a:xfrm>
                <a:off x="6096000" y="3290200"/>
                <a:ext cx="184150" cy="276225"/>
              </a:xfrm>
              <a:custGeom>
                <a:avLst/>
                <a:gdLst>
                  <a:gd name="T0" fmla="*/ 40 w 48"/>
                  <a:gd name="T1" fmla="*/ 28 h 72"/>
                  <a:gd name="T2" fmla="*/ 40 w 48"/>
                  <a:gd name="T3" fmla="*/ 16 h 72"/>
                  <a:gd name="T4" fmla="*/ 24 w 48"/>
                  <a:gd name="T5" fmla="*/ 0 h 72"/>
                  <a:gd name="T6" fmla="*/ 8 w 48"/>
                  <a:gd name="T7" fmla="*/ 16 h 72"/>
                  <a:gd name="T8" fmla="*/ 8 w 48"/>
                  <a:gd name="T9" fmla="*/ 28 h 72"/>
                  <a:gd name="T10" fmla="*/ 0 w 48"/>
                  <a:gd name="T11" fmla="*/ 28 h 72"/>
                  <a:gd name="T12" fmla="*/ 0 w 48"/>
                  <a:gd name="T13" fmla="*/ 72 h 72"/>
                  <a:gd name="T14" fmla="*/ 48 w 48"/>
                  <a:gd name="T15" fmla="*/ 72 h 72"/>
                  <a:gd name="T16" fmla="*/ 48 w 48"/>
                  <a:gd name="T17" fmla="*/ 28 h 72"/>
                  <a:gd name="T18" fmla="*/ 40 w 48"/>
                  <a:gd name="T19" fmla="*/ 28 h 72"/>
                  <a:gd name="T20" fmla="*/ 16 w 48"/>
                  <a:gd name="T21" fmla="*/ 16 h 72"/>
                  <a:gd name="T22" fmla="*/ 24 w 48"/>
                  <a:gd name="T23" fmla="*/ 8 h 72"/>
                  <a:gd name="T24" fmla="*/ 32 w 48"/>
                  <a:gd name="T25" fmla="*/ 16 h 72"/>
                  <a:gd name="T26" fmla="*/ 32 w 48"/>
                  <a:gd name="T27" fmla="*/ 28 h 72"/>
                  <a:gd name="T28" fmla="*/ 16 w 48"/>
                  <a:gd name="T29" fmla="*/ 28 h 72"/>
                  <a:gd name="T30" fmla="*/ 16 w 48"/>
                  <a:gd name="T31" fmla="*/ 16 h 72"/>
                  <a:gd name="T32" fmla="*/ 40 w 48"/>
                  <a:gd name="T33" fmla="*/ 64 h 72"/>
                  <a:gd name="T34" fmla="*/ 8 w 48"/>
                  <a:gd name="T35" fmla="*/ 64 h 72"/>
                  <a:gd name="T36" fmla="*/ 8 w 48"/>
                  <a:gd name="T37" fmla="*/ 36 h 72"/>
                  <a:gd name="T38" fmla="*/ 40 w 48"/>
                  <a:gd name="T39" fmla="*/ 36 h 72"/>
                  <a:gd name="T40" fmla="*/ 40 w 48"/>
                  <a:gd name="T41"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8" h="72">
                    <a:moveTo>
                      <a:pt x="40" y="28"/>
                    </a:moveTo>
                    <a:cubicBezTo>
                      <a:pt x="40" y="16"/>
                      <a:pt x="40" y="16"/>
                      <a:pt x="40" y="16"/>
                    </a:cubicBezTo>
                    <a:cubicBezTo>
                      <a:pt x="40" y="7"/>
                      <a:pt x="33" y="0"/>
                      <a:pt x="24" y="0"/>
                    </a:cubicBezTo>
                    <a:cubicBezTo>
                      <a:pt x="15" y="0"/>
                      <a:pt x="8" y="7"/>
                      <a:pt x="8" y="16"/>
                    </a:cubicBezTo>
                    <a:cubicBezTo>
                      <a:pt x="8" y="28"/>
                      <a:pt x="8" y="28"/>
                      <a:pt x="8" y="28"/>
                    </a:cubicBezTo>
                    <a:cubicBezTo>
                      <a:pt x="0" y="28"/>
                      <a:pt x="0" y="28"/>
                      <a:pt x="0" y="28"/>
                    </a:cubicBezTo>
                    <a:cubicBezTo>
                      <a:pt x="0" y="72"/>
                      <a:pt x="0" y="72"/>
                      <a:pt x="0" y="72"/>
                    </a:cubicBezTo>
                    <a:cubicBezTo>
                      <a:pt x="48" y="72"/>
                      <a:pt x="48" y="72"/>
                      <a:pt x="48" y="72"/>
                    </a:cubicBezTo>
                    <a:cubicBezTo>
                      <a:pt x="48" y="28"/>
                      <a:pt x="48" y="28"/>
                      <a:pt x="48" y="28"/>
                    </a:cubicBezTo>
                    <a:lnTo>
                      <a:pt x="40" y="28"/>
                    </a:lnTo>
                    <a:close/>
                    <a:moveTo>
                      <a:pt x="16" y="16"/>
                    </a:moveTo>
                    <a:cubicBezTo>
                      <a:pt x="16" y="12"/>
                      <a:pt x="20" y="8"/>
                      <a:pt x="24" y="8"/>
                    </a:cubicBezTo>
                    <a:cubicBezTo>
                      <a:pt x="28" y="8"/>
                      <a:pt x="32" y="12"/>
                      <a:pt x="32" y="16"/>
                    </a:cubicBezTo>
                    <a:cubicBezTo>
                      <a:pt x="32" y="28"/>
                      <a:pt x="32" y="28"/>
                      <a:pt x="32" y="28"/>
                    </a:cubicBezTo>
                    <a:cubicBezTo>
                      <a:pt x="16" y="28"/>
                      <a:pt x="16" y="28"/>
                      <a:pt x="16" y="28"/>
                    </a:cubicBezTo>
                    <a:lnTo>
                      <a:pt x="16" y="16"/>
                    </a:lnTo>
                    <a:close/>
                    <a:moveTo>
                      <a:pt x="40" y="64"/>
                    </a:moveTo>
                    <a:cubicBezTo>
                      <a:pt x="8" y="64"/>
                      <a:pt x="8" y="64"/>
                      <a:pt x="8" y="64"/>
                    </a:cubicBezTo>
                    <a:cubicBezTo>
                      <a:pt x="8" y="36"/>
                      <a:pt x="8" y="36"/>
                      <a:pt x="8" y="36"/>
                    </a:cubicBezTo>
                    <a:cubicBezTo>
                      <a:pt x="40" y="36"/>
                      <a:pt x="40" y="36"/>
                      <a:pt x="40" y="36"/>
                    </a:cubicBezTo>
                    <a:lnTo>
                      <a:pt x="40" y="6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43" name="Freeform 70"/>
          <p:cNvSpPr>
            <a:spLocks noChangeAspect="1" noEditPoints="1"/>
          </p:cNvSpPr>
          <p:nvPr/>
        </p:nvSpPr>
        <p:spPr bwMode="auto">
          <a:xfrm>
            <a:off x="9950048" y="2312928"/>
            <a:ext cx="468000" cy="468000"/>
          </a:xfrm>
          <a:custGeom>
            <a:avLst/>
            <a:gdLst>
              <a:gd name="T0" fmla="*/ 215 w 234"/>
              <a:gd name="T1" fmla="*/ 234 h 234"/>
              <a:gd name="T2" fmla="*/ 20 w 234"/>
              <a:gd name="T3" fmla="*/ 234 h 234"/>
              <a:gd name="T4" fmla="*/ 20 w 234"/>
              <a:gd name="T5" fmla="*/ 68 h 234"/>
              <a:gd name="T6" fmla="*/ 0 w 234"/>
              <a:gd name="T7" fmla="*/ 68 h 234"/>
              <a:gd name="T8" fmla="*/ 0 w 234"/>
              <a:gd name="T9" fmla="*/ 0 h 234"/>
              <a:gd name="T10" fmla="*/ 234 w 234"/>
              <a:gd name="T11" fmla="*/ 0 h 234"/>
              <a:gd name="T12" fmla="*/ 234 w 234"/>
              <a:gd name="T13" fmla="*/ 68 h 234"/>
              <a:gd name="T14" fmla="*/ 215 w 234"/>
              <a:gd name="T15" fmla="*/ 68 h 234"/>
              <a:gd name="T16" fmla="*/ 215 w 234"/>
              <a:gd name="T17" fmla="*/ 234 h 234"/>
              <a:gd name="T18" fmla="*/ 39 w 234"/>
              <a:gd name="T19" fmla="*/ 215 h 234"/>
              <a:gd name="T20" fmla="*/ 195 w 234"/>
              <a:gd name="T21" fmla="*/ 215 h 234"/>
              <a:gd name="T22" fmla="*/ 195 w 234"/>
              <a:gd name="T23" fmla="*/ 68 h 234"/>
              <a:gd name="T24" fmla="*/ 39 w 234"/>
              <a:gd name="T25" fmla="*/ 68 h 234"/>
              <a:gd name="T26" fmla="*/ 39 w 234"/>
              <a:gd name="T27" fmla="*/ 215 h 234"/>
              <a:gd name="T28" fmla="*/ 215 w 234"/>
              <a:gd name="T29" fmla="*/ 49 h 234"/>
              <a:gd name="T30" fmla="*/ 215 w 234"/>
              <a:gd name="T31" fmla="*/ 20 h 234"/>
              <a:gd name="T32" fmla="*/ 20 w 234"/>
              <a:gd name="T33" fmla="*/ 20 h 234"/>
              <a:gd name="T34" fmla="*/ 20 w 234"/>
              <a:gd name="T35" fmla="*/ 49 h 234"/>
              <a:gd name="T36" fmla="*/ 215 w 234"/>
              <a:gd name="T37" fmla="*/ 49 h 234"/>
              <a:gd name="T38" fmla="*/ 156 w 234"/>
              <a:gd name="T39" fmla="*/ 146 h 234"/>
              <a:gd name="T40" fmla="*/ 78 w 234"/>
              <a:gd name="T41" fmla="*/ 146 h 234"/>
              <a:gd name="T42" fmla="*/ 78 w 234"/>
              <a:gd name="T43" fmla="*/ 88 h 234"/>
              <a:gd name="T44" fmla="*/ 156 w 234"/>
              <a:gd name="T45" fmla="*/ 88 h 234"/>
              <a:gd name="T46" fmla="*/ 156 w 234"/>
              <a:gd name="T47" fmla="*/ 146 h 234"/>
              <a:gd name="T48" fmla="*/ 98 w 234"/>
              <a:gd name="T49" fmla="*/ 127 h 234"/>
              <a:gd name="T50" fmla="*/ 137 w 234"/>
              <a:gd name="T51" fmla="*/ 127 h 234"/>
              <a:gd name="T52" fmla="*/ 137 w 234"/>
              <a:gd name="T53" fmla="*/ 107 h 234"/>
              <a:gd name="T54" fmla="*/ 98 w 234"/>
              <a:gd name="T55" fmla="*/ 107 h 234"/>
              <a:gd name="T56" fmla="*/ 98 w 234"/>
              <a:gd name="T57" fmla="*/ 12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4" h="234">
                <a:moveTo>
                  <a:pt x="215" y="234"/>
                </a:moveTo>
                <a:lnTo>
                  <a:pt x="20" y="234"/>
                </a:lnTo>
                <a:lnTo>
                  <a:pt x="20" y="68"/>
                </a:lnTo>
                <a:lnTo>
                  <a:pt x="0" y="68"/>
                </a:lnTo>
                <a:lnTo>
                  <a:pt x="0" y="0"/>
                </a:lnTo>
                <a:lnTo>
                  <a:pt x="234" y="0"/>
                </a:lnTo>
                <a:lnTo>
                  <a:pt x="234" y="68"/>
                </a:lnTo>
                <a:lnTo>
                  <a:pt x="215" y="68"/>
                </a:lnTo>
                <a:lnTo>
                  <a:pt x="215" y="234"/>
                </a:lnTo>
                <a:close/>
                <a:moveTo>
                  <a:pt x="39" y="215"/>
                </a:moveTo>
                <a:lnTo>
                  <a:pt x="195" y="215"/>
                </a:lnTo>
                <a:lnTo>
                  <a:pt x="195" y="68"/>
                </a:lnTo>
                <a:lnTo>
                  <a:pt x="39" y="68"/>
                </a:lnTo>
                <a:lnTo>
                  <a:pt x="39" y="215"/>
                </a:lnTo>
                <a:close/>
                <a:moveTo>
                  <a:pt x="215" y="49"/>
                </a:moveTo>
                <a:lnTo>
                  <a:pt x="215" y="20"/>
                </a:lnTo>
                <a:lnTo>
                  <a:pt x="20" y="20"/>
                </a:lnTo>
                <a:lnTo>
                  <a:pt x="20" y="49"/>
                </a:lnTo>
                <a:lnTo>
                  <a:pt x="215" y="49"/>
                </a:lnTo>
                <a:close/>
                <a:moveTo>
                  <a:pt x="156" y="146"/>
                </a:moveTo>
                <a:lnTo>
                  <a:pt x="78" y="146"/>
                </a:lnTo>
                <a:lnTo>
                  <a:pt x="78" y="88"/>
                </a:lnTo>
                <a:lnTo>
                  <a:pt x="156" y="88"/>
                </a:lnTo>
                <a:lnTo>
                  <a:pt x="156" y="146"/>
                </a:lnTo>
                <a:close/>
                <a:moveTo>
                  <a:pt x="98" y="127"/>
                </a:moveTo>
                <a:lnTo>
                  <a:pt x="137" y="127"/>
                </a:lnTo>
                <a:lnTo>
                  <a:pt x="137" y="107"/>
                </a:lnTo>
                <a:lnTo>
                  <a:pt x="98" y="107"/>
                </a:lnTo>
                <a:lnTo>
                  <a:pt x="98"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24" name="Group 23"/>
          <p:cNvGrpSpPr/>
          <p:nvPr/>
        </p:nvGrpSpPr>
        <p:grpSpPr>
          <a:xfrm>
            <a:off x="708234" y="2808381"/>
            <a:ext cx="1800200" cy="1469025"/>
            <a:chOff x="983432" y="3009054"/>
            <a:chExt cx="1800200" cy="1469025"/>
          </a:xfrm>
        </p:grpSpPr>
        <p:grpSp>
          <p:nvGrpSpPr>
            <p:cNvPr id="6" name="Group 5"/>
            <p:cNvGrpSpPr>
              <a:grpSpLocks noChangeAspect="1"/>
            </p:cNvGrpSpPr>
            <p:nvPr/>
          </p:nvGrpSpPr>
          <p:grpSpPr>
            <a:xfrm>
              <a:off x="1331531" y="3009054"/>
              <a:ext cx="864000" cy="864000"/>
              <a:chOff x="5819775" y="3152775"/>
              <a:chExt cx="552450" cy="552450"/>
            </a:xfrm>
          </p:grpSpPr>
          <p:sp>
            <p:nvSpPr>
              <p:cNvPr id="7" name="Freeform 13"/>
              <p:cNvSpPr>
                <a:spLocks noChangeAspect="1" noEditPoints="1"/>
              </p:cNvSpPr>
              <p:nvPr/>
            </p:nvSpPr>
            <p:spPr bwMode="auto">
              <a:xfrm>
                <a:off x="6073113" y="3416439"/>
                <a:ext cx="214799" cy="202674"/>
              </a:xfrm>
              <a:custGeom>
                <a:avLst/>
                <a:gdLst>
                  <a:gd name="T0" fmla="*/ 45 w 49"/>
                  <a:gd name="T1" fmla="*/ 21 h 47"/>
                  <a:gd name="T2" fmla="*/ 39 w 49"/>
                  <a:gd name="T3" fmla="*/ 21 h 47"/>
                  <a:gd name="T4" fmla="*/ 39 w 49"/>
                  <a:gd name="T5" fmla="*/ 6 h 47"/>
                  <a:gd name="T6" fmla="*/ 35 w 49"/>
                  <a:gd name="T7" fmla="*/ 6 h 47"/>
                  <a:gd name="T8" fmla="*/ 35 w 49"/>
                  <a:gd name="T9" fmla="*/ 0 h 47"/>
                  <a:gd name="T10" fmla="*/ 42 w 49"/>
                  <a:gd name="T11" fmla="*/ 0 h 47"/>
                  <a:gd name="T12" fmla="*/ 45 w 49"/>
                  <a:gd name="T13" fmla="*/ 3 h 47"/>
                  <a:gd name="T14" fmla="*/ 45 w 49"/>
                  <a:gd name="T15" fmla="*/ 21 h 47"/>
                  <a:gd name="T16" fmla="*/ 18 w 49"/>
                  <a:gd name="T17" fmla="*/ 36 h 47"/>
                  <a:gd name="T18" fmla="*/ 9 w 49"/>
                  <a:gd name="T19" fmla="*/ 26 h 47"/>
                  <a:gd name="T20" fmla="*/ 1 w 49"/>
                  <a:gd name="T21" fmla="*/ 36 h 47"/>
                  <a:gd name="T22" fmla="*/ 9 w 49"/>
                  <a:gd name="T23" fmla="*/ 46 h 47"/>
                  <a:gd name="T24" fmla="*/ 18 w 49"/>
                  <a:gd name="T25" fmla="*/ 36 h 47"/>
                  <a:gd name="T26" fmla="*/ 12 w 49"/>
                  <a:gd name="T27" fmla="*/ 36 h 47"/>
                  <a:gd name="T28" fmla="*/ 9 w 49"/>
                  <a:gd name="T29" fmla="*/ 40 h 47"/>
                  <a:gd name="T30" fmla="*/ 7 w 49"/>
                  <a:gd name="T31" fmla="*/ 36 h 47"/>
                  <a:gd name="T32" fmla="*/ 9 w 49"/>
                  <a:gd name="T33" fmla="*/ 32 h 47"/>
                  <a:gd name="T34" fmla="*/ 12 w 49"/>
                  <a:gd name="T35" fmla="*/ 36 h 47"/>
                  <a:gd name="T36" fmla="*/ 49 w 49"/>
                  <a:gd name="T37" fmla="*/ 36 h 47"/>
                  <a:gd name="T38" fmla="*/ 40 w 49"/>
                  <a:gd name="T39" fmla="*/ 26 h 47"/>
                  <a:gd name="T40" fmla="*/ 32 w 49"/>
                  <a:gd name="T41" fmla="*/ 36 h 47"/>
                  <a:gd name="T42" fmla="*/ 40 w 49"/>
                  <a:gd name="T43" fmla="*/ 46 h 47"/>
                  <a:gd name="T44" fmla="*/ 49 w 49"/>
                  <a:gd name="T45" fmla="*/ 36 h 47"/>
                  <a:gd name="T46" fmla="*/ 43 w 49"/>
                  <a:gd name="T47" fmla="*/ 36 h 47"/>
                  <a:gd name="T48" fmla="*/ 40 w 49"/>
                  <a:gd name="T49" fmla="*/ 40 h 47"/>
                  <a:gd name="T50" fmla="*/ 38 w 49"/>
                  <a:gd name="T51" fmla="*/ 36 h 47"/>
                  <a:gd name="T52" fmla="*/ 40 w 49"/>
                  <a:gd name="T53" fmla="*/ 32 h 47"/>
                  <a:gd name="T54" fmla="*/ 43 w 49"/>
                  <a:gd name="T55" fmla="*/ 36 h 47"/>
                  <a:gd name="T56" fmla="*/ 10 w 49"/>
                  <a:gd name="T57" fmla="*/ 3 h 47"/>
                  <a:gd name="T58" fmla="*/ 7 w 49"/>
                  <a:gd name="T59" fmla="*/ 0 h 47"/>
                  <a:gd name="T60" fmla="*/ 0 w 49"/>
                  <a:gd name="T61" fmla="*/ 0 h 47"/>
                  <a:gd name="T62" fmla="*/ 0 w 49"/>
                  <a:gd name="T63" fmla="*/ 6 h 47"/>
                  <a:gd name="T64" fmla="*/ 4 w 49"/>
                  <a:gd name="T65" fmla="*/ 6 h 47"/>
                  <a:gd name="T66" fmla="*/ 4 w 49"/>
                  <a:gd name="T67" fmla="*/ 21 h 47"/>
                  <a:gd name="T68" fmla="*/ 10 w 49"/>
                  <a:gd name="T69" fmla="*/ 21 h 47"/>
                  <a:gd name="T70" fmla="*/ 10 w 49"/>
                  <a:gd name="T71" fmla="*/ 3 h 47"/>
                  <a:gd name="T72" fmla="*/ 29 w 49"/>
                  <a:gd name="T73" fmla="*/ 29 h 47"/>
                  <a:gd name="T74" fmla="*/ 26 w 49"/>
                  <a:gd name="T75" fmla="*/ 26 h 47"/>
                  <a:gd name="T76" fmla="*/ 18 w 49"/>
                  <a:gd name="T77" fmla="*/ 26 h 47"/>
                  <a:gd name="T78" fmla="*/ 18 w 49"/>
                  <a:gd name="T79" fmla="*/ 32 h 47"/>
                  <a:gd name="T80" fmla="*/ 23 w 49"/>
                  <a:gd name="T81" fmla="*/ 32 h 47"/>
                  <a:gd name="T82" fmla="*/ 23 w 49"/>
                  <a:gd name="T83" fmla="*/ 47 h 47"/>
                  <a:gd name="T84" fmla="*/ 29 w 49"/>
                  <a:gd name="T85" fmla="*/ 47 h 47"/>
                  <a:gd name="T86" fmla="*/ 29 w 49"/>
                  <a:gd name="T87" fmla="*/ 29 h 47"/>
                  <a:gd name="T88" fmla="*/ 32 w 49"/>
                  <a:gd name="T89" fmla="*/ 10 h 47"/>
                  <a:gd name="T90" fmla="*/ 24 w 49"/>
                  <a:gd name="T91" fmla="*/ 0 h 47"/>
                  <a:gd name="T92" fmla="*/ 15 w 49"/>
                  <a:gd name="T93" fmla="*/ 10 h 47"/>
                  <a:gd name="T94" fmla="*/ 24 w 49"/>
                  <a:gd name="T95" fmla="*/ 21 h 47"/>
                  <a:gd name="T96" fmla="*/ 32 w 49"/>
                  <a:gd name="T97" fmla="*/ 10 h 47"/>
                  <a:gd name="T98" fmla="*/ 26 w 49"/>
                  <a:gd name="T99" fmla="*/ 10 h 47"/>
                  <a:gd name="T100" fmla="*/ 24 w 49"/>
                  <a:gd name="T101" fmla="*/ 15 h 47"/>
                  <a:gd name="T102" fmla="*/ 21 w 49"/>
                  <a:gd name="T103" fmla="*/ 10 h 47"/>
                  <a:gd name="T104" fmla="*/ 24 w 49"/>
                  <a:gd name="T105" fmla="*/ 6 h 47"/>
                  <a:gd name="T106" fmla="*/ 26 w 49"/>
                  <a:gd name="T107"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 h="47">
                    <a:moveTo>
                      <a:pt x="45" y="21"/>
                    </a:moveTo>
                    <a:cubicBezTo>
                      <a:pt x="39" y="21"/>
                      <a:pt x="39" y="21"/>
                      <a:pt x="39" y="21"/>
                    </a:cubicBezTo>
                    <a:cubicBezTo>
                      <a:pt x="39" y="6"/>
                      <a:pt x="39" y="6"/>
                      <a:pt x="39" y="6"/>
                    </a:cubicBezTo>
                    <a:cubicBezTo>
                      <a:pt x="35" y="6"/>
                      <a:pt x="35" y="6"/>
                      <a:pt x="35" y="6"/>
                    </a:cubicBezTo>
                    <a:cubicBezTo>
                      <a:pt x="35" y="0"/>
                      <a:pt x="35" y="0"/>
                      <a:pt x="35" y="0"/>
                    </a:cubicBezTo>
                    <a:cubicBezTo>
                      <a:pt x="42" y="0"/>
                      <a:pt x="42" y="0"/>
                      <a:pt x="42" y="0"/>
                    </a:cubicBezTo>
                    <a:cubicBezTo>
                      <a:pt x="44" y="0"/>
                      <a:pt x="45" y="1"/>
                      <a:pt x="45" y="3"/>
                    </a:cubicBezTo>
                    <a:lnTo>
                      <a:pt x="45" y="21"/>
                    </a:lnTo>
                    <a:close/>
                    <a:moveTo>
                      <a:pt x="18" y="36"/>
                    </a:moveTo>
                    <a:cubicBezTo>
                      <a:pt x="18" y="30"/>
                      <a:pt x="14" y="26"/>
                      <a:pt x="9" y="26"/>
                    </a:cubicBezTo>
                    <a:cubicBezTo>
                      <a:pt x="4" y="26"/>
                      <a:pt x="1" y="30"/>
                      <a:pt x="1" y="36"/>
                    </a:cubicBezTo>
                    <a:cubicBezTo>
                      <a:pt x="1" y="42"/>
                      <a:pt x="4" y="46"/>
                      <a:pt x="9" y="46"/>
                    </a:cubicBezTo>
                    <a:cubicBezTo>
                      <a:pt x="14" y="46"/>
                      <a:pt x="18" y="42"/>
                      <a:pt x="18" y="36"/>
                    </a:cubicBezTo>
                    <a:close/>
                    <a:moveTo>
                      <a:pt x="12" y="36"/>
                    </a:moveTo>
                    <a:cubicBezTo>
                      <a:pt x="12" y="38"/>
                      <a:pt x="10" y="40"/>
                      <a:pt x="9" y="40"/>
                    </a:cubicBezTo>
                    <a:cubicBezTo>
                      <a:pt x="8" y="40"/>
                      <a:pt x="7" y="38"/>
                      <a:pt x="7" y="36"/>
                    </a:cubicBezTo>
                    <a:cubicBezTo>
                      <a:pt x="7" y="34"/>
                      <a:pt x="8" y="32"/>
                      <a:pt x="9" y="32"/>
                    </a:cubicBezTo>
                    <a:cubicBezTo>
                      <a:pt x="10" y="32"/>
                      <a:pt x="12" y="34"/>
                      <a:pt x="12" y="36"/>
                    </a:cubicBezTo>
                    <a:close/>
                    <a:moveTo>
                      <a:pt x="49" y="36"/>
                    </a:moveTo>
                    <a:cubicBezTo>
                      <a:pt x="49" y="30"/>
                      <a:pt x="45" y="26"/>
                      <a:pt x="40" y="26"/>
                    </a:cubicBezTo>
                    <a:cubicBezTo>
                      <a:pt x="36" y="26"/>
                      <a:pt x="32" y="30"/>
                      <a:pt x="32" y="36"/>
                    </a:cubicBezTo>
                    <a:cubicBezTo>
                      <a:pt x="32" y="42"/>
                      <a:pt x="36" y="46"/>
                      <a:pt x="40" y="46"/>
                    </a:cubicBezTo>
                    <a:cubicBezTo>
                      <a:pt x="45" y="46"/>
                      <a:pt x="49" y="42"/>
                      <a:pt x="49" y="36"/>
                    </a:cubicBezTo>
                    <a:close/>
                    <a:moveTo>
                      <a:pt x="43" y="36"/>
                    </a:moveTo>
                    <a:cubicBezTo>
                      <a:pt x="43" y="38"/>
                      <a:pt x="42" y="40"/>
                      <a:pt x="40" y="40"/>
                    </a:cubicBezTo>
                    <a:cubicBezTo>
                      <a:pt x="39" y="40"/>
                      <a:pt x="38" y="38"/>
                      <a:pt x="38" y="36"/>
                    </a:cubicBezTo>
                    <a:cubicBezTo>
                      <a:pt x="38" y="34"/>
                      <a:pt x="39" y="32"/>
                      <a:pt x="40" y="32"/>
                    </a:cubicBezTo>
                    <a:cubicBezTo>
                      <a:pt x="42" y="32"/>
                      <a:pt x="43" y="34"/>
                      <a:pt x="43" y="36"/>
                    </a:cubicBezTo>
                    <a:close/>
                    <a:moveTo>
                      <a:pt x="10" y="3"/>
                    </a:moveTo>
                    <a:cubicBezTo>
                      <a:pt x="10" y="1"/>
                      <a:pt x="9" y="0"/>
                      <a:pt x="7" y="0"/>
                    </a:cubicBezTo>
                    <a:cubicBezTo>
                      <a:pt x="0" y="0"/>
                      <a:pt x="0" y="0"/>
                      <a:pt x="0" y="0"/>
                    </a:cubicBezTo>
                    <a:cubicBezTo>
                      <a:pt x="0" y="6"/>
                      <a:pt x="0" y="6"/>
                      <a:pt x="0" y="6"/>
                    </a:cubicBezTo>
                    <a:cubicBezTo>
                      <a:pt x="4" y="6"/>
                      <a:pt x="4" y="6"/>
                      <a:pt x="4" y="6"/>
                    </a:cubicBezTo>
                    <a:cubicBezTo>
                      <a:pt x="4" y="21"/>
                      <a:pt x="4" y="21"/>
                      <a:pt x="4" y="21"/>
                    </a:cubicBezTo>
                    <a:cubicBezTo>
                      <a:pt x="10" y="21"/>
                      <a:pt x="10" y="21"/>
                      <a:pt x="10" y="21"/>
                    </a:cubicBezTo>
                    <a:lnTo>
                      <a:pt x="10" y="3"/>
                    </a:lnTo>
                    <a:close/>
                    <a:moveTo>
                      <a:pt x="29" y="29"/>
                    </a:moveTo>
                    <a:cubicBezTo>
                      <a:pt x="29" y="27"/>
                      <a:pt x="27" y="26"/>
                      <a:pt x="26" y="26"/>
                    </a:cubicBezTo>
                    <a:cubicBezTo>
                      <a:pt x="18" y="26"/>
                      <a:pt x="18" y="26"/>
                      <a:pt x="18" y="26"/>
                    </a:cubicBezTo>
                    <a:cubicBezTo>
                      <a:pt x="18" y="32"/>
                      <a:pt x="18" y="32"/>
                      <a:pt x="18" y="32"/>
                    </a:cubicBezTo>
                    <a:cubicBezTo>
                      <a:pt x="23" y="32"/>
                      <a:pt x="23" y="32"/>
                      <a:pt x="23" y="32"/>
                    </a:cubicBezTo>
                    <a:cubicBezTo>
                      <a:pt x="23" y="47"/>
                      <a:pt x="23" y="47"/>
                      <a:pt x="23" y="47"/>
                    </a:cubicBezTo>
                    <a:cubicBezTo>
                      <a:pt x="29" y="47"/>
                      <a:pt x="29" y="47"/>
                      <a:pt x="29" y="47"/>
                    </a:cubicBezTo>
                    <a:lnTo>
                      <a:pt x="29" y="29"/>
                    </a:lnTo>
                    <a:close/>
                    <a:moveTo>
                      <a:pt x="32" y="10"/>
                    </a:moveTo>
                    <a:cubicBezTo>
                      <a:pt x="32" y="5"/>
                      <a:pt x="29" y="0"/>
                      <a:pt x="24" y="0"/>
                    </a:cubicBezTo>
                    <a:cubicBezTo>
                      <a:pt x="19" y="0"/>
                      <a:pt x="15" y="5"/>
                      <a:pt x="15" y="10"/>
                    </a:cubicBezTo>
                    <a:cubicBezTo>
                      <a:pt x="15" y="16"/>
                      <a:pt x="19" y="21"/>
                      <a:pt x="24" y="21"/>
                    </a:cubicBezTo>
                    <a:cubicBezTo>
                      <a:pt x="29" y="21"/>
                      <a:pt x="32" y="16"/>
                      <a:pt x="32" y="10"/>
                    </a:cubicBezTo>
                    <a:close/>
                    <a:moveTo>
                      <a:pt x="26" y="10"/>
                    </a:moveTo>
                    <a:cubicBezTo>
                      <a:pt x="26" y="13"/>
                      <a:pt x="25" y="15"/>
                      <a:pt x="24" y="15"/>
                    </a:cubicBezTo>
                    <a:cubicBezTo>
                      <a:pt x="23" y="15"/>
                      <a:pt x="21" y="13"/>
                      <a:pt x="21" y="10"/>
                    </a:cubicBezTo>
                    <a:cubicBezTo>
                      <a:pt x="21" y="8"/>
                      <a:pt x="23" y="6"/>
                      <a:pt x="24" y="6"/>
                    </a:cubicBezTo>
                    <a:cubicBezTo>
                      <a:pt x="25" y="6"/>
                      <a:pt x="26" y="8"/>
                      <a:pt x="26" y="1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17"/>
              <p:cNvSpPr>
                <a:spLocks noEditPoints="1"/>
              </p:cNvSpPr>
              <p:nvPr/>
            </p:nvSpPr>
            <p:spPr bwMode="auto">
              <a:xfrm>
                <a:off x="5819775" y="3152775"/>
                <a:ext cx="552450" cy="552450"/>
              </a:xfrm>
              <a:custGeom>
                <a:avLst/>
                <a:gdLst>
                  <a:gd name="T0" fmla="*/ 94 w 144"/>
                  <a:gd name="T1" fmla="*/ 40 h 144"/>
                  <a:gd name="T2" fmla="*/ 103 w 144"/>
                  <a:gd name="T3" fmla="*/ 41 h 144"/>
                  <a:gd name="T4" fmla="*/ 52 w 144"/>
                  <a:gd name="T5" fmla="*/ 0 h 144"/>
                  <a:gd name="T6" fmla="*/ 0 w 144"/>
                  <a:gd name="T7" fmla="*/ 52 h 144"/>
                  <a:gd name="T8" fmla="*/ 41 w 144"/>
                  <a:gd name="T9" fmla="*/ 103 h 144"/>
                  <a:gd name="T10" fmla="*/ 40 w 144"/>
                  <a:gd name="T11" fmla="*/ 94 h 144"/>
                  <a:gd name="T12" fmla="*/ 13 w 144"/>
                  <a:gd name="T13" fmla="*/ 72 h 144"/>
                  <a:gd name="T14" fmla="*/ 28 w 144"/>
                  <a:gd name="T15" fmla="*/ 72 h 144"/>
                  <a:gd name="T16" fmla="*/ 40 w 144"/>
                  <a:gd name="T17" fmla="*/ 94 h 144"/>
                  <a:gd name="T18" fmla="*/ 40 w 144"/>
                  <a:gd name="T19" fmla="*/ 91 h 144"/>
                  <a:gd name="T20" fmla="*/ 41 w 144"/>
                  <a:gd name="T21" fmla="*/ 82 h 144"/>
                  <a:gd name="T22" fmla="*/ 36 w 144"/>
                  <a:gd name="T23" fmla="*/ 72 h 144"/>
                  <a:gd name="T24" fmla="*/ 44 w 144"/>
                  <a:gd name="T25" fmla="*/ 72 h 144"/>
                  <a:gd name="T26" fmla="*/ 48 w 144"/>
                  <a:gd name="T27" fmla="*/ 64 h 144"/>
                  <a:gd name="T28" fmla="*/ 34 w 144"/>
                  <a:gd name="T29" fmla="*/ 64 h 144"/>
                  <a:gd name="T30" fmla="*/ 32 w 144"/>
                  <a:gd name="T31" fmla="*/ 52 h 144"/>
                  <a:gd name="T32" fmla="*/ 34 w 144"/>
                  <a:gd name="T33" fmla="*/ 40 h 144"/>
                  <a:gd name="T34" fmla="*/ 48 w 144"/>
                  <a:gd name="T35" fmla="*/ 40 h 144"/>
                  <a:gd name="T36" fmla="*/ 48 w 144"/>
                  <a:gd name="T37" fmla="*/ 64 h 144"/>
                  <a:gd name="T38" fmla="*/ 56 w 144"/>
                  <a:gd name="T39" fmla="*/ 54 h 144"/>
                  <a:gd name="T40" fmla="*/ 56 w 144"/>
                  <a:gd name="T41" fmla="*/ 40 h 144"/>
                  <a:gd name="T42" fmla="*/ 94 w 144"/>
                  <a:gd name="T43" fmla="*/ 40 h 144"/>
                  <a:gd name="T44" fmla="*/ 91 w 144"/>
                  <a:gd name="T45" fmla="*/ 32 h 144"/>
                  <a:gd name="T46" fmla="*/ 77 w 144"/>
                  <a:gd name="T47" fmla="*/ 32 h 144"/>
                  <a:gd name="T48" fmla="*/ 64 w 144"/>
                  <a:gd name="T49" fmla="*/ 10 h 144"/>
                  <a:gd name="T50" fmla="*/ 91 w 144"/>
                  <a:gd name="T51" fmla="*/ 32 h 144"/>
                  <a:gd name="T52" fmla="*/ 56 w 144"/>
                  <a:gd name="T53" fmla="*/ 13 h 144"/>
                  <a:gd name="T54" fmla="*/ 68 w 144"/>
                  <a:gd name="T55" fmla="*/ 32 h 144"/>
                  <a:gd name="T56" fmla="*/ 56 w 144"/>
                  <a:gd name="T57" fmla="*/ 32 h 144"/>
                  <a:gd name="T58" fmla="*/ 56 w 144"/>
                  <a:gd name="T59" fmla="*/ 13 h 144"/>
                  <a:gd name="T60" fmla="*/ 48 w 144"/>
                  <a:gd name="T61" fmla="*/ 32 h 144"/>
                  <a:gd name="T62" fmla="*/ 36 w 144"/>
                  <a:gd name="T63" fmla="*/ 32 h 144"/>
                  <a:gd name="T64" fmla="*/ 48 w 144"/>
                  <a:gd name="T65" fmla="*/ 13 h 144"/>
                  <a:gd name="T66" fmla="*/ 48 w 144"/>
                  <a:gd name="T67" fmla="*/ 32 h 144"/>
                  <a:gd name="T68" fmla="*/ 40 w 144"/>
                  <a:gd name="T69" fmla="*/ 10 h 144"/>
                  <a:gd name="T70" fmla="*/ 28 w 144"/>
                  <a:gd name="T71" fmla="*/ 32 h 144"/>
                  <a:gd name="T72" fmla="*/ 13 w 144"/>
                  <a:gd name="T73" fmla="*/ 32 h 144"/>
                  <a:gd name="T74" fmla="*/ 40 w 144"/>
                  <a:gd name="T75" fmla="*/ 10 h 144"/>
                  <a:gd name="T76" fmla="*/ 8 w 144"/>
                  <a:gd name="T77" fmla="*/ 52 h 144"/>
                  <a:gd name="T78" fmla="*/ 10 w 144"/>
                  <a:gd name="T79" fmla="*/ 40 h 144"/>
                  <a:gd name="T80" fmla="*/ 26 w 144"/>
                  <a:gd name="T81" fmla="*/ 40 h 144"/>
                  <a:gd name="T82" fmla="*/ 24 w 144"/>
                  <a:gd name="T83" fmla="*/ 52 h 144"/>
                  <a:gd name="T84" fmla="*/ 26 w 144"/>
                  <a:gd name="T85" fmla="*/ 64 h 144"/>
                  <a:gd name="T86" fmla="*/ 10 w 144"/>
                  <a:gd name="T87" fmla="*/ 64 h 144"/>
                  <a:gd name="T88" fmla="*/ 8 w 144"/>
                  <a:gd name="T89" fmla="*/ 52 h 144"/>
                  <a:gd name="T90" fmla="*/ 144 w 144"/>
                  <a:gd name="T91" fmla="*/ 138 h 144"/>
                  <a:gd name="T92" fmla="*/ 124 w 144"/>
                  <a:gd name="T93" fmla="*/ 119 h 144"/>
                  <a:gd name="T94" fmla="*/ 134 w 144"/>
                  <a:gd name="T95" fmla="*/ 91 h 144"/>
                  <a:gd name="T96" fmla="*/ 91 w 144"/>
                  <a:gd name="T97" fmla="*/ 48 h 144"/>
                  <a:gd name="T98" fmla="*/ 48 w 144"/>
                  <a:gd name="T99" fmla="*/ 91 h 144"/>
                  <a:gd name="T100" fmla="*/ 91 w 144"/>
                  <a:gd name="T101" fmla="*/ 134 h 144"/>
                  <a:gd name="T102" fmla="*/ 119 w 144"/>
                  <a:gd name="T103" fmla="*/ 124 h 144"/>
                  <a:gd name="T104" fmla="*/ 138 w 144"/>
                  <a:gd name="T105" fmla="*/ 144 h 144"/>
                  <a:gd name="T106" fmla="*/ 144 w 144"/>
                  <a:gd name="T107" fmla="*/ 138 h 144"/>
                  <a:gd name="T108" fmla="*/ 56 w 144"/>
                  <a:gd name="T109" fmla="*/ 91 h 144"/>
                  <a:gd name="T110" fmla="*/ 91 w 144"/>
                  <a:gd name="T111" fmla="*/ 56 h 144"/>
                  <a:gd name="T112" fmla="*/ 126 w 144"/>
                  <a:gd name="T113" fmla="*/ 91 h 144"/>
                  <a:gd name="T114" fmla="*/ 91 w 144"/>
                  <a:gd name="T115" fmla="*/ 126 h 144"/>
                  <a:gd name="T116" fmla="*/ 56 w 144"/>
                  <a:gd name="T117" fmla="*/ 9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4" h="144">
                    <a:moveTo>
                      <a:pt x="94" y="40"/>
                    </a:moveTo>
                    <a:cubicBezTo>
                      <a:pt x="97" y="40"/>
                      <a:pt x="100" y="41"/>
                      <a:pt x="103" y="41"/>
                    </a:cubicBezTo>
                    <a:cubicBezTo>
                      <a:pt x="98" y="18"/>
                      <a:pt x="77" y="0"/>
                      <a:pt x="52" y="0"/>
                    </a:cubicBezTo>
                    <a:cubicBezTo>
                      <a:pt x="23" y="0"/>
                      <a:pt x="0" y="23"/>
                      <a:pt x="0" y="52"/>
                    </a:cubicBezTo>
                    <a:cubicBezTo>
                      <a:pt x="0" y="77"/>
                      <a:pt x="18" y="98"/>
                      <a:pt x="41" y="103"/>
                    </a:cubicBezTo>
                    <a:cubicBezTo>
                      <a:pt x="41" y="100"/>
                      <a:pt x="40" y="97"/>
                      <a:pt x="40" y="94"/>
                    </a:cubicBezTo>
                    <a:cubicBezTo>
                      <a:pt x="28" y="91"/>
                      <a:pt x="18" y="83"/>
                      <a:pt x="13" y="72"/>
                    </a:cubicBezTo>
                    <a:cubicBezTo>
                      <a:pt x="28" y="72"/>
                      <a:pt x="28" y="72"/>
                      <a:pt x="28" y="72"/>
                    </a:cubicBezTo>
                    <a:cubicBezTo>
                      <a:pt x="30" y="80"/>
                      <a:pt x="35" y="88"/>
                      <a:pt x="40" y="94"/>
                    </a:cubicBezTo>
                    <a:cubicBezTo>
                      <a:pt x="40" y="93"/>
                      <a:pt x="40" y="92"/>
                      <a:pt x="40" y="91"/>
                    </a:cubicBezTo>
                    <a:cubicBezTo>
                      <a:pt x="40" y="88"/>
                      <a:pt x="40" y="85"/>
                      <a:pt x="41" y="82"/>
                    </a:cubicBezTo>
                    <a:cubicBezTo>
                      <a:pt x="39" y="79"/>
                      <a:pt x="37" y="75"/>
                      <a:pt x="36" y="72"/>
                    </a:cubicBezTo>
                    <a:cubicBezTo>
                      <a:pt x="44" y="72"/>
                      <a:pt x="44" y="72"/>
                      <a:pt x="44" y="72"/>
                    </a:cubicBezTo>
                    <a:cubicBezTo>
                      <a:pt x="45" y="69"/>
                      <a:pt x="46" y="67"/>
                      <a:pt x="48" y="64"/>
                    </a:cubicBezTo>
                    <a:cubicBezTo>
                      <a:pt x="34" y="64"/>
                      <a:pt x="34" y="64"/>
                      <a:pt x="34" y="64"/>
                    </a:cubicBezTo>
                    <a:cubicBezTo>
                      <a:pt x="33" y="60"/>
                      <a:pt x="32" y="56"/>
                      <a:pt x="32" y="52"/>
                    </a:cubicBezTo>
                    <a:cubicBezTo>
                      <a:pt x="32" y="48"/>
                      <a:pt x="33" y="44"/>
                      <a:pt x="34" y="40"/>
                    </a:cubicBezTo>
                    <a:cubicBezTo>
                      <a:pt x="48" y="40"/>
                      <a:pt x="48" y="40"/>
                      <a:pt x="48" y="40"/>
                    </a:cubicBezTo>
                    <a:cubicBezTo>
                      <a:pt x="48" y="64"/>
                      <a:pt x="48" y="64"/>
                      <a:pt x="48" y="64"/>
                    </a:cubicBezTo>
                    <a:cubicBezTo>
                      <a:pt x="50" y="60"/>
                      <a:pt x="53" y="57"/>
                      <a:pt x="56" y="54"/>
                    </a:cubicBezTo>
                    <a:cubicBezTo>
                      <a:pt x="56" y="40"/>
                      <a:pt x="56" y="40"/>
                      <a:pt x="56" y="40"/>
                    </a:cubicBezTo>
                    <a:lnTo>
                      <a:pt x="94" y="40"/>
                    </a:lnTo>
                    <a:close/>
                    <a:moveTo>
                      <a:pt x="91" y="32"/>
                    </a:moveTo>
                    <a:cubicBezTo>
                      <a:pt x="77" y="32"/>
                      <a:pt x="77" y="32"/>
                      <a:pt x="77" y="32"/>
                    </a:cubicBezTo>
                    <a:cubicBezTo>
                      <a:pt x="74" y="24"/>
                      <a:pt x="70" y="16"/>
                      <a:pt x="64" y="10"/>
                    </a:cubicBezTo>
                    <a:cubicBezTo>
                      <a:pt x="76" y="13"/>
                      <a:pt x="86" y="21"/>
                      <a:pt x="91" y="32"/>
                    </a:cubicBezTo>
                    <a:close/>
                    <a:moveTo>
                      <a:pt x="56" y="13"/>
                    </a:moveTo>
                    <a:cubicBezTo>
                      <a:pt x="61" y="18"/>
                      <a:pt x="66" y="25"/>
                      <a:pt x="68" y="32"/>
                    </a:cubicBezTo>
                    <a:cubicBezTo>
                      <a:pt x="56" y="32"/>
                      <a:pt x="56" y="32"/>
                      <a:pt x="56" y="32"/>
                    </a:cubicBezTo>
                    <a:lnTo>
                      <a:pt x="56" y="13"/>
                    </a:lnTo>
                    <a:close/>
                    <a:moveTo>
                      <a:pt x="48" y="32"/>
                    </a:moveTo>
                    <a:cubicBezTo>
                      <a:pt x="36" y="32"/>
                      <a:pt x="36" y="32"/>
                      <a:pt x="36" y="32"/>
                    </a:cubicBezTo>
                    <a:cubicBezTo>
                      <a:pt x="39" y="25"/>
                      <a:pt x="43" y="18"/>
                      <a:pt x="48" y="13"/>
                    </a:cubicBezTo>
                    <a:lnTo>
                      <a:pt x="48" y="32"/>
                    </a:lnTo>
                    <a:close/>
                    <a:moveTo>
                      <a:pt x="40" y="10"/>
                    </a:moveTo>
                    <a:cubicBezTo>
                      <a:pt x="35" y="16"/>
                      <a:pt x="30" y="24"/>
                      <a:pt x="28" y="32"/>
                    </a:cubicBezTo>
                    <a:cubicBezTo>
                      <a:pt x="13" y="32"/>
                      <a:pt x="13" y="32"/>
                      <a:pt x="13" y="32"/>
                    </a:cubicBezTo>
                    <a:cubicBezTo>
                      <a:pt x="18" y="21"/>
                      <a:pt x="28" y="13"/>
                      <a:pt x="40" y="10"/>
                    </a:cubicBezTo>
                    <a:close/>
                    <a:moveTo>
                      <a:pt x="8" y="52"/>
                    </a:moveTo>
                    <a:cubicBezTo>
                      <a:pt x="8" y="48"/>
                      <a:pt x="9" y="44"/>
                      <a:pt x="10" y="40"/>
                    </a:cubicBezTo>
                    <a:cubicBezTo>
                      <a:pt x="26" y="40"/>
                      <a:pt x="26" y="40"/>
                      <a:pt x="26" y="40"/>
                    </a:cubicBezTo>
                    <a:cubicBezTo>
                      <a:pt x="25" y="44"/>
                      <a:pt x="24" y="48"/>
                      <a:pt x="24" y="52"/>
                    </a:cubicBezTo>
                    <a:cubicBezTo>
                      <a:pt x="24" y="56"/>
                      <a:pt x="25" y="60"/>
                      <a:pt x="26" y="64"/>
                    </a:cubicBezTo>
                    <a:cubicBezTo>
                      <a:pt x="10" y="64"/>
                      <a:pt x="10" y="64"/>
                      <a:pt x="10" y="64"/>
                    </a:cubicBezTo>
                    <a:cubicBezTo>
                      <a:pt x="9" y="60"/>
                      <a:pt x="8" y="56"/>
                      <a:pt x="8" y="52"/>
                    </a:cubicBezTo>
                    <a:close/>
                    <a:moveTo>
                      <a:pt x="144" y="138"/>
                    </a:moveTo>
                    <a:cubicBezTo>
                      <a:pt x="124" y="119"/>
                      <a:pt x="124" y="119"/>
                      <a:pt x="124" y="119"/>
                    </a:cubicBezTo>
                    <a:cubicBezTo>
                      <a:pt x="131" y="111"/>
                      <a:pt x="134" y="102"/>
                      <a:pt x="134" y="91"/>
                    </a:cubicBezTo>
                    <a:cubicBezTo>
                      <a:pt x="134" y="67"/>
                      <a:pt x="115" y="48"/>
                      <a:pt x="91" y="48"/>
                    </a:cubicBezTo>
                    <a:cubicBezTo>
                      <a:pt x="67" y="48"/>
                      <a:pt x="48" y="67"/>
                      <a:pt x="48" y="91"/>
                    </a:cubicBezTo>
                    <a:cubicBezTo>
                      <a:pt x="48" y="115"/>
                      <a:pt x="67" y="134"/>
                      <a:pt x="91" y="134"/>
                    </a:cubicBezTo>
                    <a:cubicBezTo>
                      <a:pt x="102" y="134"/>
                      <a:pt x="111" y="131"/>
                      <a:pt x="119" y="124"/>
                    </a:cubicBezTo>
                    <a:cubicBezTo>
                      <a:pt x="138" y="144"/>
                      <a:pt x="138" y="144"/>
                      <a:pt x="138" y="144"/>
                    </a:cubicBezTo>
                    <a:lnTo>
                      <a:pt x="144" y="138"/>
                    </a:lnTo>
                    <a:close/>
                    <a:moveTo>
                      <a:pt x="56" y="91"/>
                    </a:moveTo>
                    <a:cubicBezTo>
                      <a:pt x="56" y="72"/>
                      <a:pt x="72" y="56"/>
                      <a:pt x="91" y="56"/>
                    </a:cubicBezTo>
                    <a:cubicBezTo>
                      <a:pt x="111" y="56"/>
                      <a:pt x="126" y="72"/>
                      <a:pt x="126" y="91"/>
                    </a:cubicBezTo>
                    <a:cubicBezTo>
                      <a:pt x="126" y="111"/>
                      <a:pt x="111" y="126"/>
                      <a:pt x="91" y="126"/>
                    </a:cubicBezTo>
                    <a:cubicBezTo>
                      <a:pt x="72" y="126"/>
                      <a:pt x="56" y="111"/>
                      <a:pt x="56" y="9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9" name="TextBox 18"/>
            <p:cNvSpPr txBox="1"/>
            <p:nvPr/>
          </p:nvSpPr>
          <p:spPr>
            <a:xfrm>
              <a:off x="983432" y="4077072"/>
              <a:ext cx="1800200" cy="401007"/>
            </a:xfrm>
            <a:prstGeom prst="rect">
              <a:avLst/>
            </a:prstGeom>
            <a:noFill/>
          </p:spPr>
          <p:txBody>
            <a:bodyPr wrap="square" lIns="0" tIns="0" rIns="0" bIns="0" rtlCol="0">
              <a:noAutofit/>
            </a:bodyPr>
            <a:lstStyle/>
            <a:p>
              <a:pPr>
                <a:lnSpc>
                  <a:spcPct val="90000"/>
                </a:lnSpc>
              </a:pPr>
              <a:r>
                <a:rPr lang="en-AU" dirty="0" smtClean="0"/>
                <a:t>Identify &amp; index</a:t>
              </a:r>
              <a:endParaRPr lang="en-US" dirty="0"/>
            </a:p>
          </p:txBody>
        </p:sp>
      </p:grpSp>
      <p:grpSp>
        <p:nvGrpSpPr>
          <p:cNvPr id="25" name="Group 24"/>
          <p:cNvGrpSpPr/>
          <p:nvPr/>
        </p:nvGrpSpPr>
        <p:grpSpPr>
          <a:xfrm>
            <a:off x="3238706" y="2830110"/>
            <a:ext cx="1138578" cy="1447296"/>
            <a:chOff x="3431704" y="3559314"/>
            <a:chExt cx="1138578" cy="1447296"/>
          </a:xfrm>
        </p:grpSpPr>
        <p:grpSp>
          <p:nvGrpSpPr>
            <p:cNvPr id="9" name="Group 8"/>
            <p:cNvGrpSpPr>
              <a:grpSpLocks noChangeAspect="1"/>
            </p:cNvGrpSpPr>
            <p:nvPr/>
          </p:nvGrpSpPr>
          <p:grpSpPr>
            <a:xfrm>
              <a:off x="3431704" y="3559314"/>
              <a:ext cx="1002241" cy="864000"/>
              <a:chOff x="5819775" y="3189288"/>
              <a:chExt cx="552451" cy="476250"/>
            </a:xfrm>
          </p:grpSpPr>
          <p:sp>
            <p:nvSpPr>
              <p:cNvPr id="10" name="Freeform 9"/>
              <p:cNvSpPr>
                <a:spLocks noEditPoints="1"/>
              </p:cNvSpPr>
              <p:nvPr/>
            </p:nvSpPr>
            <p:spPr bwMode="auto">
              <a:xfrm>
                <a:off x="5819775" y="3249613"/>
                <a:ext cx="522288" cy="415925"/>
              </a:xfrm>
              <a:custGeom>
                <a:avLst/>
                <a:gdLst>
                  <a:gd name="T0" fmla="*/ 329 w 329"/>
                  <a:gd name="T1" fmla="*/ 262 h 262"/>
                  <a:gd name="T2" fmla="*/ 0 w 329"/>
                  <a:gd name="T3" fmla="*/ 262 h 262"/>
                  <a:gd name="T4" fmla="*/ 0 w 329"/>
                  <a:gd name="T5" fmla="*/ 0 h 262"/>
                  <a:gd name="T6" fmla="*/ 242 w 329"/>
                  <a:gd name="T7" fmla="*/ 0 h 262"/>
                  <a:gd name="T8" fmla="*/ 242 w 329"/>
                  <a:gd name="T9" fmla="*/ 20 h 262"/>
                  <a:gd name="T10" fmla="*/ 19 w 329"/>
                  <a:gd name="T11" fmla="*/ 20 h 262"/>
                  <a:gd name="T12" fmla="*/ 19 w 329"/>
                  <a:gd name="T13" fmla="*/ 243 h 262"/>
                  <a:gd name="T14" fmla="*/ 309 w 329"/>
                  <a:gd name="T15" fmla="*/ 243 h 262"/>
                  <a:gd name="T16" fmla="*/ 309 w 329"/>
                  <a:gd name="T17" fmla="*/ 68 h 262"/>
                  <a:gd name="T18" fmla="*/ 329 w 329"/>
                  <a:gd name="T19" fmla="*/ 68 h 262"/>
                  <a:gd name="T20" fmla="*/ 329 w 329"/>
                  <a:gd name="T21" fmla="*/ 262 h 262"/>
                  <a:gd name="T22" fmla="*/ 58 w 329"/>
                  <a:gd name="T23" fmla="*/ 194 h 262"/>
                  <a:gd name="T24" fmla="*/ 39 w 329"/>
                  <a:gd name="T25" fmla="*/ 194 h 262"/>
                  <a:gd name="T26" fmla="*/ 39 w 329"/>
                  <a:gd name="T27" fmla="*/ 223 h 262"/>
                  <a:gd name="T28" fmla="*/ 58 w 329"/>
                  <a:gd name="T29" fmla="*/ 223 h 262"/>
                  <a:gd name="T30" fmla="*/ 58 w 329"/>
                  <a:gd name="T31" fmla="*/ 194 h 262"/>
                  <a:gd name="T32" fmla="*/ 97 w 329"/>
                  <a:gd name="T33" fmla="*/ 165 h 262"/>
                  <a:gd name="T34" fmla="*/ 77 w 329"/>
                  <a:gd name="T35" fmla="*/ 165 h 262"/>
                  <a:gd name="T36" fmla="*/ 77 w 329"/>
                  <a:gd name="T37" fmla="*/ 223 h 262"/>
                  <a:gd name="T38" fmla="*/ 97 w 329"/>
                  <a:gd name="T39" fmla="*/ 223 h 262"/>
                  <a:gd name="T40" fmla="*/ 97 w 329"/>
                  <a:gd name="T41" fmla="*/ 165 h 262"/>
                  <a:gd name="T42" fmla="*/ 135 w 329"/>
                  <a:gd name="T43" fmla="*/ 126 h 262"/>
                  <a:gd name="T44" fmla="*/ 116 w 329"/>
                  <a:gd name="T45" fmla="*/ 126 h 262"/>
                  <a:gd name="T46" fmla="*/ 116 w 329"/>
                  <a:gd name="T47" fmla="*/ 223 h 262"/>
                  <a:gd name="T48" fmla="*/ 135 w 329"/>
                  <a:gd name="T49" fmla="*/ 223 h 262"/>
                  <a:gd name="T50" fmla="*/ 135 w 329"/>
                  <a:gd name="T51" fmla="*/ 126 h 262"/>
                  <a:gd name="T52" fmla="*/ 174 w 329"/>
                  <a:gd name="T53" fmla="*/ 146 h 262"/>
                  <a:gd name="T54" fmla="*/ 155 w 329"/>
                  <a:gd name="T55" fmla="*/ 146 h 262"/>
                  <a:gd name="T56" fmla="*/ 155 w 329"/>
                  <a:gd name="T57" fmla="*/ 223 h 262"/>
                  <a:gd name="T58" fmla="*/ 174 w 329"/>
                  <a:gd name="T59" fmla="*/ 223 h 262"/>
                  <a:gd name="T60" fmla="*/ 174 w 329"/>
                  <a:gd name="T61" fmla="*/ 146 h 262"/>
                  <a:gd name="T62" fmla="*/ 213 w 329"/>
                  <a:gd name="T63" fmla="*/ 165 h 262"/>
                  <a:gd name="T64" fmla="*/ 193 w 329"/>
                  <a:gd name="T65" fmla="*/ 165 h 262"/>
                  <a:gd name="T66" fmla="*/ 193 w 329"/>
                  <a:gd name="T67" fmla="*/ 223 h 262"/>
                  <a:gd name="T68" fmla="*/ 213 w 329"/>
                  <a:gd name="T69" fmla="*/ 223 h 262"/>
                  <a:gd name="T70" fmla="*/ 213 w 329"/>
                  <a:gd name="T71" fmla="*/ 165 h 262"/>
                  <a:gd name="T72" fmla="*/ 251 w 329"/>
                  <a:gd name="T73" fmla="*/ 146 h 262"/>
                  <a:gd name="T74" fmla="*/ 232 w 329"/>
                  <a:gd name="T75" fmla="*/ 146 h 262"/>
                  <a:gd name="T76" fmla="*/ 232 w 329"/>
                  <a:gd name="T77" fmla="*/ 223 h 262"/>
                  <a:gd name="T78" fmla="*/ 251 w 329"/>
                  <a:gd name="T79" fmla="*/ 223 h 262"/>
                  <a:gd name="T80" fmla="*/ 251 w 329"/>
                  <a:gd name="T81" fmla="*/ 146 h 262"/>
                  <a:gd name="T82" fmla="*/ 290 w 329"/>
                  <a:gd name="T83" fmla="*/ 117 h 262"/>
                  <a:gd name="T84" fmla="*/ 271 w 329"/>
                  <a:gd name="T85" fmla="*/ 117 h 262"/>
                  <a:gd name="T86" fmla="*/ 271 w 329"/>
                  <a:gd name="T87" fmla="*/ 223 h 262"/>
                  <a:gd name="T88" fmla="*/ 290 w 329"/>
                  <a:gd name="T89" fmla="*/ 223 h 262"/>
                  <a:gd name="T90" fmla="*/ 290 w 329"/>
                  <a:gd name="T91" fmla="*/ 11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9" h="262">
                    <a:moveTo>
                      <a:pt x="329" y="262"/>
                    </a:moveTo>
                    <a:lnTo>
                      <a:pt x="0" y="262"/>
                    </a:lnTo>
                    <a:lnTo>
                      <a:pt x="0" y="0"/>
                    </a:lnTo>
                    <a:lnTo>
                      <a:pt x="242" y="0"/>
                    </a:lnTo>
                    <a:lnTo>
                      <a:pt x="242" y="20"/>
                    </a:lnTo>
                    <a:lnTo>
                      <a:pt x="19" y="20"/>
                    </a:lnTo>
                    <a:lnTo>
                      <a:pt x="19" y="243"/>
                    </a:lnTo>
                    <a:lnTo>
                      <a:pt x="309" y="243"/>
                    </a:lnTo>
                    <a:lnTo>
                      <a:pt x="309" y="68"/>
                    </a:lnTo>
                    <a:lnTo>
                      <a:pt x="329" y="68"/>
                    </a:lnTo>
                    <a:lnTo>
                      <a:pt x="329" y="262"/>
                    </a:lnTo>
                    <a:close/>
                    <a:moveTo>
                      <a:pt x="58" y="194"/>
                    </a:moveTo>
                    <a:lnTo>
                      <a:pt x="39" y="194"/>
                    </a:lnTo>
                    <a:lnTo>
                      <a:pt x="39" y="223"/>
                    </a:lnTo>
                    <a:lnTo>
                      <a:pt x="58" y="223"/>
                    </a:lnTo>
                    <a:lnTo>
                      <a:pt x="58" y="194"/>
                    </a:lnTo>
                    <a:close/>
                    <a:moveTo>
                      <a:pt x="97" y="165"/>
                    </a:moveTo>
                    <a:lnTo>
                      <a:pt x="77" y="165"/>
                    </a:lnTo>
                    <a:lnTo>
                      <a:pt x="77" y="223"/>
                    </a:lnTo>
                    <a:lnTo>
                      <a:pt x="97" y="223"/>
                    </a:lnTo>
                    <a:lnTo>
                      <a:pt x="97" y="165"/>
                    </a:lnTo>
                    <a:close/>
                    <a:moveTo>
                      <a:pt x="135" y="126"/>
                    </a:moveTo>
                    <a:lnTo>
                      <a:pt x="116" y="126"/>
                    </a:lnTo>
                    <a:lnTo>
                      <a:pt x="116" y="223"/>
                    </a:lnTo>
                    <a:lnTo>
                      <a:pt x="135" y="223"/>
                    </a:lnTo>
                    <a:lnTo>
                      <a:pt x="135" y="126"/>
                    </a:lnTo>
                    <a:close/>
                    <a:moveTo>
                      <a:pt x="174" y="146"/>
                    </a:moveTo>
                    <a:lnTo>
                      <a:pt x="155" y="146"/>
                    </a:lnTo>
                    <a:lnTo>
                      <a:pt x="155" y="223"/>
                    </a:lnTo>
                    <a:lnTo>
                      <a:pt x="174" y="223"/>
                    </a:lnTo>
                    <a:lnTo>
                      <a:pt x="174" y="146"/>
                    </a:lnTo>
                    <a:close/>
                    <a:moveTo>
                      <a:pt x="213" y="165"/>
                    </a:moveTo>
                    <a:lnTo>
                      <a:pt x="193" y="165"/>
                    </a:lnTo>
                    <a:lnTo>
                      <a:pt x="193" y="223"/>
                    </a:lnTo>
                    <a:lnTo>
                      <a:pt x="213" y="223"/>
                    </a:lnTo>
                    <a:lnTo>
                      <a:pt x="213" y="165"/>
                    </a:lnTo>
                    <a:close/>
                    <a:moveTo>
                      <a:pt x="251" y="146"/>
                    </a:moveTo>
                    <a:lnTo>
                      <a:pt x="232" y="146"/>
                    </a:lnTo>
                    <a:lnTo>
                      <a:pt x="232" y="223"/>
                    </a:lnTo>
                    <a:lnTo>
                      <a:pt x="251" y="223"/>
                    </a:lnTo>
                    <a:lnTo>
                      <a:pt x="251" y="146"/>
                    </a:lnTo>
                    <a:close/>
                    <a:moveTo>
                      <a:pt x="290" y="117"/>
                    </a:moveTo>
                    <a:lnTo>
                      <a:pt x="271" y="117"/>
                    </a:lnTo>
                    <a:lnTo>
                      <a:pt x="271" y="223"/>
                    </a:lnTo>
                    <a:lnTo>
                      <a:pt x="290" y="223"/>
                    </a:lnTo>
                    <a:lnTo>
                      <a:pt x="29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0"/>
              <p:cNvSpPr>
                <a:spLocks/>
              </p:cNvSpPr>
              <p:nvPr/>
            </p:nvSpPr>
            <p:spPr bwMode="auto">
              <a:xfrm>
                <a:off x="5881688" y="3189288"/>
                <a:ext cx="490538" cy="346075"/>
              </a:xfrm>
              <a:custGeom>
                <a:avLst/>
                <a:gdLst>
                  <a:gd name="T0" fmla="*/ 309 w 309"/>
                  <a:gd name="T1" fmla="*/ 0 h 218"/>
                  <a:gd name="T2" fmla="*/ 309 w 309"/>
                  <a:gd name="T3" fmla="*/ 77 h 218"/>
                  <a:gd name="T4" fmla="*/ 290 w 309"/>
                  <a:gd name="T5" fmla="*/ 77 h 218"/>
                  <a:gd name="T6" fmla="*/ 290 w 309"/>
                  <a:gd name="T7" fmla="*/ 34 h 218"/>
                  <a:gd name="T8" fmla="*/ 169 w 309"/>
                  <a:gd name="T9" fmla="*/ 174 h 218"/>
                  <a:gd name="T10" fmla="*/ 106 w 309"/>
                  <a:gd name="T11" fmla="*/ 111 h 218"/>
                  <a:gd name="T12" fmla="*/ 0 w 309"/>
                  <a:gd name="T13" fmla="*/ 218 h 218"/>
                  <a:gd name="T14" fmla="*/ 0 w 309"/>
                  <a:gd name="T15" fmla="*/ 189 h 218"/>
                  <a:gd name="T16" fmla="*/ 106 w 309"/>
                  <a:gd name="T17" fmla="*/ 82 h 218"/>
                  <a:gd name="T18" fmla="*/ 169 w 309"/>
                  <a:gd name="T19" fmla="*/ 145 h 218"/>
                  <a:gd name="T20" fmla="*/ 275 w 309"/>
                  <a:gd name="T21" fmla="*/ 19 h 218"/>
                  <a:gd name="T22" fmla="*/ 232 w 309"/>
                  <a:gd name="T23" fmla="*/ 19 h 218"/>
                  <a:gd name="T24" fmla="*/ 232 w 309"/>
                  <a:gd name="T25" fmla="*/ 0 h 218"/>
                  <a:gd name="T26" fmla="*/ 309 w 309"/>
                  <a:gd name="T2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9" h="218">
                    <a:moveTo>
                      <a:pt x="309" y="0"/>
                    </a:moveTo>
                    <a:lnTo>
                      <a:pt x="309" y="77"/>
                    </a:lnTo>
                    <a:lnTo>
                      <a:pt x="290" y="77"/>
                    </a:lnTo>
                    <a:lnTo>
                      <a:pt x="290" y="34"/>
                    </a:lnTo>
                    <a:lnTo>
                      <a:pt x="169" y="174"/>
                    </a:lnTo>
                    <a:lnTo>
                      <a:pt x="106" y="111"/>
                    </a:lnTo>
                    <a:lnTo>
                      <a:pt x="0" y="218"/>
                    </a:lnTo>
                    <a:lnTo>
                      <a:pt x="0" y="189"/>
                    </a:lnTo>
                    <a:lnTo>
                      <a:pt x="106" y="82"/>
                    </a:lnTo>
                    <a:lnTo>
                      <a:pt x="169" y="145"/>
                    </a:lnTo>
                    <a:lnTo>
                      <a:pt x="275" y="19"/>
                    </a:lnTo>
                    <a:lnTo>
                      <a:pt x="232" y="19"/>
                    </a:lnTo>
                    <a:lnTo>
                      <a:pt x="232" y="0"/>
                    </a:lnTo>
                    <a:lnTo>
                      <a:pt x="30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0" name="TextBox 19"/>
            <p:cNvSpPr txBox="1"/>
            <p:nvPr/>
          </p:nvSpPr>
          <p:spPr>
            <a:xfrm>
              <a:off x="3507383" y="4605603"/>
              <a:ext cx="1062899" cy="401007"/>
            </a:xfrm>
            <a:prstGeom prst="rect">
              <a:avLst/>
            </a:prstGeom>
            <a:noFill/>
          </p:spPr>
          <p:txBody>
            <a:bodyPr wrap="square" lIns="0" tIns="0" rIns="0" bIns="0" rtlCol="0">
              <a:noAutofit/>
            </a:bodyPr>
            <a:lstStyle/>
            <a:p>
              <a:pPr>
                <a:lnSpc>
                  <a:spcPct val="90000"/>
                </a:lnSpc>
              </a:pPr>
              <a:r>
                <a:rPr lang="en-AU" dirty="0" err="1" smtClean="0"/>
                <a:t>Analyze</a:t>
              </a:r>
              <a:endParaRPr lang="en-US" dirty="0"/>
            </a:p>
          </p:txBody>
        </p:sp>
      </p:grpSp>
      <p:grpSp>
        <p:nvGrpSpPr>
          <p:cNvPr id="26" name="Group 25"/>
          <p:cNvGrpSpPr/>
          <p:nvPr/>
        </p:nvGrpSpPr>
        <p:grpSpPr>
          <a:xfrm>
            <a:off x="5393141" y="2818110"/>
            <a:ext cx="1062899" cy="1450474"/>
            <a:chOff x="5371673" y="3556136"/>
            <a:chExt cx="1062899" cy="1450474"/>
          </a:xfrm>
        </p:grpSpPr>
        <p:grpSp>
          <p:nvGrpSpPr>
            <p:cNvPr id="12" name="Group 11"/>
            <p:cNvGrpSpPr>
              <a:grpSpLocks noChangeAspect="1"/>
            </p:cNvGrpSpPr>
            <p:nvPr/>
          </p:nvGrpSpPr>
          <p:grpSpPr>
            <a:xfrm>
              <a:off x="5426557" y="3556136"/>
              <a:ext cx="863999" cy="863998"/>
              <a:chOff x="5867089" y="3152776"/>
              <a:chExt cx="552450" cy="552450"/>
            </a:xfrm>
          </p:grpSpPr>
          <p:sp>
            <p:nvSpPr>
              <p:cNvPr id="13" name="Freeform 21"/>
              <p:cNvSpPr>
                <a:spLocks noEditPoints="1"/>
              </p:cNvSpPr>
              <p:nvPr/>
            </p:nvSpPr>
            <p:spPr bwMode="auto">
              <a:xfrm>
                <a:off x="5867089" y="3152776"/>
                <a:ext cx="552450" cy="552450"/>
              </a:xfrm>
              <a:custGeom>
                <a:avLst/>
                <a:gdLst>
                  <a:gd name="T0" fmla="*/ 118 w 144"/>
                  <a:gd name="T1" fmla="*/ 52 h 144"/>
                  <a:gd name="T2" fmla="*/ 98 w 144"/>
                  <a:gd name="T3" fmla="*/ 70 h 144"/>
                  <a:gd name="T4" fmla="*/ 105 w 144"/>
                  <a:gd name="T5" fmla="*/ 52 h 144"/>
                  <a:gd name="T6" fmla="*/ 96 w 144"/>
                  <a:gd name="T7" fmla="*/ 52 h 144"/>
                  <a:gd name="T8" fmla="*/ 103 w 144"/>
                  <a:gd name="T9" fmla="*/ 44 h 144"/>
                  <a:gd name="T10" fmla="*/ 118 w 144"/>
                  <a:gd name="T11" fmla="*/ 44 h 144"/>
                  <a:gd name="T12" fmla="*/ 118 w 144"/>
                  <a:gd name="T13" fmla="*/ 8 h 144"/>
                  <a:gd name="T14" fmla="*/ 47 w 144"/>
                  <a:gd name="T15" fmla="*/ 20 h 144"/>
                  <a:gd name="T16" fmla="*/ 64 w 144"/>
                  <a:gd name="T17" fmla="*/ 28 h 144"/>
                  <a:gd name="T18" fmla="*/ 8 w 144"/>
                  <a:gd name="T19" fmla="*/ 46 h 144"/>
                  <a:gd name="T20" fmla="*/ 36 w 144"/>
                  <a:gd name="T21" fmla="*/ 64 h 144"/>
                  <a:gd name="T22" fmla="*/ 26 w 144"/>
                  <a:gd name="T23" fmla="*/ 72 h 144"/>
                  <a:gd name="T24" fmla="*/ 26 w 144"/>
                  <a:gd name="T25" fmla="*/ 20 h 144"/>
                  <a:gd name="T26" fmla="*/ 64 w 144"/>
                  <a:gd name="T27" fmla="*/ 0 h 144"/>
                  <a:gd name="T28" fmla="*/ 144 w 144"/>
                  <a:gd name="T29" fmla="*/ 26 h 144"/>
                  <a:gd name="T30" fmla="*/ 68 w 144"/>
                  <a:gd name="T31" fmla="*/ 42 h 144"/>
                  <a:gd name="T32" fmla="*/ 68 w 144"/>
                  <a:gd name="T33" fmla="*/ 72 h 144"/>
                  <a:gd name="T34" fmla="*/ 75 w 144"/>
                  <a:gd name="T35" fmla="*/ 57 h 144"/>
                  <a:gd name="T36" fmla="*/ 61 w 144"/>
                  <a:gd name="T37" fmla="*/ 57 h 144"/>
                  <a:gd name="T38" fmla="*/ 75 w 144"/>
                  <a:gd name="T39" fmla="*/ 57 h 144"/>
                  <a:gd name="T40" fmla="*/ 44 w 144"/>
                  <a:gd name="T41" fmla="*/ 76 h 144"/>
                  <a:gd name="T42" fmla="*/ 52 w 144"/>
                  <a:gd name="T43" fmla="*/ 100 h 144"/>
                  <a:gd name="T44" fmla="*/ 84 w 144"/>
                  <a:gd name="T45" fmla="*/ 84 h 144"/>
                  <a:gd name="T46" fmla="*/ 92 w 144"/>
                  <a:gd name="T47" fmla="*/ 100 h 144"/>
                  <a:gd name="T48" fmla="*/ 39 w 144"/>
                  <a:gd name="T49" fmla="*/ 101 h 144"/>
                  <a:gd name="T50" fmla="*/ 9 w 144"/>
                  <a:gd name="T51" fmla="*/ 101 h 144"/>
                  <a:gd name="T52" fmla="*/ 39 w 144"/>
                  <a:gd name="T53" fmla="*/ 101 h 144"/>
                  <a:gd name="T54" fmla="*/ 24 w 144"/>
                  <a:gd name="T55" fmla="*/ 108 h 144"/>
                  <a:gd name="T56" fmla="*/ 24 w 144"/>
                  <a:gd name="T57" fmla="*/ 94 h 144"/>
                  <a:gd name="T58" fmla="*/ 48 w 144"/>
                  <a:gd name="T59" fmla="*/ 120 h 144"/>
                  <a:gd name="T60" fmla="*/ 0 w 144"/>
                  <a:gd name="T61" fmla="*/ 144 h 144"/>
                  <a:gd name="T62" fmla="*/ 8 w 144"/>
                  <a:gd name="T63" fmla="*/ 128 h 144"/>
                  <a:gd name="T64" fmla="*/ 40 w 144"/>
                  <a:gd name="T65" fmla="*/ 144 h 144"/>
                  <a:gd name="T66" fmla="*/ 48 w 144"/>
                  <a:gd name="T67" fmla="*/ 120 h 144"/>
                  <a:gd name="T68" fmla="*/ 112 w 144"/>
                  <a:gd name="T69" fmla="*/ 86 h 144"/>
                  <a:gd name="T70" fmla="*/ 112 w 144"/>
                  <a:gd name="T71" fmla="*/ 116 h 144"/>
                  <a:gd name="T72" fmla="*/ 119 w 144"/>
                  <a:gd name="T73" fmla="*/ 101 h 144"/>
                  <a:gd name="T74" fmla="*/ 105 w 144"/>
                  <a:gd name="T75" fmla="*/ 101 h 144"/>
                  <a:gd name="T76" fmla="*/ 119 w 144"/>
                  <a:gd name="T77" fmla="*/ 101 h 144"/>
                  <a:gd name="T78" fmla="*/ 88 w 144"/>
                  <a:gd name="T79" fmla="*/ 120 h 144"/>
                  <a:gd name="T80" fmla="*/ 96 w 144"/>
                  <a:gd name="T81" fmla="*/ 144 h 144"/>
                  <a:gd name="T82" fmla="*/ 128 w 144"/>
                  <a:gd name="T83" fmla="*/ 128 h 144"/>
                  <a:gd name="T84" fmla="*/ 136 w 144"/>
                  <a:gd name="T85"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4" h="144">
                    <a:moveTo>
                      <a:pt x="144" y="26"/>
                    </a:moveTo>
                    <a:cubicBezTo>
                      <a:pt x="144" y="40"/>
                      <a:pt x="132" y="52"/>
                      <a:pt x="118" y="52"/>
                    </a:cubicBezTo>
                    <a:cubicBezTo>
                      <a:pt x="113" y="52"/>
                      <a:pt x="113" y="52"/>
                      <a:pt x="113" y="52"/>
                    </a:cubicBezTo>
                    <a:cubicBezTo>
                      <a:pt x="111" y="60"/>
                      <a:pt x="106" y="67"/>
                      <a:pt x="98" y="70"/>
                    </a:cubicBezTo>
                    <a:cubicBezTo>
                      <a:pt x="95" y="62"/>
                      <a:pt x="95" y="62"/>
                      <a:pt x="95" y="62"/>
                    </a:cubicBezTo>
                    <a:cubicBezTo>
                      <a:pt x="100" y="60"/>
                      <a:pt x="103" y="57"/>
                      <a:pt x="105" y="52"/>
                    </a:cubicBezTo>
                    <a:cubicBezTo>
                      <a:pt x="103" y="52"/>
                      <a:pt x="103" y="52"/>
                      <a:pt x="103" y="52"/>
                    </a:cubicBezTo>
                    <a:cubicBezTo>
                      <a:pt x="96" y="52"/>
                      <a:pt x="96" y="52"/>
                      <a:pt x="96" y="52"/>
                    </a:cubicBezTo>
                    <a:cubicBezTo>
                      <a:pt x="96" y="44"/>
                      <a:pt x="96" y="44"/>
                      <a:pt x="96" y="44"/>
                    </a:cubicBezTo>
                    <a:cubicBezTo>
                      <a:pt x="103" y="44"/>
                      <a:pt x="103" y="44"/>
                      <a:pt x="103" y="44"/>
                    </a:cubicBezTo>
                    <a:cubicBezTo>
                      <a:pt x="110" y="44"/>
                      <a:pt x="110" y="44"/>
                      <a:pt x="110" y="44"/>
                    </a:cubicBezTo>
                    <a:cubicBezTo>
                      <a:pt x="118" y="44"/>
                      <a:pt x="118" y="44"/>
                      <a:pt x="118" y="44"/>
                    </a:cubicBezTo>
                    <a:cubicBezTo>
                      <a:pt x="128" y="44"/>
                      <a:pt x="136" y="36"/>
                      <a:pt x="136" y="26"/>
                    </a:cubicBezTo>
                    <a:cubicBezTo>
                      <a:pt x="136" y="16"/>
                      <a:pt x="128" y="8"/>
                      <a:pt x="118" y="8"/>
                    </a:cubicBezTo>
                    <a:cubicBezTo>
                      <a:pt x="64" y="8"/>
                      <a:pt x="64" y="8"/>
                      <a:pt x="64" y="8"/>
                    </a:cubicBezTo>
                    <a:cubicBezTo>
                      <a:pt x="56" y="8"/>
                      <a:pt x="50" y="13"/>
                      <a:pt x="47" y="20"/>
                    </a:cubicBezTo>
                    <a:cubicBezTo>
                      <a:pt x="64" y="20"/>
                      <a:pt x="64" y="20"/>
                      <a:pt x="64" y="20"/>
                    </a:cubicBezTo>
                    <a:cubicBezTo>
                      <a:pt x="64" y="28"/>
                      <a:pt x="64" y="28"/>
                      <a:pt x="64" y="28"/>
                    </a:cubicBezTo>
                    <a:cubicBezTo>
                      <a:pt x="26" y="28"/>
                      <a:pt x="26" y="28"/>
                      <a:pt x="26" y="28"/>
                    </a:cubicBezTo>
                    <a:cubicBezTo>
                      <a:pt x="16" y="28"/>
                      <a:pt x="8" y="36"/>
                      <a:pt x="8" y="46"/>
                    </a:cubicBezTo>
                    <a:cubicBezTo>
                      <a:pt x="8" y="56"/>
                      <a:pt x="16" y="64"/>
                      <a:pt x="26" y="64"/>
                    </a:cubicBezTo>
                    <a:cubicBezTo>
                      <a:pt x="36" y="64"/>
                      <a:pt x="36" y="64"/>
                      <a:pt x="36" y="64"/>
                    </a:cubicBezTo>
                    <a:cubicBezTo>
                      <a:pt x="36" y="72"/>
                      <a:pt x="36" y="72"/>
                      <a:pt x="36" y="72"/>
                    </a:cubicBezTo>
                    <a:cubicBezTo>
                      <a:pt x="26" y="72"/>
                      <a:pt x="26" y="72"/>
                      <a:pt x="26" y="72"/>
                    </a:cubicBezTo>
                    <a:cubicBezTo>
                      <a:pt x="12" y="72"/>
                      <a:pt x="0" y="60"/>
                      <a:pt x="0" y="46"/>
                    </a:cubicBezTo>
                    <a:cubicBezTo>
                      <a:pt x="0" y="32"/>
                      <a:pt x="12" y="20"/>
                      <a:pt x="26" y="20"/>
                    </a:cubicBezTo>
                    <a:cubicBezTo>
                      <a:pt x="39" y="20"/>
                      <a:pt x="39" y="20"/>
                      <a:pt x="39" y="20"/>
                    </a:cubicBezTo>
                    <a:cubicBezTo>
                      <a:pt x="41" y="8"/>
                      <a:pt x="52" y="0"/>
                      <a:pt x="64" y="0"/>
                    </a:cubicBezTo>
                    <a:cubicBezTo>
                      <a:pt x="118" y="0"/>
                      <a:pt x="118" y="0"/>
                      <a:pt x="118" y="0"/>
                    </a:cubicBezTo>
                    <a:cubicBezTo>
                      <a:pt x="132" y="0"/>
                      <a:pt x="144" y="12"/>
                      <a:pt x="144" y="26"/>
                    </a:cubicBezTo>
                    <a:close/>
                    <a:moveTo>
                      <a:pt x="83" y="57"/>
                    </a:moveTo>
                    <a:cubicBezTo>
                      <a:pt x="83" y="49"/>
                      <a:pt x="76" y="42"/>
                      <a:pt x="68" y="42"/>
                    </a:cubicBezTo>
                    <a:cubicBezTo>
                      <a:pt x="60" y="42"/>
                      <a:pt x="53" y="49"/>
                      <a:pt x="53" y="57"/>
                    </a:cubicBezTo>
                    <a:cubicBezTo>
                      <a:pt x="53" y="65"/>
                      <a:pt x="60" y="72"/>
                      <a:pt x="68" y="72"/>
                    </a:cubicBezTo>
                    <a:cubicBezTo>
                      <a:pt x="76" y="72"/>
                      <a:pt x="83" y="65"/>
                      <a:pt x="83" y="57"/>
                    </a:cubicBezTo>
                    <a:close/>
                    <a:moveTo>
                      <a:pt x="75" y="57"/>
                    </a:moveTo>
                    <a:cubicBezTo>
                      <a:pt x="75" y="61"/>
                      <a:pt x="72" y="64"/>
                      <a:pt x="68" y="64"/>
                    </a:cubicBezTo>
                    <a:cubicBezTo>
                      <a:pt x="64" y="64"/>
                      <a:pt x="61" y="61"/>
                      <a:pt x="61" y="57"/>
                    </a:cubicBezTo>
                    <a:cubicBezTo>
                      <a:pt x="61" y="53"/>
                      <a:pt x="64" y="50"/>
                      <a:pt x="68" y="50"/>
                    </a:cubicBezTo>
                    <a:cubicBezTo>
                      <a:pt x="72" y="50"/>
                      <a:pt x="75" y="53"/>
                      <a:pt x="75" y="57"/>
                    </a:cubicBezTo>
                    <a:close/>
                    <a:moveTo>
                      <a:pt x="92" y="76"/>
                    </a:moveTo>
                    <a:cubicBezTo>
                      <a:pt x="44" y="76"/>
                      <a:pt x="44" y="76"/>
                      <a:pt x="44" y="76"/>
                    </a:cubicBezTo>
                    <a:cubicBezTo>
                      <a:pt x="44" y="100"/>
                      <a:pt x="44" y="100"/>
                      <a:pt x="44" y="100"/>
                    </a:cubicBezTo>
                    <a:cubicBezTo>
                      <a:pt x="52" y="100"/>
                      <a:pt x="52" y="100"/>
                      <a:pt x="52" y="100"/>
                    </a:cubicBezTo>
                    <a:cubicBezTo>
                      <a:pt x="52" y="84"/>
                      <a:pt x="52" y="84"/>
                      <a:pt x="52" y="84"/>
                    </a:cubicBezTo>
                    <a:cubicBezTo>
                      <a:pt x="84" y="84"/>
                      <a:pt x="84" y="84"/>
                      <a:pt x="84" y="84"/>
                    </a:cubicBezTo>
                    <a:cubicBezTo>
                      <a:pt x="84" y="100"/>
                      <a:pt x="84" y="100"/>
                      <a:pt x="84" y="100"/>
                    </a:cubicBezTo>
                    <a:cubicBezTo>
                      <a:pt x="92" y="100"/>
                      <a:pt x="92" y="100"/>
                      <a:pt x="92" y="100"/>
                    </a:cubicBezTo>
                    <a:lnTo>
                      <a:pt x="92" y="76"/>
                    </a:lnTo>
                    <a:close/>
                    <a:moveTo>
                      <a:pt x="39" y="101"/>
                    </a:moveTo>
                    <a:cubicBezTo>
                      <a:pt x="39" y="93"/>
                      <a:pt x="32" y="86"/>
                      <a:pt x="24" y="86"/>
                    </a:cubicBezTo>
                    <a:cubicBezTo>
                      <a:pt x="16" y="86"/>
                      <a:pt x="9" y="93"/>
                      <a:pt x="9" y="101"/>
                    </a:cubicBezTo>
                    <a:cubicBezTo>
                      <a:pt x="9" y="109"/>
                      <a:pt x="16" y="116"/>
                      <a:pt x="24" y="116"/>
                    </a:cubicBezTo>
                    <a:cubicBezTo>
                      <a:pt x="32" y="116"/>
                      <a:pt x="39" y="109"/>
                      <a:pt x="39" y="101"/>
                    </a:cubicBezTo>
                    <a:close/>
                    <a:moveTo>
                      <a:pt x="31" y="101"/>
                    </a:moveTo>
                    <a:cubicBezTo>
                      <a:pt x="31" y="105"/>
                      <a:pt x="28" y="108"/>
                      <a:pt x="24" y="108"/>
                    </a:cubicBezTo>
                    <a:cubicBezTo>
                      <a:pt x="20" y="108"/>
                      <a:pt x="17" y="105"/>
                      <a:pt x="17" y="101"/>
                    </a:cubicBezTo>
                    <a:cubicBezTo>
                      <a:pt x="17" y="97"/>
                      <a:pt x="20" y="94"/>
                      <a:pt x="24" y="94"/>
                    </a:cubicBezTo>
                    <a:cubicBezTo>
                      <a:pt x="28" y="94"/>
                      <a:pt x="31" y="97"/>
                      <a:pt x="31" y="101"/>
                    </a:cubicBezTo>
                    <a:close/>
                    <a:moveTo>
                      <a:pt x="48" y="120"/>
                    </a:moveTo>
                    <a:cubicBezTo>
                      <a:pt x="0" y="120"/>
                      <a:pt x="0" y="120"/>
                      <a:pt x="0" y="120"/>
                    </a:cubicBezTo>
                    <a:cubicBezTo>
                      <a:pt x="0" y="144"/>
                      <a:pt x="0" y="144"/>
                      <a:pt x="0" y="144"/>
                    </a:cubicBezTo>
                    <a:cubicBezTo>
                      <a:pt x="8" y="144"/>
                      <a:pt x="8" y="144"/>
                      <a:pt x="8" y="144"/>
                    </a:cubicBezTo>
                    <a:cubicBezTo>
                      <a:pt x="8" y="128"/>
                      <a:pt x="8" y="128"/>
                      <a:pt x="8" y="128"/>
                    </a:cubicBezTo>
                    <a:cubicBezTo>
                      <a:pt x="40" y="128"/>
                      <a:pt x="40" y="128"/>
                      <a:pt x="40" y="128"/>
                    </a:cubicBezTo>
                    <a:cubicBezTo>
                      <a:pt x="40" y="144"/>
                      <a:pt x="40" y="144"/>
                      <a:pt x="40" y="144"/>
                    </a:cubicBezTo>
                    <a:cubicBezTo>
                      <a:pt x="48" y="144"/>
                      <a:pt x="48" y="144"/>
                      <a:pt x="48" y="144"/>
                    </a:cubicBezTo>
                    <a:lnTo>
                      <a:pt x="48" y="120"/>
                    </a:lnTo>
                    <a:close/>
                    <a:moveTo>
                      <a:pt x="127" y="101"/>
                    </a:moveTo>
                    <a:cubicBezTo>
                      <a:pt x="127" y="93"/>
                      <a:pt x="120" y="86"/>
                      <a:pt x="112" y="86"/>
                    </a:cubicBezTo>
                    <a:cubicBezTo>
                      <a:pt x="104" y="86"/>
                      <a:pt x="97" y="93"/>
                      <a:pt x="97" y="101"/>
                    </a:cubicBezTo>
                    <a:cubicBezTo>
                      <a:pt x="97" y="109"/>
                      <a:pt x="104" y="116"/>
                      <a:pt x="112" y="116"/>
                    </a:cubicBezTo>
                    <a:cubicBezTo>
                      <a:pt x="120" y="116"/>
                      <a:pt x="127" y="109"/>
                      <a:pt x="127" y="101"/>
                    </a:cubicBezTo>
                    <a:close/>
                    <a:moveTo>
                      <a:pt x="119" y="101"/>
                    </a:moveTo>
                    <a:cubicBezTo>
                      <a:pt x="119" y="105"/>
                      <a:pt x="116" y="108"/>
                      <a:pt x="112" y="108"/>
                    </a:cubicBezTo>
                    <a:cubicBezTo>
                      <a:pt x="108" y="108"/>
                      <a:pt x="105" y="105"/>
                      <a:pt x="105" y="101"/>
                    </a:cubicBezTo>
                    <a:cubicBezTo>
                      <a:pt x="105" y="97"/>
                      <a:pt x="108" y="94"/>
                      <a:pt x="112" y="94"/>
                    </a:cubicBezTo>
                    <a:cubicBezTo>
                      <a:pt x="116" y="94"/>
                      <a:pt x="119" y="97"/>
                      <a:pt x="119" y="101"/>
                    </a:cubicBezTo>
                    <a:close/>
                    <a:moveTo>
                      <a:pt x="136" y="120"/>
                    </a:moveTo>
                    <a:cubicBezTo>
                      <a:pt x="88" y="120"/>
                      <a:pt x="88" y="120"/>
                      <a:pt x="88" y="120"/>
                    </a:cubicBezTo>
                    <a:cubicBezTo>
                      <a:pt x="88" y="144"/>
                      <a:pt x="88" y="144"/>
                      <a:pt x="88" y="144"/>
                    </a:cubicBezTo>
                    <a:cubicBezTo>
                      <a:pt x="96" y="144"/>
                      <a:pt x="96" y="144"/>
                      <a:pt x="96" y="144"/>
                    </a:cubicBezTo>
                    <a:cubicBezTo>
                      <a:pt x="96" y="128"/>
                      <a:pt x="96" y="128"/>
                      <a:pt x="96" y="128"/>
                    </a:cubicBezTo>
                    <a:cubicBezTo>
                      <a:pt x="128" y="128"/>
                      <a:pt x="128" y="128"/>
                      <a:pt x="128" y="128"/>
                    </a:cubicBezTo>
                    <a:cubicBezTo>
                      <a:pt x="128" y="144"/>
                      <a:pt x="128" y="144"/>
                      <a:pt x="128" y="144"/>
                    </a:cubicBezTo>
                    <a:cubicBezTo>
                      <a:pt x="136" y="144"/>
                      <a:pt x="136" y="144"/>
                      <a:pt x="136" y="144"/>
                    </a:cubicBezTo>
                    <a:lnTo>
                      <a:pt x="136"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22"/>
              <p:cNvSpPr>
                <a:spLocks noEditPoints="1"/>
              </p:cNvSpPr>
              <p:nvPr/>
            </p:nvSpPr>
            <p:spPr bwMode="auto">
              <a:xfrm>
                <a:off x="5943719" y="3490702"/>
                <a:ext cx="368300" cy="214313"/>
              </a:xfrm>
              <a:custGeom>
                <a:avLst/>
                <a:gdLst>
                  <a:gd name="T0" fmla="*/ 126 w 232"/>
                  <a:gd name="T1" fmla="*/ 29 h 135"/>
                  <a:gd name="T2" fmla="*/ 107 w 232"/>
                  <a:gd name="T3" fmla="*/ 29 h 135"/>
                  <a:gd name="T4" fmla="*/ 107 w 232"/>
                  <a:gd name="T5" fmla="*/ 0 h 135"/>
                  <a:gd name="T6" fmla="*/ 126 w 232"/>
                  <a:gd name="T7" fmla="*/ 0 h 135"/>
                  <a:gd name="T8" fmla="*/ 126 w 232"/>
                  <a:gd name="T9" fmla="*/ 29 h 135"/>
                  <a:gd name="T10" fmla="*/ 20 w 232"/>
                  <a:gd name="T11" fmla="*/ 106 h 135"/>
                  <a:gd name="T12" fmla="*/ 0 w 232"/>
                  <a:gd name="T13" fmla="*/ 106 h 135"/>
                  <a:gd name="T14" fmla="*/ 0 w 232"/>
                  <a:gd name="T15" fmla="*/ 135 h 135"/>
                  <a:gd name="T16" fmla="*/ 20 w 232"/>
                  <a:gd name="T17" fmla="*/ 135 h 135"/>
                  <a:gd name="T18" fmla="*/ 20 w 232"/>
                  <a:gd name="T19" fmla="*/ 106 h 135"/>
                  <a:gd name="T20" fmla="*/ 232 w 232"/>
                  <a:gd name="T21" fmla="*/ 106 h 135"/>
                  <a:gd name="T22" fmla="*/ 213 w 232"/>
                  <a:gd name="T23" fmla="*/ 106 h 135"/>
                  <a:gd name="T24" fmla="*/ 213 w 232"/>
                  <a:gd name="T25" fmla="*/ 135 h 135"/>
                  <a:gd name="T26" fmla="*/ 232 w 232"/>
                  <a:gd name="T27" fmla="*/ 135 h 135"/>
                  <a:gd name="T28" fmla="*/ 232 w 232"/>
                  <a:gd name="T29" fmla="*/ 10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2" h="135">
                    <a:moveTo>
                      <a:pt x="126" y="29"/>
                    </a:moveTo>
                    <a:lnTo>
                      <a:pt x="107" y="29"/>
                    </a:lnTo>
                    <a:lnTo>
                      <a:pt x="107" y="0"/>
                    </a:lnTo>
                    <a:lnTo>
                      <a:pt x="126" y="0"/>
                    </a:lnTo>
                    <a:lnTo>
                      <a:pt x="126" y="29"/>
                    </a:lnTo>
                    <a:close/>
                    <a:moveTo>
                      <a:pt x="20" y="106"/>
                    </a:moveTo>
                    <a:lnTo>
                      <a:pt x="0" y="106"/>
                    </a:lnTo>
                    <a:lnTo>
                      <a:pt x="0" y="135"/>
                    </a:lnTo>
                    <a:lnTo>
                      <a:pt x="20" y="135"/>
                    </a:lnTo>
                    <a:lnTo>
                      <a:pt x="20" y="106"/>
                    </a:lnTo>
                    <a:close/>
                    <a:moveTo>
                      <a:pt x="232" y="106"/>
                    </a:moveTo>
                    <a:lnTo>
                      <a:pt x="213" y="106"/>
                    </a:lnTo>
                    <a:lnTo>
                      <a:pt x="213" y="135"/>
                    </a:lnTo>
                    <a:lnTo>
                      <a:pt x="232" y="135"/>
                    </a:lnTo>
                    <a:lnTo>
                      <a:pt x="232" y="10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1" name="TextBox 20"/>
            <p:cNvSpPr txBox="1"/>
            <p:nvPr/>
          </p:nvSpPr>
          <p:spPr>
            <a:xfrm>
              <a:off x="5371673" y="4605603"/>
              <a:ext cx="1062899" cy="401007"/>
            </a:xfrm>
            <a:prstGeom prst="rect">
              <a:avLst/>
            </a:prstGeom>
            <a:noFill/>
          </p:spPr>
          <p:txBody>
            <a:bodyPr wrap="square" lIns="0" tIns="0" rIns="0" bIns="0" rtlCol="0">
              <a:noAutofit/>
            </a:bodyPr>
            <a:lstStyle/>
            <a:p>
              <a:pPr>
                <a:lnSpc>
                  <a:spcPct val="90000"/>
                </a:lnSpc>
              </a:pPr>
              <a:r>
                <a:rPr lang="en-AU" dirty="0" smtClean="0"/>
                <a:t>Organize</a:t>
              </a:r>
              <a:endParaRPr lang="en-US" dirty="0"/>
            </a:p>
          </p:txBody>
        </p:sp>
      </p:grpSp>
      <p:grpSp>
        <p:nvGrpSpPr>
          <p:cNvPr id="27" name="Group 26"/>
          <p:cNvGrpSpPr/>
          <p:nvPr/>
        </p:nvGrpSpPr>
        <p:grpSpPr>
          <a:xfrm>
            <a:off x="7569014" y="1844824"/>
            <a:ext cx="1105208" cy="1337111"/>
            <a:chOff x="7234869" y="3355706"/>
            <a:chExt cx="1105208" cy="1337111"/>
          </a:xfrm>
        </p:grpSpPr>
        <p:sp>
          <p:nvSpPr>
            <p:cNvPr id="18" name="Freeform 78"/>
            <p:cNvSpPr>
              <a:spLocks noChangeAspect="1" noEditPoints="1"/>
            </p:cNvSpPr>
            <p:nvPr/>
          </p:nvSpPr>
          <p:spPr bwMode="auto">
            <a:xfrm>
              <a:off x="7234869" y="3355706"/>
              <a:ext cx="876597" cy="864000"/>
            </a:xfrm>
            <a:custGeom>
              <a:avLst/>
              <a:gdLst>
                <a:gd name="T0" fmla="*/ 189 w 348"/>
                <a:gd name="T1" fmla="*/ 116 h 343"/>
                <a:gd name="T2" fmla="*/ 222 w 348"/>
                <a:gd name="T3" fmla="*/ 123 h 343"/>
                <a:gd name="T4" fmla="*/ 174 w 348"/>
                <a:gd name="T5" fmla="*/ 39 h 343"/>
                <a:gd name="T6" fmla="*/ 114 w 348"/>
                <a:gd name="T7" fmla="*/ 147 h 343"/>
                <a:gd name="T8" fmla="*/ 97 w 348"/>
                <a:gd name="T9" fmla="*/ 138 h 343"/>
                <a:gd name="T10" fmla="*/ 174 w 348"/>
                <a:gd name="T11" fmla="*/ 0 h 343"/>
                <a:gd name="T12" fmla="*/ 239 w 348"/>
                <a:gd name="T13" fmla="*/ 114 h 343"/>
                <a:gd name="T14" fmla="*/ 249 w 348"/>
                <a:gd name="T15" fmla="*/ 82 h 343"/>
                <a:gd name="T16" fmla="*/ 268 w 348"/>
                <a:gd name="T17" fmla="*/ 87 h 343"/>
                <a:gd name="T18" fmla="*/ 249 w 348"/>
                <a:gd name="T19" fmla="*/ 152 h 343"/>
                <a:gd name="T20" fmla="*/ 184 w 348"/>
                <a:gd name="T21" fmla="*/ 133 h 343"/>
                <a:gd name="T22" fmla="*/ 189 w 348"/>
                <a:gd name="T23" fmla="*/ 116 h 343"/>
                <a:gd name="T24" fmla="*/ 75 w 348"/>
                <a:gd name="T25" fmla="*/ 215 h 343"/>
                <a:gd name="T26" fmla="*/ 82 w 348"/>
                <a:gd name="T27" fmla="*/ 249 h 343"/>
                <a:gd name="T28" fmla="*/ 102 w 348"/>
                <a:gd name="T29" fmla="*/ 244 h 343"/>
                <a:gd name="T30" fmla="*/ 85 w 348"/>
                <a:gd name="T31" fmla="*/ 179 h 343"/>
                <a:gd name="T32" fmla="*/ 19 w 348"/>
                <a:gd name="T33" fmla="*/ 196 h 343"/>
                <a:gd name="T34" fmla="*/ 24 w 348"/>
                <a:gd name="T35" fmla="*/ 215 h 343"/>
                <a:gd name="T36" fmla="*/ 58 w 348"/>
                <a:gd name="T37" fmla="*/ 205 h 343"/>
                <a:gd name="T38" fmla="*/ 0 w 348"/>
                <a:gd name="T39" fmla="*/ 306 h 343"/>
                <a:gd name="T40" fmla="*/ 145 w 348"/>
                <a:gd name="T41" fmla="*/ 306 h 343"/>
                <a:gd name="T42" fmla="*/ 145 w 348"/>
                <a:gd name="T43" fmla="*/ 287 h 343"/>
                <a:gd name="T44" fmla="*/ 34 w 348"/>
                <a:gd name="T45" fmla="*/ 287 h 343"/>
                <a:gd name="T46" fmla="*/ 75 w 348"/>
                <a:gd name="T47" fmla="*/ 215 h 343"/>
                <a:gd name="T48" fmla="*/ 348 w 348"/>
                <a:gd name="T49" fmla="*/ 306 h 343"/>
                <a:gd name="T50" fmla="*/ 278 w 348"/>
                <a:gd name="T51" fmla="*/ 181 h 343"/>
                <a:gd name="T52" fmla="*/ 261 w 348"/>
                <a:gd name="T53" fmla="*/ 191 h 343"/>
                <a:gd name="T54" fmla="*/ 314 w 348"/>
                <a:gd name="T55" fmla="*/ 287 h 343"/>
                <a:gd name="T56" fmla="*/ 227 w 348"/>
                <a:gd name="T57" fmla="*/ 287 h 343"/>
                <a:gd name="T58" fmla="*/ 251 w 348"/>
                <a:gd name="T59" fmla="*/ 261 h 343"/>
                <a:gd name="T60" fmla="*/ 237 w 348"/>
                <a:gd name="T61" fmla="*/ 249 h 343"/>
                <a:gd name="T62" fmla="*/ 189 w 348"/>
                <a:gd name="T63" fmla="*/ 297 h 343"/>
                <a:gd name="T64" fmla="*/ 237 w 348"/>
                <a:gd name="T65" fmla="*/ 343 h 343"/>
                <a:gd name="T66" fmla="*/ 251 w 348"/>
                <a:gd name="T67" fmla="*/ 331 h 343"/>
                <a:gd name="T68" fmla="*/ 227 w 348"/>
                <a:gd name="T69" fmla="*/ 306 h 343"/>
                <a:gd name="T70" fmla="*/ 348 w 348"/>
                <a:gd name="T71" fmla="*/ 306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8" h="343">
                  <a:moveTo>
                    <a:pt x="189" y="116"/>
                  </a:moveTo>
                  <a:lnTo>
                    <a:pt x="222" y="123"/>
                  </a:lnTo>
                  <a:lnTo>
                    <a:pt x="174" y="39"/>
                  </a:lnTo>
                  <a:lnTo>
                    <a:pt x="114" y="147"/>
                  </a:lnTo>
                  <a:lnTo>
                    <a:pt x="97" y="138"/>
                  </a:lnTo>
                  <a:lnTo>
                    <a:pt x="174" y="0"/>
                  </a:lnTo>
                  <a:lnTo>
                    <a:pt x="239" y="114"/>
                  </a:lnTo>
                  <a:lnTo>
                    <a:pt x="249" y="82"/>
                  </a:lnTo>
                  <a:lnTo>
                    <a:pt x="268" y="87"/>
                  </a:lnTo>
                  <a:lnTo>
                    <a:pt x="249" y="152"/>
                  </a:lnTo>
                  <a:lnTo>
                    <a:pt x="184" y="133"/>
                  </a:lnTo>
                  <a:lnTo>
                    <a:pt x="189" y="116"/>
                  </a:lnTo>
                  <a:close/>
                  <a:moveTo>
                    <a:pt x="75" y="215"/>
                  </a:moveTo>
                  <a:lnTo>
                    <a:pt x="82" y="249"/>
                  </a:lnTo>
                  <a:lnTo>
                    <a:pt x="102" y="244"/>
                  </a:lnTo>
                  <a:lnTo>
                    <a:pt x="85" y="179"/>
                  </a:lnTo>
                  <a:lnTo>
                    <a:pt x="19" y="196"/>
                  </a:lnTo>
                  <a:lnTo>
                    <a:pt x="24" y="215"/>
                  </a:lnTo>
                  <a:lnTo>
                    <a:pt x="58" y="205"/>
                  </a:lnTo>
                  <a:lnTo>
                    <a:pt x="0" y="306"/>
                  </a:lnTo>
                  <a:lnTo>
                    <a:pt x="145" y="306"/>
                  </a:lnTo>
                  <a:lnTo>
                    <a:pt x="145" y="287"/>
                  </a:lnTo>
                  <a:lnTo>
                    <a:pt x="34" y="287"/>
                  </a:lnTo>
                  <a:lnTo>
                    <a:pt x="75" y="215"/>
                  </a:lnTo>
                  <a:close/>
                  <a:moveTo>
                    <a:pt x="348" y="306"/>
                  </a:moveTo>
                  <a:lnTo>
                    <a:pt x="278" y="181"/>
                  </a:lnTo>
                  <a:lnTo>
                    <a:pt x="261" y="191"/>
                  </a:lnTo>
                  <a:lnTo>
                    <a:pt x="314" y="287"/>
                  </a:lnTo>
                  <a:lnTo>
                    <a:pt x="227" y="287"/>
                  </a:lnTo>
                  <a:lnTo>
                    <a:pt x="251" y="261"/>
                  </a:lnTo>
                  <a:lnTo>
                    <a:pt x="237" y="249"/>
                  </a:lnTo>
                  <a:lnTo>
                    <a:pt x="189" y="297"/>
                  </a:lnTo>
                  <a:lnTo>
                    <a:pt x="237" y="343"/>
                  </a:lnTo>
                  <a:lnTo>
                    <a:pt x="251" y="331"/>
                  </a:lnTo>
                  <a:lnTo>
                    <a:pt x="227" y="306"/>
                  </a:lnTo>
                  <a:lnTo>
                    <a:pt x="348" y="306"/>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TextBox 21"/>
            <p:cNvSpPr txBox="1"/>
            <p:nvPr/>
          </p:nvSpPr>
          <p:spPr>
            <a:xfrm>
              <a:off x="7277178" y="4291810"/>
              <a:ext cx="1062899" cy="401007"/>
            </a:xfrm>
            <a:prstGeom prst="rect">
              <a:avLst/>
            </a:prstGeom>
            <a:noFill/>
          </p:spPr>
          <p:txBody>
            <a:bodyPr wrap="square" lIns="0" tIns="0" rIns="0" bIns="0" rtlCol="0">
              <a:noAutofit/>
            </a:bodyPr>
            <a:lstStyle/>
            <a:p>
              <a:pPr>
                <a:lnSpc>
                  <a:spcPct val="90000"/>
                </a:lnSpc>
              </a:pPr>
              <a:r>
                <a:rPr lang="en-AU" dirty="0" smtClean="0"/>
                <a:t>Reduce</a:t>
              </a:r>
              <a:endParaRPr lang="en-US" dirty="0"/>
            </a:p>
          </p:txBody>
        </p:sp>
      </p:grpSp>
      <p:grpSp>
        <p:nvGrpSpPr>
          <p:cNvPr id="28" name="Group 27"/>
          <p:cNvGrpSpPr/>
          <p:nvPr/>
        </p:nvGrpSpPr>
        <p:grpSpPr>
          <a:xfrm>
            <a:off x="7038303" y="4268584"/>
            <a:ext cx="1938017" cy="1392664"/>
            <a:chOff x="8854882" y="3613944"/>
            <a:chExt cx="1938017" cy="1392664"/>
          </a:xfrm>
        </p:grpSpPr>
        <p:grpSp>
          <p:nvGrpSpPr>
            <p:cNvPr id="15" name="Group 14"/>
            <p:cNvGrpSpPr>
              <a:grpSpLocks noChangeAspect="1"/>
            </p:cNvGrpSpPr>
            <p:nvPr/>
          </p:nvGrpSpPr>
          <p:grpSpPr>
            <a:xfrm>
              <a:off x="9361546" y="3613944"/>
              <a:ext cx="864000" cy="864000"/>
              <a:chOff x="5822950" y="3159125"/>
              <a:chExt cx="542925" cy="542925"/>
            </a:xfrm>
          </p:grpSpPr>
          <p:sp>
            <p:nvSpPr>
              <p:cNvPr id="16" name="Freeform 105"/>
              <p:cNvSpPr>
                <a:spLocks noEditPoints="1"/>
              </p:cNvSpPr>
              <p:nvPr/>
            </p:nvSpPr>
            <p:spPr bwMode="auto">
              <a:xfrm>
                <a:off x="6067425" y="3159125"/>
                <a:ext cx="106363" cy="107950"/>
              </a:xfrm>
              <a:custGeom>
                <a:avLst/>
                <a:gdLst>
                  <a:gd name="T0" fmla="*/ 67 w 67"/>
                  <a:gd name="T1" fmla="*/ 68 h 68"/>
                  <a:gd name="T2" fmla="*/ 0 w 67"/>
                  <a:gd name="T3" fmla="*/ 68 h 68"/>
                  <a:gd name="T4" fmla="*/ 0 w 67"/>
                  <a:gd name="T5" fmla="*/ 0 h 68"/>
                  <a:gd name="T6" fmla="*/ 67 w 67"/>
                  <a:gd name="T7" fmla="*/ 0 h 68"/>
                  <a:gd name="T8" fmla="*/ 67 w 67"/>
                  <a:gd name="T9" fmla="*/ 68 h 68"/>
                  <a:gd name="T10" fmla="*/ 19 w 67"/>
                  <a:gd name="T11" fmla="*/ 48 h 68"/>
                  <a:gd name="T12" fmla="*/ 48 w 67"/>
                  <a:gd name="T13" fmla="*/ 48 h 68"/>
                  <a:gd name="T14" fmla="*/ 48 w 67"/>
                  <a:gd name="T15" fmla="*/ 19 h 68"/>
                  <a:gd name="T16" fmla="*/ 19 w 67"/>
                  <a:gd name="T17" fmla="*/ 19 h 68"/>
                  <a:gd name="T18" fmla="*/ 19 w 67"/>
                  <a:gd name="T19" fmla="*/ 4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68">
                    <a:moveTo>
                      <a:pt x="67" y="68"/>
                    </a:moveTo>
                    <a:lnTo>
                      <a:pt x="0" y="68"/>
                    </a:lnTo>
                    <a:lnTo>
                      <a:pt x="0" y="0"/>
                    </a:lnTo>
                    <a:lnTo>
                      <a:pt x="67" y="0"/>
                    </a:lnTo>
                    <a:lnTo>
                      <a:pt x="67" y="68"/>
                    </a:lnTo>
                    <a:close/>
                    <a:moveTo>
                      <a:pt x="19" y="48"/>
                    </a:moveTo>
                    <a:lnTo>
                      <a:pt x="48" y="48"/>
                    </a:lnTo>
                    <a:lnTo>
                      <a:pt x="48" y="19"/>
                    </a:lnTo>
                    <a:lnTo>
                      <a:pt x="19" y="19"/>
                    </a:lnTo>
                    <a:lnTo>
                      <a:pt x="19" y="4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6"/>
              <p:cNvSpPr>
                <a:spLocks noEditPoints="1"/>
              </p:cNvSpPr>
              <p:nvPr/>
            </p:nvSpPr>
            <p:spPr bwMode="auto">
              <a:xfrm>
                <a:off x="5822950" y="3267075"/>
                <a:ext cx="542925" cy="434975"/>
              </a:xfrm>
              <a:custGeom>
                <a:avLst/>
                <a:gdLst>
                  <a:gd name="T0" fmla="*/ 118 w 142"/>
                  <a:gd name="T1" fmla="*/ 8 h 114"/>
                  <a:gd name="T2" fmla="*/ 82 w 142"/>
                  <a:gd name="T3" fmla="*/ 0 h 114"/>
                  <a:gd name="T4" fmla="*/ 74 w 142"/>
                  <a:gd name="T5" fmla="*/ 8 h 114"/>
                  <a:gd name="T6" fmla="*/ 38 w 142"/>
                  <a:gd name="T7" fmla="*/ 21 h 114"/>
                  <a:gd name="T8" fmla="*/ 42 w 142"/>
                  <a:gd name="T9" fmla="*/ 44 h 114"/>
                  <a:gd name="T10" fmla="*/ 46 w 142"/>
                  <a:gd name="T11" fmla="*/ 21 h 114"/>
                  <a:gd name="T12" fmla="*/ 74 w 142"/>
                  <a:gd name="T13" fmla="*/ 16 h 114"/>
                  <a:gd name="T14" fmla="*/ 66 w 142"/>
                  <a:gd name="T15" fmla="*/ 32 h 114"/>
                  <a:gd name="T16" fmla="*/ 90 w 142"/>
                  <a:gd name="T17" fmla="*/ 32 h 114"/>
                  <a:gd name="T18" fmla="*/ 82 w 142"/>
                  <a:gd name="T19" fmla="*/ 16 h 114"/>
                  <a:gd name="T20" fmla="*/ 110 w 142"/>
                  <a:gd name="T21" fmla="*/ 21 h 114"/>
                  <a:gd name="T22" fmla="*/ 114 w 142"/>
                  <a:gd name="T23" fmla="*/ 44 h 114"/>
                  <a:gd name="T24" fmla="*/ 118 w 142"/>
                  <a:gd name="T25" fmla="*/ 21 h 114"/>
                  <a:gd name="T26" fmla="*/ 38 w 142"/>
                  <a:gd name="T27" fmla="*/ 32 h 114"/>
                  <a:gd name="T28" fmla="*/ 46 w 142"/>
                  <a:gd name="T29" fmla="*/ 32 h 114"/>
                  <a:gd name="T30" fmla="*/ 78 w 142"/>
                  <a:gd name="T31" fmla="*/ 36 h 114"/>
                  <a:gd name="T32" fmla="*/ 78 w 142"/>
                  <a:gd name="T33" fmla="*/ 28 h 114"/>
                  <a:gd name="T34" fmla="*/ 78 w 142"/>
                  <a:gd name="T35" fmla="*/ 36 h 114"/>
                  <a:gd name="T36" fmla="*/ 110 w 142"/>
                  <a:gd name="T37" fmla="*/ 32 h 114"/>
                  <a:gd name="T38" fmla="*/ 118 w 142"/>
                  <a:gd name="T39" fmla="*/ 32 h 114"/>
                  <a:gd name="T40" fmla="*/ 139 w 142"/>
                  <a:gd name="T41" fmla="*/ 51 h 114"/>
                  <a:gd name="T42" fmla="*/ 106 w 142"/>
                  <a:gd name="T43" fmla="*/ 68 h 114"/>
                  <a:gd name="T44" fmla="*/ 90 w 142"/>
                  <a:gd name="T45" fmla="*/ 64 h 114"/>
                  <a:gd name="T46" fmla="*/ 32 w 142"/>
                  <a:gd name="T47" fmla="*/ 52 h 114"/>
                  <a:gd name="T48" fmla="*/ 0 w 142"/>
                  <a:gd name="T49" fmla="*/ 84 h 114"/>
                  <a:gd name="T50" fmla="*/ 48 w 142"/>
                  <a:gd name="T51" fmla="*/ 96 h 114"/>
                  <a:gd name="T52" fmla="*/ 139 w 142"/>
                  <a:gd name="T53" fmla="*/ 68 h 114"/>
                  <a:gd name="T54" fmla="*/ 139 w 142"/>
                  <a:gd name="T55" fmla="*/ 51 h 114"/>
                  <a:gd name="T56" fmla="*/ 20 w 142"/>
                  <a:gd name="T57" fmla="*/ 75 h 114"/>
                  <a:gd name="T58" fmla="*/ 30 w 142"/>
                  <a:gd name="T59" fmla="*/ 102 h 114"/>
                  <a:gd name="T60" fmla="*/ 133 w 142"/>
                  <a:gd name="T61" fmla="*/ 62 h 114"/>
                  <a:gd name="T62" fmla="*/ 45 w 142"/>
                  <a:gd name="T63" fmla="*/ 88 h 114"/>
                  <a:gd name="T64" fmla="*/ 36 w 142"/>
                  <a:gd name="T65" fmla="*/ 60 h 114"/>
                  <a:gd name="T66" fmla="*/ 82 w 142"/>
                  <a:gd name="T67" fmla="*/ 64 h 114"/>
                  <a:gd name="T68" fmla="*/ 66 w 142"/>
                  <a:gd name="T69" fmla="*/ 68 h 114"/>
                  <a:gd name="T70" fmla="*/ 68 w 142"/>
                  <a:gd name="T71" fmla="*/ 76 h 114"/>
                  <a:gd name="T72" fmla="*/ 78 w 142"/>
                  <a:gd name="T73" fmla="*/ 76 h 114"/>
                  <a:gd name="T74" fmla="*/ 109 w 142"/>
                  <a:gd name="T75" fmla="*/ 76 h 114"/>
                  <a:gd name="T76" fmla="*/ 133 w 142"/>
                  <a:gd name="T77" fmla="*/ 57 h 114"/>
                  <a:gd name="T78" fmla="*/ 133 w 142"/>
                  <a:gd name="T7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2" h="114">
                    <a:moveTo>
                      <a:pt x="118" y="21"/>
                    </a:moveTo>
                    <a:cubicBezTo>
                      <a:pt x="118" y="8"/>
                      <a:pt x="118" y="8"/>
                      <a:pt x="118" y="8"/>
                    </a:cubicBezTo>
                    <a:cubicBezTo>
                      <a:pt x="82" y="8"/>
                      <a:pt x="82" y="8"/>
                      <a:pt x="82" y="8"/>
                    </a:cubicBezTo>
                    <a:cubicBezTo>
                      <a:pt x="82" y="0"/>
                      <a:pt x="82" y="0"/>
                      <a:pt x="82" y="0"/>
                    </a:cubicBezTo>
                    <a:cubicBezTo>
                      <a:pt x="74" y="0"/>
                      <a:pt x="74" y="0"/>
                      <a:pt x="74" y="0"/>
                    </a:cubicBezTo>
                    <a:cubicBezTo>
                      <a:pt x="74" y="8"/>
                      <a:pt x="74" y="8"/>
                      <a:pt x="74" y="8"/>
                    </a:cubicBezTo>
                    <a:cubicBezTo>
                      <a:pt x="38" y="8"/>
                      <a:pt x="38" y="8"/>
                      <a:pt x="38" y="8"/>
                    </a:cubicBezTo>
                    <a:cubicBezTo>
                      <a:pt x="38" y="21"/>
                      <a:pt x="38" y="21"/>
                      <a:pt x="38" y="21"/>
                    </a:cubicBezTo>
                    <a:cubicBezTo>
                      <a:pt x="33" y="22"/>
                      <a:pt x="30" y="27"/>
                      <a:pt x="30" y="32"/>
                    </a:cubicBezTo>
                    <a:cubicBezTo>
                      <a:pt x="30" y="39"/>
                      <a:pt x="35" y="44"/>
                      <a:pt x="42" y="44"/>
                    </a:cubicBezTo>
                    <a:cubicBezTo>
                      <a:pt x="49" y="44"/>
                      <a:pt x="54" y="39"/>
                      <a:pt x="54" y="32"/>
                    </a:cubicBezTo>
                    <a:cubicBezTo>
                      <a:pt x="54" y="27"/>
                      <a:pt x="51" y="22"/>
                      <a:pt x="46" y="21"/>
                    </a:cubicBezTo>
                    <a:cubicBezTo>
                      <a:pt x="46" y="16"/>
                      <a:pt x="46" y="16"/>
                      <a:pt x="46" y="16"/>
                    </a:cubicBezTo>
                    <a:cubicBezTo>
                      <a:pt x="74" y="16"/>
                      <a:pt x="74" y="16"/>
                      <a:pt x="74" y="16"/>
                    </a:cubicBezTo>
                    <a:cubicBezTo>
                      <a:pt x="74" y="21"/>
                      <a:pt x="74" y="21"/>
                      <a:pt x="74" y="21"/>
                    </a:cubicBezTo>
                    <a:cubicBezTo>
                      <a:pt x="69" y="22"/>
                      <a:pt x="66" y="27"/>
                      <a:pt x="66" y="32"/>
                    </a:cubicBezTo>
                    <a:cubicBezTo>
                      <a:pt x="66" y="39"/>
                      <a:pt x="71" y="44"/>
                      <a:pt x="78" y="44"/>
                    </a:cubicBezTo>
                    <a:cubicBezTo>
                      <a:pt x="85" y="44"/>
                      <a:pt x="90" y="39"/>
                      <a:pt x="90" y="32"/>
                    </a:cubicBezTo>
                    <a:cubicBezTo>
                      <a:pt x="90" y="27"/>
                      <a:pt x="87" y="22"/>
                      <a:pt x="82" y="21"/>
                    </a:cubicBezTo>
                    <a:cubicBezTo>
                      <a:pt x="82" y="16"/>
                      <a:pt x="82" y="16"/>
                      <a:pt x="82" y="16"/>
                    </a:cubicBezTo>
                    <a:cubicBezTo>
                      <a:pt x="110" y="16"/>
                      <a:pt x="110" y="16"/>
                      <a:pt x="110" y="16"/>
                    </a:cubicBezTo>
                    <a:cubicBezTo>
                      <a:pt x="110" y="21"/>
                      <a:pt x="110" y="21"/>
                      <a:pt x="110" y="21"/>
                    </a:cubicBezTo>
                    <a:cubicBezTo>
                      <a:pt x="105" y="22"/>
                      <a:pt x="102" y="27"/>
                      <a:pt x="102" y="32"/>
                    </a:cubicBezTo>
                    <a:cubicBezTo>
                      <a:pt x="102" y="39"/>
                      <a:pt x="107" y="44"/>
                      <a:pt x="114" y="44"/>
                    </a:cubicBezTo>
                    <a:cubicBezTo>
                      <a:pt x="121" y="44"/>
                      <a:pt x="126" y="39"/>
                      <a:pt x="126" y="32"/>
                    </a:cubicBezTo>
                    <a:cubicBezTo>
                      <a:pt x="126" y="27"/>
                      <a:pt x="123" y="22"/>
                      <a:pt x="118" y="21"/>
                    </a:cubicBezTo>
                    <a:close/>
                    <a:moveTo>
                      <a:pt x="42" y="36"/>
                    </a:moveTo>
                    <a:cubicBezTo>
                      <a:pt x="40" y="36"/>
                      <a:pt x="38" y="34"/>
                      <a:pt x="38" y="32"/>
                    </a:cubicBezTo>
                    <a:cubicBezTo>
                      <a:pt x="38" y="30"/>
                      <a:pt x="40" y="28"/>
                      <a:pt x="42" y="28"/>
                    </a:cubicBezTo>
                    <a:cubicBezTo>
                      <a:pt x="44" y="28"/>
                      <a:pt x="46" y="30"/>
                      <a:pt x="46" y="32"/>
                    </a:cubicBezTo>
                    <a:cubicBezTo>
                      <a:pt x="46" y="34"/>
                      <a:pt x="44" y="36"/>
                      <a:pt x="42" y="36"/>
                    </a:cubicBezTo>
                    <a:close/>
                    <a:moveTo>
                      <a:pt x="78" y="36"/>
                    </a:moveTo>
                    <a:cubicBezTo>
                      <a:pt x="76" y="36"/>
                      <a:pt x="74" y="34"/>
                      <a:pt x="74" y="32"/>
                    </a:cubicBezTo>
                    <a:cubicBezTo>
                      <a:pt x="74" y="30"/>
                      <a:pt x="76" y="28"/>
                      <a:pt x="78" y="28"/>
                    </a:cubicBezTo>
                    <a:cubicBezTo>
                      <a:pt x="80" y="28"/>
                      <a:pt x="82" y="30"/>
                      <a:pt x="82" y="32"/>
                    </a:cubicBezTo>
                    <a:cubicBezTo>
                      <a:pt x="82" y="34"/>
                      <a:pt x="80" y="36"/>
                      <a:pt x="78" y="36"/>
                    </a:cubicBezTo>
                    <a:close/>
                    <a:moveTo>
                      <a:pt x="114" y="36"/>
                    </a:moveTo>
                    <a:cubicBezTo>
                      <a:pt x="112" y="36"/>
                      <a:pt x="110" y="34"/>
                      <a:pt x="110" y="32"/>
                    </a:cubicBezTo>
                    <a:cubicBezTo>
                      <a:pt x="110" y="30"/>
                      <a:pt x="112" y="28"/>
                      <a:pt x="114" y="28"/>
                    </a:cubicBezTo>
                    <a:cubicBezTo>
                      <a:pt x="116" y="28"/>
                      <a:pt x="118" y="30"/>
                      <a:pt x="118" y="32"/>
                    </a:cubicBezTo>
                    <a:cubicBezTo>
                      <a:pt x="118" y="34"/>
                      <a:pt x="116" y="36"/>
                      <a:pt x="114" y="36"/>
                    </a:cubicBezTo>
                    <a:close/>
                    <a:moveTo>
                      <a:pt x="139" y="51"/>
                    </a:moveTo>
                    <a:cubicBezTo>
                      <a:pt x="134" y="47"/>
                      <a:pt x="127" y="47"/>
                      <a:pt x="122" y="51"/>
                    </a:cubicBezTo>
                    <a:cubicBezTo>
                      <a:pt x="106" y="68"/>
                      <a:pt x="106" y="68"/>
                      <a:pt x="106" y="68"/>
                    </a:cubicBezTo>
                    <a:cubicBezTo>
                      <a:pt x="89" y="68"/>
                      <a:pt x="89" y="68"/>
                      <a:pt x="89" y="68"/>
                    </a:cubicBezTo>
                    <a:cubicBezTo>
                      <a:pt x="90" y="67"/>
                      <a:pt x="90" y="65"/>
                      <a:pt x="90" y="64"/>
                    </a:cubicBezTo>
                    <a:cubicBezTo>
                      <a:pt x="90" y="57"/>
                      <a:pt x="85" y="52"/>
                      <a:pt x="78" y="52"/>
                    </a:cubicBezTo>
                    <a:cubicBezTo>
                      <a:pt x="32" y="52"/>
                      <a:pt x="32" y="52"/>
                      <a:pt x="32" y="52"/>
                    </a:cubicBezTo>
                    <a:cubicBezTo>
                      <a:pt x="20" y="64"/>
                      <a:pt x="20" y="64"/>
                      <a:pt x="20" y="64"/>
                    </a:cubicBezTo>
                    <a:cubicBezTo>
                      <a:pt x="0" y="84"/>
                      <a:pt x="0" y="84"/>
                      <a:pt x="0" y="84"/>
                    </a:cubicBezTo>
                    <a:cubicBezTo>
                      <a:pt x="30" y="114"/>
                      <a:pt x="30" y="114"/>
                      <a:pt x="30" y="114"/>
                    </a:cubicBezTo>
                    <a:cubicBezTo>
                      <a:pt x="48" y="96"/>
                      <a:pt x="48" y="96"/>
                      <a:pt x="48" y="96"/>
                    </a:cubicBezTo>
                    <a:cubicBezTo>
                      <a:pt x="112" y="96"/>
                      <a:pt x="112" y="96"/>
                      <a:pt x="112" y="96"/>
                    </a:cubicBezTo>
                    <a:cubicBezTo>
                      <a:pt x="139" y="68"/>
                      <a:pt x="139" y="68"/>
                      <a:pt x="139" y="68"/>
                    </a:cubicBezTo>
                    <a:cubicBezTo>
                      <a:pt x="141" y="65"/>
                      <a:pt x="142" y="63"/>
                      <a:pt x="142" y="59"/>
                    </a:cubicBezTo>
                    <a:cubicBezTo>
                      <a:pt x="142" y="56"/>
                      <a:pt x="141" y="53"/>
                      <a:pt x="139" y="51"/>
                    </a:cubicBezTo>
                    <a:close/>
                    <a:moveTo>
                      <a:pt x="12" y="84"/>
                    </a:moveTo>
                    <a:cubicBezTo>
                      <a:pt x="20" y="75"/>
                      <a:pt x="20" y="75"/>
                      <a:pt x="20" y="75"/>
                    </a:cubicBezTo>
                    <a:cubicBezTo>
                      <a:pt x="39" y="93"/>
                      <a:pt x="39" y="93"/>
                      <a:pt x="39" y="93"/>
                    </a:cubicBezTo>
                    <a:cubicBezTo>
                      <a:pt x="30" y="102"/>
                      <a:pt x="30" y="102"/>
                      <a:pt x="30" y="102"/>
                    </a:cubicBezTo>
                    <a:lnTo>
                      <a:pt x="12" y="84"/>
                    </a:lnTo>
                    <a:close/>
                    <a:moveTo>
                      <a:pt x="133" y="62"/>
                    </a:moveTo>
                    <a:cubicBezTo>
                      <a:pt x="108" y="88"/>
                      <a:pt x="108" y="88"/>
                      <a:pt x="108" y="88"/>
                    </a:cubicBezTo>
                    <a:cubicBezTo>
                      <a:pt x="45" y="88"/>
                      <a:pt x="45" y="88"/>
                      <a:pt x="45" y="88"/>
                    </a:cubicBezTo>
                    <a:cubicBezTo>
                      <a:pt x="26" y="69"/>
                      <a:pt x="26" y="69"/>
                      <a:pt x="26" y="69"/>
                    </a:cubicBezTo>
                    <a:cubicBezTo>
                      <a:pt x="36" y="60"/>
                      <a:pt x="36" y="60"/>
                      <a:pt x="36" y="60"/>
                    </a:cubicBezTo>
                    <a:cubicBezTo>
                      <a:pt x="78" y="60"/>
                      <a:pt x="78" y="60"/>
                      <a:pt x="78" y="60"/>
                    </a:cubicBezTo>
                    <a:cubicBezTo>
                      <a:pt x="80" y="60"/>
                      <a:pt x="82" y="62"/>
                      <a:pt x="82" y="64"/>
                    </a:cubicBezTo>
                    <a:cubicBezTo>
                      <a:pt x="82" y="66"/>
                      <a:pt x="80" y="68"/>
                      <a:pt x="78" y="68"/>
                    </a:cubicBezTo>
                    <a:cubicBezTo>
                      <a:pt x="66" y="68"/>
                      <a:pt x="66" y="68"/>
                      <a:pt x="66" y="68"/>
                    </a:cubicBezTo>
                    <a:cubicBezTo>
                      <a:pt x="66" y="76"/>
                      <a:pt x="66" y="76"/>
                      <a:pt x="66" y="76"/>
                    </a:cubicBezTo>
                    <a:cubicBezTo>
                      <a:pt x="68" y="76"/>
                      <a:pt x="68" y="76"/>
                      <a:pt x="68" y="76"/>
                    </a:cubicBezTo>
                    <a:cubicBezTo>
                      <a:pt x="68" y="76"/>
                      <a:pt x="68" y="76"/>
                      <a:pt x="68" y="76"/>
                    </a:cubicBezTo>
                    <a:cubicBezTo>
                      <a:pt x="78" y="76"/>
                      <a:pt x="78" y="76"/>
                      <a:pt x="78" y="76"/>
                    </a:cubicBezTo>
                    <a:cubicBezTo>
                      <a:pt x="78" y="76"/>
                      <a:pt x="78" y="76"/>
                      <a:pt x="79" y="76"/>
                    </a:cubicBezTo>
                    <a:cubicBezTo>
                      <a:pt x="109" y="76"/>
                      <a:pt x="109" y="76"/>
                      <a:pt x="109" y="76"/>
                    </a:cubicBezTo>
                    <a:cubicBezTo>
                      <a:pt x="128" y="57"/>
                      <a:pt x="128" y="57"/>
                      <a:pt x="128" y="57"/>
                    </a:cubicBezTo>
                    <a:cubicBezTo>
                      <a:pt x="129" y="56"/>
                      <a:pt x="132" y="56"/>
                      <a:pt x="133" y="57"/>
                    </a:cubicBezTo>
                    <a:cubicBezTo>
                      <a:pt x="134" y="58"/>
                      <a:pt x="134" y="59"/>
                      <a:pt x="134" y="59"/>
                    </a:cubicBezTo>
                    <a:cubicBezTo>
                      <a:pt x="134" y="60"/>
                      <a:pt x="134" y="61"/>
                      <a:pt x="133" y="6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3" name="TextBox 22"/>
            <p:cNvSpPr txBox="1"/>
            <p:nvPr/>
          </p:nvSpPr>
          <p:spPr>
            <a:xfrm>
              <a:off x="8854882" y="4605601"/>
              <a:ext cx="1938017" cy="401007"/>
            </a:xfrm>
            <a:prstGeom prst="rect">
              <a:avLst/>
            </a:prstGeom>
            <a:noFill/>
          </p:spPr>
          <p:txBody>
            <a:bodyPr wrap="square" lIns="0" tIns="0" rIns="0" bIns="0" rtlCol="0">
              <a:noAutofit/>
            </a:bodyPr>
            <a:lstStyle/>
            <a:p>
              <a:pPr>
                <a:lnSpc>
                  <a:spcPct val="90000"/>
                </a:lnSpc>
              </a:pPr>
              <a:r>
                <a:rPr lang="en-AU" dirty="0" smtClean="0"/>
                <a:t>Manage &amp; migrate</a:t>
              </a:r>
              <a:endParaRPr lang="en-US" dirty="0"/>
            </a:p>
          </p:txBody>
        </p:sp>
      </p:grpSp>
      <p:cxnSp>
        <p:nvCxnSpPr>
          <p:cNvPr id="29" name="Straight Arrow Connector 28"/>
          <p:cNvCxnSpPr/>
          <p:nvPr/>
        </p:nvCxnSpPr>
        <p:spPr>
          <a:xfrm>
            <a:off x="2134427" y="3457950"/>
            <a:ext cx="936104"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377284" y="3441698"/>
            <a:ext cx="936104"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p:nvPr/>
        </p:nvCxnSpPr>
        <p:spPr>
          <a:xfrm flipV="1">
            <a:off x="6456040" y="2276872"/>
            <a:ext cx="1087072" cy="962050"/>
          </a:xfrm>
          <a:prstGeom prst="bentConnector3">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p:nvPr/>
        </p:nvCxnSpPr>
        <p:spPr>
          <a:xfrm>
            <a:off x="6456040" y="3681778"/>
            <a:ext cx="915070" cy="758595"/>
          </a:xfrm>
          <a:prstGeom prst="bentConnector3">
            <a:avLst>
              <a:gd name="adj1" fmla="val 53223"/>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8544272" y="2262339"/>
            <a:ext cx="792088" cy="14533"/>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V="1">
            <a:off x="8544272" y="4437112"/>
            <a:ext cx="792088" cy="1154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7" name="Rounded Rectangle 56"/>
          <p:cNvSpPr/>
          <p:nvPr/>
        </p:nvSpPr>
        <p:spPr bwMode="ltGray">
          <a:xfrm>
            <a:off x="9408368" y="1243232"/>
            <a:ext cx="1559282" cy="4994080"/>
          </a:xfrm>
          <a:prstGeom prst="roundRect">
            <a:avLst/>
          </a:prstGeom>
          <a:noFill/>
          <a:ln w="190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smtClean="0"/>
          </a:p>
        </p:txBody>
      </p:sp>
      <p:sp>
        <p:nvSpPr>
          <p:cNvPr id="59" name="TextBox 58"/>
          <p:cNvSpPr txBox="1"/>
          <p:nvPr/>
        </p:nvSpPr>
        <p:spPr>
          <a:xfrm>
            <a:off x="9537951" y="5957342"/>
            <a:ext cx="1328932" cy="207962"/>
          </a:xfrm>
          <a:prstGeom prst="rect">
            <a:avLst/>
          </a:prstGeom>
          <a:noFill/>
        </p:spPr>
        <p:txBody>
          <a:bodyPr wrap="square" lIns="0" tIns="0" rIns="0" bIns="0" rtlCol="0">
            <a:noAutofit/>
          </a:bodyPr>
          <a:lstStyle/>
          <a:p>
            <a:pPr>
              <a:lnSpc>
                <a:spcPct val="90000"/>
              </a:lnSpc>
            </a:pPr>
            <a:r>
              <a:rPr lang="en-AU" sz="1400" dirty="0" smtClean="0"/>
              <a:t>Migrate to Cloud</a:t>
            </a:r>
            <a:endParaRPr lang="en-US" sz="1400" dirty="0"/>
          </a:p>
        </p:txBody>
      </p:sp>
      <p:sp>
        <p:nvSpPr>
          <p:cNvPr id="60" name="TextBox 59"/>
          <p:cNvSpPr txBox="1"/>
          <p:nvPr/>
        </p:nvSpPr>
        <p:spPr>
          <a:xfrm>
            <a:off x="9872049" y="2852936"/>
            <a:ext cx="688447" cy="314784"/>
          </a:xfrm>
          <a:prstGeom prst="rect">
            <a:avLst/>
          </a:prstGeom>
          <a:noFill/>
        </p:spPr>
        <p:txBody>
          <a:bodyPr wrap="square" lIns="0" tIns="0" rIns="0" bIns="0" rtlCol="0">
            <a:noAutofit/>
          </a:bodyPr>
          <a:lstStyle/>
          <a:p>
            <a:pPr>
              <a:lnSpc>
                <a:spcPct val="90000"/>
              </a:lnSpc>
            </a:pPr>
            <a:r>
              <a:rPr lang="en-AU" sz="1400" dirty="0" smtClean="0"/>
              <a:t>Archive</a:t>
            </a:r>
            <a:endParaRPr lang="en-US" sz="1400" dirty="0"/>
          </a:p>
        </p:txBody>
      </p:sp>
      <p:sp>
        <p:nvSpPr>
          <p:cNvPr id="61" name="TextBox 60"/>
          <p:cNvSpPr txBox="1"/>
          <p:nvPr/>
        </p:nvSpPr>
        <p:spPr>
          <a:xfrm>
            <a:off x="9700318" y="1948724"/>
            <a:ext cx="1076202" cy="328148"/>
          </a:xfrm>
          <a:prstGeom prst="rect">
            <a:avLst/>
          </a:prstGeom>
          <a:noFill/>
        </p:spPr>
        <p:txBody>
          <a:bodyPr wrap="square" lIns="0" tIns="0" rIns="0" bIns="0" rtlCol="0">
            <a:noAutofit/>
          </a:bodyPr>
          <a:lstStyle/>
          <a:p>
            <a:pPr>
              <a:lnSpc>
                <a:spcPct val="90000"/>
              </a:lnSpc>
            </a:pPr>
            <a:r>
              <a:rPr lang="en-AU" sz="1400" dirty="0" smtClean="0"/>
              <a:t>Dispose ROT</a:t>
            </a:r>
            <a:endParaRPr lang="en-US" sz="1400" dirty="0"/>
          </a:p>
        </p:txBody>
      </p:sp>
      <p:grpSp>
        <p:nvGrpSpPr>
          <p:cNvPr id="64" name="Group 63"/>
          <p:cNvGrpSpPr>
            <a:grpSpLocks noChangeAspect="1"/>
          </p:cNvGrpSpPr>
          <p:nvPr/>
        </p:nvGrpSpPr>
        <p:grpSpPr>
          <a:xfrm>
            <a:off x="9912424" y="3249040"/>
            <a:ext cx="539999" cy="540000"/>
            <a:chOff x="5819775" y="3152775"/>
            <a:chExt cx="552450" cy="552451"/>
          </a:xfrm>
        </p:grpSpPr>
        <p:sp>
          <p:nvSpPr>
            <p:cNvPr id="65" name="Freeform 68"/>
            <p:cNvSpPr>
              <a:spLocks noEditPoints="1"/>
            </p:cNvSpPr>
            <p:nvPr/>
          </p:nvSpPr>
          <p:spPr bwMode="auto">
            <a:xfrm>
              <a:off x="6080125" y="3152775"/>
              <a:ext cx="123825" cy="122238"/>
            </a:xfrm>
            <a:custGeom>
              <a:avLst/>
              <a:gdLst>
                <a:gd name="T0" fmla="*/ 4 w 32"/>
                <a:gd name="T1" fmla="*/ 32 h 32"/>
                <a:gd name="T2" fmla="*/ 8 w 32"/>
                <a:gd name="T3" fmla="*/ 32 h 32"/>
                <a:gd name="T4" fmla="*/ 8 w 32"/>
                <a:gd name="T5" fmla="*/ 24 h 32"/>
                <a:gd name="T6" fmla="*/ 32 w 32"/>
                <a:gd name="T7" fmla="*/ 24 h 32"/>
                <a:gd name="T8" fmla="*/ 32 w 32"/>
                <a:gd name="T9" fmla="*/ 0 h 32"/>
                <a:gd name="T10" fmla="*/ 0 w 32"/>
                <a:gd name="T11" fmla="*/ 0 h 32"/>
                <a:gd name="T12" fmla="*/ 0 w 32"/>
                <a:gd name="T13" fmla="*/ 32 h 32"/>
                <a:gd name="T14" fmla="*/ 4 w 32"/>
                <a:gd name="T15" fmla="*/ 32 h 32"/>
                <a:gd name="T16" fmla="*/ 8 w 32"/>
                <a:gd name="T17" fmla="*/ 8 h 32"/>
                <a:gd name="T18" fmla="*/ 24 w 32"/>
                <a:gd name="T19" fmla="*/ 8 h 32"/>
                <a:gd name="T20" fmla="*/ 24 w 32"/>
                <a:gd name="T21" fmla="*/ 16 h 32"/>
                <a:gd name="T22" fmla="*/ 8 w 32"/>
                <a:gd name="T23" fmla="*/ 16 h 32"/>
                <a:gd name="T24" fmla="*/ 8 w 32"/>
                <a:gd name="T25"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 h="32">
                  <a:moveTo>
                    <a:pt x="4" y="32"/>
                  </a:moveTo>
                  <a:cubicBezTo>
                    <a:pt x="5" y="32"/>
                    <a:pt x="7" y="32"/>
                    <a:pt x="8" y="32"/>
                  </a:cubicBezTo>
                  <a:cubicBezTo>
                    <a:pt x="8" y="24"/>
                    <a:pt x="8" y="24"/>
                    <a:pt x="8" y="24"/>
                  </a:cubicBezTo>
                  <a:cubicBezTo>
                    <a:pt x="32" y="24"/>
                    <a:pt x="32" y="24"/>
                    <a:pt x="32" y="24"/>
                  </a:cubicBezTo>
                  <a:cubicBezTo>
                    <a:pt x="32" y="0"/>
                    <a:pt x="32" y="0"/>
                    <a:pt x="32" y="0"/>
                  </a:cubicBezTo>
                  <a:cubicBezTo>
                    <a:pt x="0" y="0"/>
                    <a:pt x="0" y="0"/>
                    <a:pt x="0" y="0"/>
                  </a:cubicBezTo>
                  <a:cubicBezTo>
                    <a:pt x="0" y="32"/>
                    <a:pt x="0" y="32"/>
                    <a:pt x="0" y="32"/>
                  </a:cubicBezTo>
                  <a:cubicBezTo>
                    <a:pt x="1" y="32"/>
                    <a:pt x="3" y="32"/>
                    <a:pt x="4" y="32"/>
                  </a:cubicBezTo>
                  <a:close/>
                  <a:moveTo>
                    <a:pt x="8" y="8"/>
                  </a:moveTo>
                  <a:cubicBezTo>
                    <a:pt x="24" y="8"/>
                    <a:pt x="24" y="8"/>
                    <a:pt x="24" y="8"/>
                  </a:cubicBezTo>
                  <a:cubicBezTo>
                    <a:pt x="24" y="16"/>
                    <a:pt x="24" y="16"/>
                    <a:pt x="24" y="16"/>
                  </a:cubicBezTo>
                  <a:cubicBezTo>
                    <a:pt x="8" y="16"/>
                    <a:pt x="8" y="16"/>
                    <a:pt x="8" y="16"/>
                  </a:cubicBezTo>
                  <a:lnTo>
                    <a:pt x="8" y="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69"/>
            <p:cNvSpPr>
              <a:spLocks noEditPoints="1"/>
            </p:cNvSpPr>
            <p:nvPr/>
          </p:nvSpPr>
          <p:spPr bwMode="auto">
            <a:xfrm>
              <a:off x="5819775" y="3275013"/>
              <a:ext cx="552450" cy="430213"/>
            </a:xfrm>
            <a:custGeom>
              <a:avLst/>
              <a:gdLst>
                <a:gd name="T0" fmla="*/ 104 w 144"/>
                <a:gd name="T1" fmla="*/ 100 h 112"/>
                <a:gd name="T2" fmla="*/ 104 w 144"/>
                <a:gd name="T3" fmla="*/ 72 h 112"/>
                <a:gd name="T4" fmla="*/ 119 w 144"/>
                <a:gd name="T5" fmla="*/ 72 h 112"/>
                <a:gd name="T6" fmla="*/ 72 w 144"/>
                <a:gd name="T7" fmla="*/ 43 h 112"/>
                <a:gd name="T8" fmla="*/ 25 w 144"/>
                <a:gd name="T9" fmla="*/ 72 h 112"/>
                <a:gd name="T10" fmla="*/ 40 w 144"/>
                <a:gd name="T11" fmla="*/ 72 h 112"/>
                <a:gd name="T12" fmla="*/ 40 w 144"/>
                <a:gd name="T13" fmla="*/ 100 h 112"/>
                <a:gd name="T14" fmla="*/ 48 w 144"/>
                <a:gd name="T15" fmla="*/ 100 h 112"/>
                <a:gd name="T16" fmla="*/ 48 w 144"/>
                <a:gd name="T17" fmla="*/ 72 h 112"/>
                <a:gd name="T18" fmla="*/ 68 w 144"/>
                <a:gd name="T19" fmla="*/ 72 h 112"/>
                <a:gd name="T20" fmla="*/ 68 w 144"/>
                <a:gd name="T21" fmla="*/ 100 h 112"/>
                <a:gd name="T22" fmla="*/ 76 w 144"/>
                <a:gd name="T23" fmla="*/ 100 h 112"/>
                <a:gd name="T24" fmla="*/ 76 w 144"/>
                <a:gd name="T25" fmla="*/ 72 h 112"/>
                <a:gd name="T26" fmla="*/ 96 w 144"/>
                <a:gd name="T27" fmla="*/ 72 h 112"/>
                <a:gd name="T28" fmla="*/ 96 w 144"/>
                <a:gd name="T29" fmla="*/ 100 h 112"/>
                <a:gd name="T30" fmla="*/ 104 w 144"/>
                <a:gd name="T31" fmla="*/ 100 h 112"/>
                <a:gd name="T32" fmla="*/ 53 w 144"/>
                <a:gd name="T33" fmla="*/ 64 h 112"/>
                <a:gd name="T34" fmla="*/ 72 w 144"/>
                <a:gd name="T35" fmla="*/ 53 h 112"/>
                <a:gd name="T36" fmla="*/ 91 w 144"/>
                <a:gd name="T37" fmla="*/ 64 h 112"/>
                <a:gd name="T38" fmla="*/ 53 w 144"/>
                <a:gd name="T39" fmla="*/ 64 h 112"/>
                <a:gd name="T40" fmla="*/ 12 w 144"/>
                <a:gd name="T41" fmla="*/ 100 h 112"/>
                <a:gd name="T42" fmla="*/ 20 w 144"/>
                <a:gd name="T43" fmla="*/ 100 h 112"/>
                <a:gd name="T44" fmla="*/ 20 w 144"/>
                <a:gd name="T45" fmla="*/ 52 h 112"/>
                <a:gd name="T46" fmla="*/ 47 w 144"/>
                <a:gd name="T47" fmla="*/ 52 h 112"/>
                <a:gd name="T48" fmla="*/ 47 w 144"/>
                <a:gd name="T49" fmla="*/ 36 h 112"/>
                <a:gd name="T50" fmla="*/ 97 w 144"/>
                <a:gd name="T51" fmla="*/ 36 h 112"/>
                <a:gd name="T52" fmla="*/ 97 w 144"/>
                <a:gd name="T53" fmla="*/ 52 h 112"/>
                <a:gd name="T54" fmla="*/ 124 w 144"/>
                <a:gd name="T55" fmla="*/ 52 h 112"/>
                <a:gd name="T56" fmla="*/ 124 w 144"/>
                <a:gd name="T57" fmla="*/ 100 h 112"/>
                <a:gd name="T58" fmla="*/ 132 w 144"/>
                <a:gd name="T59" fmla="*/ 100 h 112"/>
                <a:gd name="T60" fmla="*/ 132 w 144"/>
                <a:gd name="T61" fmla="*/ 52 h 112"/>
                <a:gd name="T62" fmla="*/ 140 w 144"/>
                <a:gd name="T63" fmla="*/ 52 h 112"/>
                <a:gd name="T64" fmla="*/ 140 w 144"/>
                <a:gd name="T65" fmla="*/ 44 h 112"/>
                <a:gd name="T66" fmla="*/ 105 w 144"/>
                <a:gd name="T67" fmla="*/ 44 h 112"/>
                <a:gd name="T68" fmla="*/ 105 w 144"/>
                <a:gd name="T69" fmla="*/ 30 h 112"/>
                <a:gd name="T70" fmla="*/ 105 w 144"/>
                <a:gd name="T71" fmla="*/ 29 h 112"/>
                <a:gd name="T72" fmla="*/ 72 w 144"/>
                <a:gd name="T73" fmla="*/ 0 h 112"/>
                <a:gd name="T74" fmla="*/ 39 w 144"/>
                <a:gd name="T75" fmla="*/ 29 h 112"/>
                <a:gd name="T76" fmla="*/ 39 w 144"/>
                <a:gd name="T77" fmla="*/ 44 h 112"/>
                <a:gd name="T78" fmla="*/ 4 w 144"/>
                <a:gd name="T79" fmla="*/ 44 h 112"/>
                <a:gd name="T80" fmla="*/ 4 w 144"/>
                <a:gd name="T81" fmla="*/ 52 h 112"/>
                <a:gd name="T82" fmla="*/ 12 w 144"/>
                <a:gd name="T83" fmla="*/ 52 h 112"/>
                <a:gd name="T84" fmla="*/ 12 w 144"/>
                <a:gd name="T85" fmla="*/ 100 h 112"/>
                <a:gd name="T86" fmla="*/ 72 w 144"/>
                <a:gd name="T87" fmla="*/ 8 h 112"/>
                <a:gd name="T88" fmla="*/ 97 w 144"/>
                <a:gd name="T89" fmla="*/ 28 h 112"/>
                <a:gd name="T90" fmla="*/ 47 w 144"/>
                <a:gd name="T91" fmla="*/ 28 h 112"/>
                <a:gd name="T92" fmla="*/ 72 w 144"/>
                <a:gd name="T93" fmla="*/ 8 h 112"/>
                <a:gd name="T94" fmla="*/ 144 w 144"/>
                <a:gd name="T95" fmla="*/ 104 h 112"/>
                <a:gd name="T96" fmla="*/ 144 w 144"/>
                <a:gd name="T97" fmla="*/ 112 h 112"/>
                <a:gd name="T98" fmla="*/ 0 w 144"/>
                <a:gd name="T99" fmla="*/ 112 h 112"/>
                <a:gd name="T100" fmla="*/ 0 w 144"/>
                <a:gd name="T101" fmla="*/ 104 h 112"/>
                <a:gd name="T102" fmla="*/ 144 w 144"/>
                <a:gd name="T103" fmla="*/ 10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4" h="112">
                  <a:moveTo>
                    <a:pt x="104" y="100"/>
                  </a:moveTo>
                  <a:cubicBezTo>
                    <a:pt x="104" y="72"/>
                    <a:pt x="104" y="72"/>
                    <a:pt x="104" y="72"/>
                  </a:cubicBezTo>
                  <a:cubicBezTo>
                    <a:pt x="119" y="72"/>
                    <a:pt x="119" y="72"/>
                    <a:pt x="119" y="72"/>
                  </a:cubicBezTo>
                  <a:cubicBezTo>
                    <a:pt x="72" y="43"/>
                    <a:pt x="72" y="43"/>
                    <a:pt x="72" y="43"/>
                  </a:cubicBezTo>
                  <a:cubicBezTo>
                    <a:pt x="25" y="72"/>
                    <a:pt x="25" y="72"/>
                    <a:pt x="25" y="72"/>
                  </a:cubicBezTo>
                  <a:cubicBezTo>
                    <a:pt x="40" y="72"/>
                    <a:pt x="40" y="72"/>
                    <a:pt x="40" y="72"/>
                  </a:cubicBezTo>
                  <a:cubicBezTo>
                    <a:pt x="40" y="100"/>
                    <a:pt x="40" y="100"/>
                    <a:pt x="40" y="100"/>
                  </a:cubicBezTo>
                  <a:cubicBezTo>
                    <a:pt x="48" y="100"/>
                    <a:pt x="48" y="100"/>
                    <a:pt x="48" y="100"/>
                  </a:cubicBezTo>
                  <a:cubicBezTo>
                    <a:pt x="48" y="72"/>
                    <a:pt x="48" y="72"/>
                    <a:pt x="48" y="72"/>
                  </a:cubicBezTo>
                  <a:cubicBezTo>
                    <a:pt x="68" y="72"/>
                    <a:pt x="68" y="72"/>
                    <a:pt x="68" y="72"/>
                  </a:cubicBezTo>
                  <a:cubicBezTo>
                    <a:pt x="68" y="100"/>
                    <a:pt x="68" y="100"/>
                    <a:pt x="68" y="100"/>
                  </a:cubicBezTo>
                  <a:cubicBezTo>
                    <a:pt x="76" y="100"/>
                    <a:pt x="76" y="100"/>
                    <a:pt x="76" y="100"/>
                  </a:cubicBezTo>
                  <a:cubicBezTo>
                    <a:pt x="76" y="72"/>
                    <a:pt x="76" y="72"/>
                    <a:pt x="76" y="72"/>
                  </a:cubicBezTo>
                  <a:cubicBezTo>
                    <a:pt x="96" y="72"/>
                    <a:pt x="96" y="72"/>
                    <a:pt x="96" y="72"/>
                  </a:cubicBezTo>
                  <a:cubicBezTo>
                    <a:pt x="96" y="100"/>
                    <a:pt x="96" y="100"/>
                    <a:pt x="96" y="100"/>
                  </a:cubicBezTo>
                  <a:lnTo>
                    <a:pt x="104" y="100"/>
                  </a:lnTo>
                  <a:close/>
                  <a:moveTo>
                    <a:pt x="53" y="64"/>
                  </a:moveTo>
                  <a:cubicBezTo>
                    <a:pt x="72" y="53"/>
                    <a:pt x="72" y="53"/>
                    <a:pt x="72" y="53"/>
                  </a:cubicBezTo>
                  <a:cubicBezTo>
                    <a:pt x="91" y="64"/>
                    <a:pt x="91" y="64"/>
                    <a:pt x="91" y="64"/>
                  </a:cubicBezTo>
                  <a:lnTo>
                    <a:pt x="53" y="64"/>
                  </a:lnTo>
                  <a:close/>
                  <a:moveTo>
                    <a:pt x="12" y="100"/>
                  </a:moveTo>
                  <a:cubicBezTo>
                    <a:pt x="20" y="100"/>
                    <a:pt x="20" y="100"/>
                    <a:pt x="20" y="100"/>
                  </a:cubicBezTo>
                  <a:cubicBezTo>
                    <a:pt x="20" y="52"/>
                    <a:pt x="20" y="52"/>
                    <a:pt x="20" y="52"/>
                  </a:cubicBezTo>
                  <a:cubicBezTo>
                    <a:pt x="47" y="52"/>
                    <a:pt x="47" y="52"/>
                    <a:pt x="47" y="52"/>
                  </a:cubicBezTo>
                  <a:cubicBezTo>
                    <a:pt x="47" y="36"/>
                    <a:pt x="47" y="36"/>
                    <a:pt x="47" y="36"/>
                  </a:cubicBezTo>
                  <a:cubicBezTo>
                    <a:pt x="97" y="36"/>
                    <a:pt x="97" y="36"/>
                    <a:pt x="97" y="36"/>
                  </a:cubicBezTo>
                  <a:cubicBezTo>
                    <a:pt x="97" y="52"/>
                    <a:pt x="97" y="52"/>
                    <a:pt x="97" y="52"/>
                  </a:cubicBezTo>
                  <a:cubicBezTo>
                    <a:pt x="124" y="52"/>
                    <a:pt x="124" y="52"/>
                    <a:pt x="124" y="52"/>
                  </a:cubicBezTo>
                  <a:cubicBezTo>
                    <a:pt x="124" y="100"/>
                    <a:pt x="124" y="100"/>
                    <a:pt x="124" y="100"/>
                  </a:cubicBezTo>
                  <a:cubicBezTo>
                    <a:pt x="132" y="100"/>
                    <a:pt x="132" y="100"/>
                    <a:pt x="132" y="100"/>
                  </a:cubicBezTo>
                  <a:cubicBezTo>
                    <a:pt x="132" y="52"/>
                    <a:pt x="132" y="52"/>
                    <a:pt x="132" y="52"/>
                  </a:cubicBezTo>
                  <a:cubicBezTo>
                    <a:pt x="140" y="52"/>
                    <a:pt x="140" y="52"/>
                    <a:pt x="140" y="52"/>
                  </a:cubicBezTo>
                  <a:cubicBezTo>
                    <a:pt x="140" y="44"/>
                    <a:pt x="140" y="44"/>
                    <a:pt x="140" y="44"/>
                  </a:cubicBezTo>
                  <a:cubicBezTo>
                    <a:pt x="105" y="44"/>
                    <a:pt x="105" y="44"/>
                    <a:pt x="105" y="44"/>
                  </a:cubicBezTo>
                  <a:cubicBezTo>
                    <a:pt x="105" y="30"/>
                    <a:pt x="105" y="30"/>
                    <a:pt x="105" y="30"/>
                  </a:cubicBezTo>
                  <a:cubicBezTo>
                    <a:pt x="105" y="29"/>
                    <a:pt x="105" y="29"/>
                    <a:pt x="105" y="29"/>
                  </a:cubicBezTo>
                  <a:cubicBezTo>
                    <a:pt x="103" y="13"/>
                    <a:pt x="89" y="0"/>
                    <a:pt x="72" y="0"/>
                  </a:cubicBezTo>
                  <a:cubicBezTo>
                    <a:pt x="55" y="0"/>
                    <a:pt x="41" y="13"/>
                    <a:pt x="39" y="29"/>
                  </a:cubicBezTo>
                  <a:cubicBezTo>
                    <a:pt x="39" y="44"/>
                    <a:pt x="39" y="44"/>
                    <a:pt x="39" y="44"/>
                  </a:cubicBezTo>
                  <a:cubicBezTo>
                    <a:pt x="4" y="44"/>
                    <a:pt x="4" y="44"/>
                    <a:pt x="4" y="44"/>
                  </a:cubicBezTo>
                  <a:cubicBezTo>
                    <a:pt x="4" y="52"/>
                    <a:pt x="4" y="52"/>
                    <a:pt x="4" y="52"/>
                  </a:cubicBezTo>
                  <a:cubicBezTo>
                    <a:pt x="12" y="52"/>
                    <a:pt x="12" y="52"/>
                    <a:pt x="12" y="52"/>
                  </a:cubicBezTo>
                  <a:lnTo>
                    <a:pt x="12" y="100"/>
                  </a:lnTo>
                  <a:close/>
                  <a:moveTo>
                    <a:pt x="72" y="8"/>
                  </a:moveTo>
                  <a:cubicBezTo>
                    <a:pt x="84" y="8"/>
                    <a:pt x="94" y="16"/>
                    <a:pt x="97" y="28"/>
                  </a:cubicBezTo>
                  <a:cubicBezTo>
                    <a:pt x="47" y="28"/>
                    <a:pt x="47" y="28"/>
                    <a:pt x="47" y="28"/>
                  </a:cubicBezTo>
                  <a:cubicBezTo>
                    <a:pt x="50" y="16"/>
                    <a:pt x="60" y="8"/>
                    <a:pt x="72" y="8"/>
                  </a:cubicBezTo>
                  <a:close/>
                  <a:moveTo>
                    <a:pt x="144" y="104"/>
                  </a:moveTo>
                  <a:cubicBezTo>
                    <a:pt x="144" y="112"/>
                    <a:pt x="144" y="112"/>
                    <a:pt x="144" y="112"/>
                  </a:cubicBezTo>
                  <a:cubicBezTo>
                    <a:pt x="0" y="112"/>
                    <a:pt x="0" y="112"/>
                    <a:pt x="0" y="112"/>
                  </a:cubicBezTo>
                  <a:cubicBezTo>
                    <a:pt x="0" y="104"/>
                    <a:pt x="0" y="104"/>
                    <a:pt x="0" y="104"/>
                  </a:cubicBezTo>
                  <a:lnTo>
                    <a:pt x="144"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7" name="TextBox 66"/>
          <p:cNvSpPr txBox="1"/>
          <p:nvPr/>
        </p:nvSpPr>
        <p:spPr>
          <a:xfrm>
            <a:off x="9874537" y="3861048"/>
            <a:ext cx="688447" cy="314784"/>
          </a:xfrm>
          <a:prstGeom prst="rect">
            <a:avLst/>
          </a:prstGeom>
          <a:noFill/>
        </p:spPr>
        <p:txBody>
          <a:bodyPr wrap="square" lIns="0" tIns="0" rIns="0" bIns="0" rtlCol="0">
            <a:noAutofit/>
          </a:bodyPr>
          <a:lstStyle/>
          <a:p>
            <a:pPr>
              <a:lnSpc>
                <a:spcPct val="90000"/>
              </a:lnSpc>
            </a:pPr>
            <a:r>
              <a:rPr lang="en-AU" sz="1400" dirty="0" smtClean="0"/>
              <a:t>Declare</a:t>
            </a:r>
            <a:endParaRPr lang="en-US" sz="1400" dirty="0"/>
          </a:p>
        </p:txBody>
      </p:sp>
      <p:sp>
        <p:nvSpPr>
          <p:cNvPr id="63" name="Rounded Rectangle 62"/>
          <p:cNvSpPr/>
          <p:nvPr/>
        </p:nvSpPr>
        <p:spPr>
          <a:xfrm>
            <a:off x="563381" y="4478424"/>
            <a:ext cx="4059871" cy="43840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68" name="Rounded Rectangle 4"/>
          <p:cNvSpPr/>
          <p:nvPr/>
        </p:nvSpPr>
        <p:spPr>
          <a:xfrm>
            <a:off x="610668" y="4491265"/>
            <a:ext cx="3965297" cy="41272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en-AU" sz="2600" kern="1200" dirty="0" smtClean="0"/>
              <a:t>Understand</a:t>
            </a:r>
            <a:endParaRPr lang="en-US" sz="2600" kern="1200" dirty="0"/>
          </a:p>
        </p:txBody>
      </p:sp>
      <p:grpSp>
        <p:nvGrpSpPr>
          <p:cNvPr id="69" name="Group 68"/>
          <p:cNvGrpSpPr/>
          <p:nvPr/>
        </p:nvGrpSpPr>
        <p:grpSpPr>
          <a:xfrm>
            <a:off x="4906471" y="4459790"/>
            <a:ext cx="1928676" cy="444204"/>
            <a:chOff x="3337065" y="1007715"/>
            <a:chExt cx="1928676" cy="766970"/>
          </a:xfrm>
        </p:grpSpPr>
        <p:sp>
          <p:nvSpPr>
            <p:cNvPr id="70" name="Rounded Rectangle 69"/>
            <p:cNvSpPr/>
            <p:nvPr/>
          </p:nvSpPr>
          <p:spPr>
            <a:xfrm>
              <a:off x="3337065" y="1007715"/>
              <a:ext cx="1928676" cy="766970"/>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71" name="Rounded Rectangle 4"/>
            <p:cNvSpPr/>
            <p:nvPr/>
          </p:nvSpPr>
          <p:spPr>
            <a:xfrm>
              <a:off x="3359529" y="1030179"/>
              <a:ext cx="1883748" cy="7220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en-AU" sz="2600" kern="1200" dirty="0" smtClean="0"/>
                <a:t>Get control</a:t>
              </a:r>
              <a:endParaRPr lang="en-US" sz="2600" kern="1200" dirty="0"/>
            </a:p>
          </p:txBody>
        </p:sp>
      </p:grpSp>
      <p:grpSp>
        <p:nvGrpSpPr>
          <p:cNvPr id="72" name="Group 71"/>
          <p:cNvGrpSpPr/>
          <p:nvPr/>
        </p:nvGrpSpPr>
        <p:grpSpPr>
          <a:xfrm>
            <a:off x="7112619" y="5735683"/>
            <a:ext cx="1928676" cy="429621"/>
            <a:chOff x="6186052" y="2797313"/>
            <a:chExt cx="1928676" cy="766970"/>
          </a:xfrm>
        </p:grpSpPr>
        <p:sp>
          <p:nvSpPr>
            <p:cNvPr id="73" name="Rounded Rectangle 72"/>
            <p:cNvSpPr/>
            <p:nvPr/>
          </p:nvSpPr>
          <p:spPr>
            <a:xfrm>
              <a:off x="6186052" y="2797313"/>
              <a:ext cx="1928676" cy="766970"/>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74" name="Rounded Rectangle 4"/>
            <p:cNvSpPr/>
            <p:nvPr/>
          </p:nvSpPr>
          <p:spPr>
            <a:xfrm>
              <a:off x="6208516" y="2819777"/>
              <a:ext cx="1883748" cy="7220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en-AU" sz="2600" kern="1200" dirty="0" smtClean="0"/>
                <a:t>Mitigate risk</a:t>
              </a:r>
              <a:endParaRPr lang="en-US" sz="2600" kern="1200" dirty="0"/>
            </a:p>
          </p:txBody>
        </p:sp>
      </p:grpSp>
      <p:grpSp>
        <p:nvGrpSpPr>
          <p:cNvPr id="75" name="Group 74"/>
          <p:cNvGrpSpPr/>
          <p:nvPr/>
        </p:nvGrpSpPr>
        <p:grpSpPr>
          <a:xfrm>
            <a:off x="7112619" y="3255087"/>
            <a:ext cx="1928676" cy="428691"/>
            <a:chOff x="9035039" y="1007715"/>
            <a:chExt cx="1928676" cy="766970"/>
          </a:xfrm>
        </p:grpSpPr>
        <p:sp>
          <p:nvSpPr>
            <p:cNvPr id="76" name="Rounded Rectangle 75"/>
            <p:cNvSpPr/>
            <p:nvPr/>
          </p:nvSpPr>
          <p:spPr>
            <a:xfrm>
              <a:off x="9035039" y="1007715"/>
              <a:ext cx="1928676" cy="766970"/>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77" name="Rounded Rectangle 4"/>
            <p:cNvSpPr/>
            <p:nvPr/>
          </p:nvSpPr>
          <p:spPr>
            <a:xfrm>
              <a:off x="9057503" y="1030179"/>
              <a:ext cx="1883748" cy="7220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en-AU" sz="2600" kern="1200" dirty="0" smtClean="0"/>
                <a:t>Leverage</a:t>
              </a:r>
              <a:endParaRPr lang="en-US" sz="2600" kern="1200" dirty="0"/>
            </a:p>
          </p:txBody>
        </p:sp>
      </p:grpSp>
    </p:spTree>
    <p:extLst>
      <p:ext uri="{BB962C8B-B14F-4D97-AF65-F5344CB8AC3E}">
        <p14:creationId xmlns:p14="http://schemas.microsoft.com/office/powerpoint/2010/main" val="136415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fade">
                                      <p:cBhvr>
                                        <p:cTn id="27" dur="500"/>
                                        <p:tgtEl>
                                          <p:spTgt spid="6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500"/>
                                        <p:tgtEl>
                                          <p:spTgt spid="47"/>
                                        </p:tgtEl>
                                      </p:cBhvr>
                                    </p:animEffect>
                                  </p:childTnLst>
                                </p:cTn>
                              </p:par>
                              <p:par>
                                <p:cTn id="39" presetID="10" presetClass="entr" presetSubtype="0" fill="hold"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500"/>
                                        <p:tgtEl>
                                          <p:spTgt spid="7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72"/>
                                        </p:tgtEl>
                                        <p:attrNameLst>
                                          <p:attrName>style.visibility</p:attrName>
                                        </p:attrNameLst>
                                      </p:cBhvr>
                                      <p:to>
                                        <p:strVal val="visible"/>
                                      </p:to>
                                    </p:set>
                                    <p:animEffect transition="in" filter="fade">
                                      <p:cBhvr>
                                        <p:cTn id="66" dur="500"/>
                                        <p:tgtEl>
                                          <p:spTgt spid="72"/>
                                        </p:tgtEl>
                                      </p:cBhvr>
                                    </p:animEffect>
                                  </p:childTnLst>
                                </p:cTn>
                              </p:par>
                              <p:par>
                                <p:cTn id="67" presetID="10"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fade">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fade">
                                      <p:cBhvr>
                                        <p:cTn id="74" dur="500"/>
                                        <p:tgtEl>
                                          <p:spTgt spid="58"/>
                                        </p:tgtEl>
                                      </p:cBhvr>
                                    </p:animEffect>
                                  </p:childTnLst>
                                </p:cTn>
                              </p:par>
                              <p:par>
                                <p:cTn id="75" presetID="10" presetClass="entr" presetSubtype="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00"/>
                                        <p:tgtEl>
                                          <p:spTgt spid="36"/>
                                        </p:tgtEl>
                                      </p:cBhvr>
                                    </p:animEffect>
                                  </p:childTnLst>
                                </p:cTn>
                              </p:par>
                              <p:par>
                                <p:cTn id="78" presetID="10" presetClass="entr" presetSubtype="0" fill="hold"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childTnLst>
                                </p:cTn>
                              </p:par>
                              <p:par>
                                <p:cTn id="84" presetID="10" presetClass="entr" presetSubtype="0" fill="hold" nodeType="withEffect">
                                  <p:stCondLst>
                                    <p:cond delay="0"/>
                                  </p:stCondLst>
                                  <p:childTnLst>
                                    <p:set>
                                      <p:cBhvr>
                                        <p:cTn id="85" dur="1" fill="hold">
                                          <p:stCondLst>
                                            <p:cond delay="0"/>
                                          </p:stCondLst>
                                        </p:cTn>
                                        <p:tgtEl>
                                          <p:spTgt spid="64"/>
                                        </p:tgtEl>
                                        <p:attrNameLst>
                                          <p:attrName>style.visibility</p:attrName>
                                        </p:attrNameLst>
                                      </p:cBhvr>
                                      <p:to>
                                        <p:strVal val="visible"/>
                                      </p:to>
                                    </p:set>
                                    <p:animEffect transition="in" filter="fade">
                                      <p:cBhvr>
                                        <p:cTn id="86" dur="500"/>
                                        <p:tgtEl>
                                          <p:spTgt spid="6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7"/>
                                        </p:tgtEl>
                                        <p:attrNameLst>
                                          <p:attrName>style.visibility</p:attrName>
                                        </p:attrNameLst>
                                      </p:cBhvr>
                                      <p:to>
                                        <p:strVal val="visible"/>
                                      </p:to>
                                    </p:set>
                                    <p:animEffect transition="in" filter="fade">
                                      <p:cBhvr>
                                        <p:cTn id="89" dur="500"/>
                                        <p:tgtEl>
                                          <p:spTgt spid="6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fade">
                                      <p:cBhvr>
                                        <p:cTn id="9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35" grpId="0" animBg="1"/>
      <p:bldP spid="43" grpId="0" animBg="1"/>
      <p:bldP spid="57" grpId="0" animBg="1"/>
      <p:bldP spid="59" grpId="0"/>
      <p:bldP spid="60" grpId="0"/>
      <p:bldP spid="61" grpId="0"/>
      <p:bldP spid="6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485197" y="3280629"/>
            <a:ext cx="5367940" cy="2623745"/>
          </a:xfrm>
          <a:prstGeom prst="rect">
            <a:avLst/>
          </a:prstGeom>
        </p:spPr>
      </p:pic>
      <p:sp>
        <p:nvSpPr>
          <p:cNvPr id="4" name="Title 3"/>
          <p:cNvSpPr>
            <a:spLocks noGrp="1"/>
          </p:cNvSpPr>
          <p:nvPr>
            <p:ph type="title"/>
          </p:nvPr>
        </p:nvSpPr>
        <p:spPr/>
        <p:txBody>
          <a:bodyPr>
            <a:normAutofit/>
          </a:bodyPr>
          <a:lstStyle/>
          <a:p>
            <a:r>
              <a:rPr lang="en-US" dirty="0" smtClean="0"/>
              <a:t>Identify </a:t>
            </a:r>
            <a:r>
              <a:rPr lang="en-US" dirty="0"/>
              <a:t>and eliminate redundant, obsolete and trivial data</a:t>
            </a:r>
          </a:p>
        </p:txBody>
      </p:sp>
      <p:pic>
        <p:nvPicPr>
          <p:cNvPr id="7" name="Picture 2" descr="image001"/>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0" t="7553" r="48249"/>
          <a:stretch/>
        </p:blipFill>
        <p:spPr bwMode="auto">
          <a:xfrm>
            <a:off x="6320903" y="1743087"/>
            <a:ext cx="2871325" cy="2468287"/>
          </a:xfrm>
          <a:prstGeom prst="rect">
            <a:avLst/>
          </a:prstGeom>
          <a:ln>
            <a:noFill/>
          </a:ln>
          <a:effectLst>
            <a:outerShdw blurRad="190500" algn="tl" rotWithShape="0">
              <a:srgbClr val="000000">
                <a:alpha val="70000"/>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5"/>
          <p:cNvSpPr/>
          <p:nvPr/>
        </p:nvSpPr>
        <p:spPr>
          <a:xfrm>
            <a:off x="6063736" y="4445189"/>
            <a:ext cx="6096000" cy="369332"/>
          </a:xfrm>
          <a:prstGeom prst="rect">
            <a:avLst/>
          </a:prstGeom>
        </p:spPr>
        <p:txBody>
          <a:bodyPr>
            <a:spAutoFit/>
          </a:bodyPr>
          <a:lstStyle/>
          <a:p>
            <a:endParaRPr lang="en-US" dirty="0"/>
          </a:p>
        </p:txBody>
      </p:sp>
      <p:sp>
        <p:nvSpPr>
          <p:cNvPr id="10" name="Text Placeholder 4"/>
          <p:cNvSpPr txBox="1">
            <a:spLocks/>
          </p:cNvSpPr>
          <p:nvPr/>
        </p:nvSpPr>
        <p:spPr>
          <a:xfrm>
            <a:off x="835720" y="1821168"/>
            <a:ext cx="5063722" cy="4418765"/>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600"/>
              </a:spcBef>
              <a:spcAft>
                <a:spcPts val="1200"/>
              </a:spcAft>
              <a:buFont typeface="Wingdings" panose="05000000000000000000" pitchFamily="2" charset="2"/>
              <a:buChar char="§"/>
              <a:defRPr sz="2200" kern="1200">
                <a:solidFill>
                  <a:schemeClr val="tx1"/>
                </a:solidFill>
                <a:latin typeface="+mn-lt"/>
                <a:ea typeface="+mn-ea"/>
                <a:cs typeface="+mn-cs"/>
              </a:defRPr>
            </a:lvl1pPr>
            <a:lvl2pPr marL="400041" indent="-171446" algn="l" defTabSz="914377" rtl="0" eaLnBrk="1" latinLnBrk="0" hangingPunct="1">
              <a:lnSpc>
                <a:spcPct val="90000"/>
              </a:lnSpc>
              <a:spcBef>
                <a:spcPts val="600"/>
              </a:spcBef>
              <a:spcAft>
                <a:spcPts val="1200"/>
              </a:spcAft>
              <a:buFont typeface="Calibri" panose="020F0502020204030204" pitchFamily="34" charset="0"/>
              <a:buChar char="-"/>
              <a:defRPr sz="2000" kern="1200">
                <a:solidFill>
                  <a:schemeClr val="tx1"/>
                </a:solidFill>
                <a:latin typeface="+mn-lt"/>
                <a:ea typeface="+mn-ea"/>
                <a:cs typeface="+mn-cs"/>
              </a:defRPr>
            </a:lvl2pPr>
            <a:lvl3pPr marL="571486" indent="-171446" algn="l" defTabSz="914377" rtl="0" eaLnBrk="1" latinLnBrk="0" hangingPunct="1">
              <a:lnSpc>
                <a:spcPct val="90000"/>
              </a:lnSpc>
              <a:spcBef>
                <a:spcPts val="600"/>
              </a:spcBef>
              <a:spcAft>
                <a:spcPts val="1200"/>
              </a:spcAft>
              <a:buFont typeface="Calibri" panose="020F0502020204030204" pitchFamily="34" charset="0"/>
              <a:buChar char="-"/>
              <a:defRPr sz="1800" kern="1200">
                <a:solidFill>
                  <a:schemeClr val="tx1"/>
                </a:solidFill>
                <a:latin typeface="+mn-lt"/>
                <a:ea typeface="+mn-ea"/>
                <a:cs typeface="+mn-cs"/>
              </a:defRPr>
            </a:lvl3pPr>
            <a:lvl4pPr marL="742932" indent="-171446" algn="l" defTabSz="914377" rtl="0" eaLnBrk="1" latinLnBrk="0" hangingPunct="1">
              <a:lnSpc>
                <a:spcPct val="90000"/>
              </a:lnSpc>
              <a:spcBef>
                <a:spcPts val="600"/>
              </a:spcBef>
              <a:spcAft>
                <a:spcPts val="1200"/>
              </a:spcAft>
              <a:buFont typeface="Arial" panose="020B0604020202020204" pitchFamily="34" charset="0"/>
              <a:buChar char="•"/>
              <a:defRPr sz="1600" kern="1200">
                <a:solidFill>
                  <a:schemeClr val="tx1"/>
                </a:solidFill>
                <a:latin typeface="+mn-lt"/>
                <a:ea typeface="+mn-ea"/>
                <a:cs typeface="+mn-cs"/>
              </a:defRPr>
            </a:lvl4pPr>
            <a:lvl5pPr marL="914377" indent="-171446" algn="l" defTabSz="914377" rtl="0" eaLnBrk="1" latinLnBrk="0" hangingPunct="1">
              <a:lnSpc>
                <a:spcPct val="90000"/>
              </a:lnSpc>
              <a:spcBef>
                <a:spcPts val="600"/>
              </a:spcBef>
              <a:spcAft>
                <a:spcPts val="1200"/>
              </a:spcAft>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Capture metadata and/or content index from files</a:t>
            </a:r>
          </a:p>
          <a:p>
            <a:r>
              <a:rPr lang="en-US" sz="2000" dirty="0"/>
              <a:t>Build out-of-the box categorization </a:t>
            </a:r>
            <a:r>
              <a:rPr lang="en-US" sz="2000" dirty="0" smtClean="0"/>
              <a:t>reports</a:t>
            </a:r>
          </a:p>
          <a:p>
            <a:endParaRPr lang="en-US" sz="2000" dirty="0"/>
          </a:p>
          <a:p>
            <a:r>
              <a:rPr lang="en-US" sz="2000" dirty="0" smtClean="0"/>
              <a:t>Review and tag</a:t>
            </a:r>
          </a:p>
          <a:p>
            <a:r>
              <a:rPr lang="en-US" sz="2000" dirty="0" smtClean="0"/>
              <a:t>Execute actions to clean up data</a:t>
            </a:r>
          </a:p>
          <a:p>
            <a:r>
              <a:rPr lang="en-US" sz="2000" dirty="0" smtClean="0"/>
              <a:t>Reduce data before migrating data to cloud</a:t>
            </a:r>
          </a:p>
          <a:p>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val="10833128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Identify and control business critical data across enterprise systems</a:t>
            </a:r>
            <a:endParaRPr lang="en-US" dirty="0"/>
          </a:p>
        </p:txBody>
      </p:sp>
      <p:sp>
        <p:nvSpPr>
          <p:cNvPr id="14" name="Content Placeholder 13"/>
          <p:cNvSpPr>
            <a:spLocks noGrp="1"/>
          </p:cNvSpPr>
          <p:nvPr>
            <p:ph type="body" sz="quarter" idx="4294967295"/>
          </p:nvPr>
        </p:nvSpPr>
        <p:spPr>
          <a:xfrm>
            <a:off x="946785" y="1825626"/>
            <a:ext cx="5063722" cy="4238625"/>
          </a:xfrm>
          <a:prstGeom prst="rect">
            <a:avLst/>
          </a:prstGeom>
        </p:spPr>
        <p:txBody>
          <a:bodyPr/>
          <a:lstStyle/>
          <a:p>
            <a:r>
              <a:rPr lang="en-US" sz="2000" dirty="0" smtClean="0"/>
              <a:t>Identify sensitive data (pattern matching)</a:t>
            </a:r>
          </a:p>
          <a:p>
            <a:endParaRPr lang="en-US" sz="2000" dirty="0" smtClean="0"/>
          </a:p>
          <a:p>
            <a:r>
              <a:rPr lang="en-US" sz="2000" dirty="0" smtClean="0"/>
              <a:t>Auto-categorize (incl. machine learning)</a:t>
            </a:r>
          </a:p>
          <a:p>
            <a:endParaRPr lang="en-US" sz="2000" dirty="0" smtClean="0"/>
          </a:p>
          <a:p>
            <a:r>
              <a:rPr lang="en-US" sz="2000" dirty="0" smtClean="0"/>
              <a:t>Automate actions (Dispose, move, hold or auto-declare records)</a:t>
            </a:r>
            <a:endParaRPr lang="en-US" sz="2000" dirty="0"/>
          </a:p>
        </p:txBody>
      </p:sp>
      <p:pic>
        <p:nvPicPr>
          <p:cNvPr id="37" name="Picture 36" descr="paper_stacks_01.jpg"/>
          <p:cNvPicPr>
            <a:picLocks noChangeAspect="1"/>
          </p:cNvPicPr>
          <p:nvPr/>
        </p:nvPicPr>
        <p:blipFill>
          <a:blip r:embed="rId3">
            <a:clrChange>
              <a:clrFrom>
                <a:srgbClr val="FFFFFF"/>
              </a:clrFrom>
              <a:clrTo>
                <a:srgbClr val="FFFFFF">
                  <a:alpha val="0"/>
                </a:srgbClr>
              </a:clrTo>
            </a:clrChange>
          </a:blip>
          <a:srcRect l="15190" t="7574" r="14980" b="3374"/>
          <a:stretch>
            <a:fillRect/>
          </a:stretch>
        </p:blipFill>
        <p:spPr>
          <a:xfrm>
            <a:off x="6947869" y="1502896"/>
            <a:ext cx="3614482" cy="3331037"/>
          </a:xfrm>
          <a:prstGeom prst="rect">
            <a:avLst/>
          </a:prstGeom>
        </p:spPr>
      </p:pic>
      <p:sp>
        <p:nvSpPr>
          <p:cNvPr id="38" name="Text Box 5"/>
          <p:cNvSpPr txBox="1">
            <a:spLocks noChangeArrowheads="1"/>
          </p:cNvSpPr>
          <p:nvPr/>
        </p:nvSpPr>
        <p:spPr bwMode="auto">
          <a:xfrm>
            <a:off x="8052181" y="3382690"/>
            <a:ext cx="1624344" cy="276999"/>
          </a:xfrm>
          <a:prstGeom prst="rect">
            <a:avLst/>
          </a:prstGeom>
          <a:solidFill>
            <a:schemeClr val="bg1"/>
          </a:solidFill>
          <a:ln w="9525">
            <a:noFill/>
            <a:miter lim="800000"/>
            <a:headEnd/>
            <a:tailEnd/>
          </a:ln>
        </p:spPr>
        <p:txBody>
          <a:bodyPr wrap="square">
            <a:spAutoFit/>
          </a:bodyPr>
          <a:lstStyle/>
          <a:p>
            <a:pPr hangingPunct="1"/>
            <a:r>
              <a:rPr lang="en-GB" sz="1200" b="1" kern="1200" dirty="0">
                <a:solidFill>
                  <a:srgbClr val="00B388"/>
                </a:solidFill>
                <a:ea typeface="+mn-ea"/>
                <a:cs typeface="+mn-cs"/>
              </a:rPr>
              <a:t>Product issues</a:t>
            </a:r>
            <a:endParaRPr lang="en-US" sz="1200" b="1" kern="1200" dirty="0">
              <a:solidFill>
                <a:srgbClr val="00B388"/>
              </a:solidFill>
              <a:ea typeface="+mn-ea"/>
              <a:cs typeface="+mn-cs"/>
            </a:endParaRPr>
          </a:p>
        </p:txBody>
      </p:sp>
      <p:sp>
        <p:nvSpPr>
          <p:cNvPr id="40" name="Oval 39"/>
          <p:cNvSpPr/>
          <p:nvPr/>
        </p:nvSpPr>
        <p:spPr>
          <a:xfrm>
            <a:off x="9312623" y="3784255"/>
            <a:ext cx="113798" cy="120646"/>
          </a:xfrm>
          <a:prstGeom prst="ellipse">
            <a:avLst/>
          </a:prstGeom>
          <a:solidFill>
            <a:srgbClr val="F05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hangingPunct="1"/>
            <a:endParaRPr lang="en-US" kern="1200">
              <a:solidFill>
                <a:prstClr val="white"/>
              </a:solidFill>
            </a:endParaRPr>
          </a:p>
        </p:txBody>
      </p:sp>
      <p:sp>
        <p:nvSpPr>
          <p:cNvPr id="41" name="Oval 40"/>
          <p:cNvSpPr/>
          <p:nvPr/>
        </p:nvSpPr>
        <p:spPr>
          <a:xfrm>
            <a:off x="9983528" y="1749573"/>
            <a:ext cx="113798" cy="120646"/>
          </a:xfrm>
          <a:prstGeom prst="ellipse">
            <a:avLst/>
          </a:prstGeom>
          <a:solidFill>
            <a:srgbClr val="F05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hangingPunct="1"/>
            <a:endParaRPr lang="en-US" kern="1200">
              <a:solidFill>
                <a:prstClr val="white"/>
              </a:solidFill>
            </a:endParaRPr>
          </a:p>
        </p:txBody>
      </p:sp>
      <p:sp>
        <p:nvSpPr>
          <p:cNvPr id="44" name="Oval 43"/>
          <p:cNvSpPr/>
          <p:nvPr/>
        </p:nvSpPr>
        <p:spPr>
          <a:xfrm>
            <a:off x="7289133" y="1960096"/>
            <a:ext cx="113798" cy="120646"/>
          </a:xfrm>
          <a:prstGeom prst="ellipse">
            <a:avLst/>
          </a:prstGeom>
          <a:solidFill>
            <a:srgbClr val="F05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hangingPunct="1"/>
            <a:endParaRPr lang="en-US" kern="1200">
              <a:solidFill>
                <a:prstClr val="white"/>
              </a:solidFill>
            </a:endParaRPr>
          </a:p>
        </p:txBody>
      </p:sp>
      <p:sp>
        <p:nvSpPr>
          <p:cNvPr id="45" name="Oval 44"/>
          <p:cNvSpPr/>
          <p:nvPr/>
        </p:nvSpPr>
        <p:spPr>
          <a:xfrm>
            <a:off x="7854283" y="1667996"/>
            <a:ext cx="113798" cy="120646"/>
          </a:xfrm>
          <a:prstGeom prst="ellipse">
            <a:avLst/>
          </a:prstGeom>
          <a:solidFill>
            <a:srgbClr val="F05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hangingPunct="1"/>
            <a:endParaRPr lang="en-US" kern="1200">
              <a:solidFill>
                <a:prstClr val="white"/>
              </a:solidFill>
            </a:endParaRPr>
          </a:p>
        </p:txBody>
      </p:sp>
      <p:sp>
        <p:nvSpPr>
          <p:cNvPr id="46" name="Text Box 5"/>
          <p:cNvSpPr txBox="1">
            <a:spLocks noChangeArrowheads="1"/>
          </p:cNvSpPr>
          <p:nvPr/>
        </p:nvSpPr>
        <p:spPr bwMode="auto">
          <a:xfrm>
            <a:off x="7932075" y="1579931"/>
            <a:ext cx="982027" cy="276999"/>
          </a:xfrm>
          <a:prstGeom prst="rect">
            <a:avLst/>
          </a:prstGeom>
          <a:noFill/>
          <a:ln w="9525">
            <a:noFill/>
            <a:miter lim="800000"/>
            <a:headEnd/>
            <a:tailEnd/>
          </a:ln>
        </p:spPr>
        <p:txBody>
          <a:bodyPr wrap="square">
            <a:spAutoFit/>
          </a:bodyPr>
          <a:lstStyle/>
          <a:p>
            <a:pPr hangingPunct="1"/>
            <a:r>
              <a:rPr lang="en-GB" sz="1200" b="1" kern="1200" dirty="0">
                <a:solidFill>
                  <a:srgbClr val="00B388"/>
                </a:solidFill>
                <a:ea typeface="+mn-ea"/>
                <a:cs typeface="+mn-cs"/>
              </a:rPr>
              <a:t>Contracts</a:t>
            </a:r>
            <a:endParaRPr lang="en-US" sz="1200" b="1" kern="1200" dirty="0">
              <a:solidFill>
                <a:srgbClr val="00B388"/>
              </a:solidFill>
              <a:ea typeface="+mn-ea"/>
              <a:cs typeface="+mn-cs"/>
            </a:endParaRPr>
          </a:p>
        </p:txBody>
      </p:sp>
      <p:sp>
        <p:nvSpPr>
          <p:cNvPr id="47" name="Text Box 5"/>
          <p:cNvSpPr txBox="1">
            <a:spLocks noChangeArrowheads="1"/>
          </p:cNvSpPr>
          <p:nvPr/>
        </p:nvSpPr>
        <p:spPr bwMode="auto">
          <a:xfrm>
            <a:off x="7346032" y="2152021"/>
            <a:ext cx="1102511" cy="646331"/>
          </a:xfrm>
          <a:prstGeom prst="rect">
            <a:avLst/>
          </a:prstGeom>
          <a:solidFill>
            <a:schemeClr val="bg1"/>
          </a:solidFill>
          <a:ln w="9525">
            <a:noFill/>
            <a:miter lim="800000"/>
            <a:headEnd/>
            <a:tailEnd/>
          </a:ln>
        </p:spPr>
        <p:txBody>
          <a:bodyPr wrap="square">
            <a:spAutoFit/>
          </a:bodyPr>
          <a:lstStyle>
            <a:defPPr>
              <a:defRPr lang="en-US"/>
            </a:defPPr>
            <a:lvl1pPr>
              <a:defRPr sz="1200" b="1">
                <a:solidFill>
                  <a:schemeClr val="accent2"/>
                </a:solidFill>
              </a:defRPr>
            </a:lvl1pPr>
          </a:lstStyle>
          <a:p>
            <a:pPr hangingPunct="1"/>
            <a:r>
              <a:rPr lang="en-GB" kern="1200" dirty="0">
                <a:solidFill>
                  <a:srgbClr val="00B388"/>
                </a:solidFill>
                <a:ea typeface="+mn-ea"/>
                <a:cs typeface="+mn-cs"/>
              </a:rPr>
              <a:t>Off balance</a:t>
            </a:r>
            <a:br>
              <a:rPr lang="en-GB" kern="1200" dirty="0">
                <a:solidFill>
                  <a:srgbClr val="00B388"/>
                </a:solidFill>
                <a:ea typeface="+mn-ea"/>
                <a:cs typeface="+mn-cs"/>
              </a:rPr>
            </a:br>
            <a:r>
              <a:rPr lang="en-GB" kern="1200" dirty="0">
                <a:solidFill>
                  <a:srgbClr val="00B388"/>
                </a:solidFill>
                <a:ea typeface="+mn-ea"/>
                <a:cs typeface="+mn-cs"/>
              </a:rPr>
              <a:t>sheet transactions</a:t>
            </a:r>
            <a:endParaRPr lang="en-US" kern="1200" dirty="0">
              <a:solidFill>
                <a:srgbClr val="00B388"/>
              </a:solidFill>
              <a:ea typeface="+mn-ea"/>
              <a:cs typeface="+mn-cs"/>
            </a:endParaRPr>
          </a:p>
        </p:txBody>
      </p:sp>
      <p:sp>
        <p:nvSpPr>
          <p:cNvPr id="48" name="Text Box 5"/>
          <p:cNvSpPr txBox="1">
            <a:spLocks noChangeArrowheads="1"/>
          </p:cNvSpPr>
          <p:nvPr/>
        </p:nvSpPr>
        <p:spPr bwMode="auto">
          <a:xfrm>
            <a:off x="9309469" y="1534533"/>
            <a:ext cx="857515" cy="276999"/>
          </a:xfrm>
          <a:prstGeom prst="rect">
            <a:avLst/>
          </a:prstGeom>
          <a:noFill/>
          <a:ln w="9525">
            <a:noFill/>
            <a:miter lim="800000"/>
            <a:headEnd/>
            <a:tailEnd/>
          </a:ln>
        </p:spPr>
        <p:txBody>
          <a:bodyPr wrap="square">
            <a:spAutoFit/>
          </a:bodyPr>
          <a:lstStyle/>
          <a:p>
            <a:pPr hangingPunct="1"/>
            <a:r>
              <a:rPr lang="en-GB" sz="1200" b="1" kern="1200" dirty="0">
                <a:solidFill>
                  <a:srgbClr val="00B388"/>
                </a:solidFill>
                <a:ea typeface="+mn-ea"/>
                <a:cs typeface="+mn-cs"/>
              </a:rPr>
              <a:t>HR data</a:t>
            </a:r>
            <a:endParaRPr lang="en-US" sz="1200" b="1" kern="1200" dirty="0">
              <a:solidFill>
                <a:srgbClr val="00B388"/>
              </a:solidFill>
              <a:ea typeface="+mn-ea"/>
              <a:cs typeface="+mn-cs"/>
            </a:endParaRPr>
          </a:p>
        </p:txBody>
      </p:sp>
      <p:grpSp>
        <p:nvGrpSpPr>
          <p:cNvPr id="4" name="Group 3"/>
          <p:cNvGrpSpPr/>
          <p:nvPr/>
        </p:nvGrpSpPr>
        <p:grpSpPr>
          <a:xfrm>
            <a:off x="6861634" y="2500038"/>
            <a:ext cx="4705164" cy="3318328"/>
            <a:chOff x="6861634" y="2500038"/>
            <a:chExt cx="4705164" cy="3318328"/>
          </a:xfrm>
        </p:grpSpPr>
        <p:pic>
          <p:nvPicPr>
            <p:cNvPr id="39" name="Picture 100" descr="2dclust"/>
            <p:cNvPicPr>
              <a:picLocks noChangeAspect="1" noChangeArrowheads="1"/>
            </p:cNvPicPr>
            <p:nvPr/>
          </p:nvPicPr>
          <p:blipFill rotWithShape="1">
            <a:blip r:embed="rId4"/>
            <a:srcRect l="3580" t="6309" r="2600" b="29948"/>
            <a:stretch/>
          </p:blipFill>
          <p:spPr bwMode="auto">
            <a:xfrm>
              <a:off x="6861634" y="3963588"/>
              <a:ext cx="2140885" cy="1174244"/>
            </a:xfrm>
            <a:prstGeom prst="rect">
              <a:avLst/>
            </a:prstGeom>
            <a:noFill/>
            <a:ln w="9525">
              <a:noFill/>
              <a:miter lim="800000"/>
              <a:headEnd/>
              <a:tailEnd/>
            </a:ln>
          </p:spPr>
        </p:pic>
        <p:pic>
          <p:nvPicPr>
            <p:cNvPr id="61" name="Picture 11" descr="C:\Users\devetak\Desktop\Icons\Object_Gravel.png"/>
            <p:cNvPicPr>
              <a:picLocks noChangeAspect="1" noChangeArrowheads="1"/>
            </p:cNvPicPr>
            <p:nvPr/>
          </p:nvPicPr>
          <p:blipFill>
            <a:blip r:embed="rId5" cstate="email">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419342" y="5259044"/>
              <a:ext cx="511119" cy="559322"/>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3" descr="C:\Users\devetak\Desktop\Icons\Building_Public_Sector.png"/>
            <p:cNvPicPr>
              <a:picLocks noChangeAspect="1" noChangeArrowheads="1"/>
            </p:cNvPicPr>
            <p:nvPr/>
          </p:nvPicPr>
          <p:blipFill>
            <a:blip r:embed="rId6">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7737676" y="5342335"/>
              <a:ext cx="460809" cy="38932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p:cNvPicPr>
              <a:picLocks noChangeAspect="1"/>
            </p:cNvPicPr>
            <p:nvPr/>
          </p:nvPicPr>
          <p:blipFill rotWithShape="1">
            <a:blip r:embed="rId7"/>
            <a:srcRect l="8870" t="9971" r="33129" b="28112"/>
            <a:stretch/>
          </p:blipFill>
          <p:spPr>
            <a:xfrm>
              <a:off x="9369522" y="2500038"/>
              <a:ext cx="2197276" cy="3125899"/>
            </a:xfrm>
            <a:prstGeom prst="rect">
              <a:avLst/>
            </a:prstGeom>
            <a:effectLst/>
          </p:spPr>
        </p:pic>
        <p:cxnSp>
          <p:nvCxnSpPr>
            <p:cNvPr id="64" name="Straight Arrow Connector 63"/>
            <p:cNvCxnSpPr/>
            <p:nvPr/>
          </p:nvCxnSpPr>
          <p:spPr>
            <a:xfrm flipV="1">
              <a:off x="8589826" y="3780062"/>
              <a:ext cx="1272646" cy="3128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V="1">
              <a:off x="8052181" y="4107209"/>
              <a:ext cx="1810291" cy="41775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7149666" y="4957008"/>
              <a:ext cx="2712806" cy="4375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7737676" y="4623966"/>
              <a:ext cx="2124796" cy="2590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 name="Picture 1"/>
          <p:cNvPicPr>
            <a:picLocks noChangeAspect="1"/>
          </p:cNvPicPr>
          <p:nvPr/>
        </p:nvPicPr>
        <p:blipFill rotWithShape="1">
          <a:blip r:embed="rId8"/>
          <a:srcRect r="31183"/>
          <a:stretch/>
        </p:blipFill>
        <p:spPr>
          <a:xfrm>
            <a:off x="5662992" y="4623966"/>
            <a:ext cx="2274643" cy="1860320"/>
          </a:xfrm>
          <a:prstGeom prst="rect">
            <a:avLst/>
          </a:prstGeom>
        </p:spPr>
      </p:pic>
    </p:spTree>
    <p:extLst>
      <p:ext uri="{BB962C8B-B14F-4D97-AF65-F5344CB8AC3E}">
        <p14:creationId xmlns:p14="http://schemas.microsoft.com/office/powerpoint/2010/main" val="3222863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Value to Change</a:t>
            </a:r>
            <a:endParaRPr lang="en-US" dirty="0"/>
          </a:p>
        </p:txBody>
      </p:sp>
    </p:spTree>
    <p:extLst>
      <p:ext uri="{BB962C8B-B14F-4D97-AF65-F5344CB8AC3E}">
        <p14:creationId xmlns:p14="http://schemas.microsoft.com/office/powerpoint/2010/main" val="343408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4" y="519238"/>
            <a:ext cx="10556497" cy="852364"/>
          </a:xfrm>
        </p:spPr>
        <p:txBody>
          <a:bodyPr/>
          <a:lstStyle/>
          <a:p>
            <a:r>
              <a:rPr lang="en-US" sz="3200" dirty="0" smtClean="0"/>
              <a:t>ControlPoint Delivers Many Benefits</a:t>
            </a:r>
            <a:endParaRPr lang="en-US" sz="3200" dirty="0"/>
          </a:p>
        </p:txBody>
      </p:sp>
      <p:sp>
        <p:nvSpPr>
          <p:cNvPr id="4" name="Freeform 3"/>
          <p:cNvSpPr/>
          <p:nvPr/>
        </p:nvSpPr>
        <p:spPr>
          <a:xfrm>
            <a:off x="613705" y="2198074"/>
            <a:ext cx="2454451" cy="4119599"/>
          </a:xfrm>
          <a:custGeom>
            <a:avLst/>
            <a:gdLst>
              <a:gd name="connsiteX0" fmla="*/ 0 w 2454451"/>
              <a:gd name="connsiteY0" fmla="*/ 245445 h 4119599"/>
              <a:gd name="connsiteX1" fmla="*/ 245445 w 2454451"/>
              <a:gd name="connsiteY1" fmla="*/ 0 h 4119599"/>
              <a:gd name="connsiteX2" fmla="*/ 2209006 w 2454451"/>
              <a:gd name="connsiteY2" fmla="*/ 0 h 4119599"/>
              <a:gd name="connsiteX3" fmla="*/ 2454451 w 2454451"/>
              <a:gd name="connsiteY3" fmla="*/ 245445 h 4119599"/>
              <a:gd name="connsiteX4" fmla="*/ 2454451 w 2454451"/>
              <a:gd name="connsiteY4" fmla="*/ 3874154 h 4119599"/>
              <a:gd name="connsiteX5" fmla="*/ 2209006 w 2454451"/>
              <a:gd name="connsiteY5" fmla="*/ 4119599 h 4119599"/>
              <a:gd name="connsiteX6" fmla="*/ 245445 w 2454451"/>
              <a:gd name="connsiteY6" fmla="*/ 4119599 h 4119599"/>
              <a:gd name="connsiteX7" fmla="*/ 0 w 2454451"/>
              <a:gd name="connsiteY7" fmla="*/ 3874154 h 4119599"/>
              <a:gd name="connsiteX8" fmla="*/ 0 w 2454451"/>
              <a:gd name="connsiteY8" fmla="*/ 245445 h 411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451" h="4119599">
                <a:moveTo>
                  <a:pt x="0" y="245445"/>
                </a:moveTo>
                <a:cubicBezTo>
                  <a:pt x="0" y="109889"/>
                  <a:pt x="109889" y="0"/>
                  <a:pt x="245445" y="0"/>
                </a:cubicBezTo>
                <a:lnTo>
                  <a:pt x="2209006" y="0"/>
                </a:lnTo>
                <a:cubicBezTo>
                  <a:pt x="2344562" y="0"/>
                  <a:pt x="2454451" y="109889"/>
                  <a:pt x="2454451" y="245445"/>
                </a:cubicBezTo>
                <a:lnTo>
                  <a:pt x="2454451" y="3874154"/>
                </a:lnTo>
                <a:cubicBezTo>
                  <a:pt x="2454451" y="4009710"/>
                  <a:pt x="2344562" y="4119599"/>
                  <a:pt x="2209006" y="4119599"/>
                </a:cubicBezTo>
                <a:lnTo>
                  <a:pt x="245445" y="4119599"/>
                </a:lnTo>
                <a:cubicBezTo>
                  <a:pt x="109889" y="4119599"/>
                  <a:pt x="0" y="4009710"/>
                  <a:pt x="0" y="3874154"/>
                </a:cubicBezTo>
                <a:lnTo>
                  <a:pt x="0" y="245445"/>
                </a:lnTo>
                <a:close/>
              </a:path>
            </a:pathLst>
          </a:custGeom>
          <a:noFill/>
          <a:ln w="38100">
            <a:solidFill>
              <a:schemeClr val="accent2"/>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328" tIns="163328" rIns="163328" bIns="163328" numCol="1" spcCol="1270" anchor="ctr" anchorCtr="0">
            <a:noAutofit/>
          </a:bodyPr>
          <a:lstStyle/>
          <a:p>
            <a:pPr lvl="0" algn="ctr" defTabSz="1066800">
              <a:lnSpc>
                <a:spcPct val="90000"/>
              </a:lnSpc>
              <a:spcBef>
                <a:spcPct val="0"/>
              </a:spcBef>
              <a:spcAft>
                <a:spcPct val="35000"/>
              </a:spcAft>
            </a:pPr>
            <a:r>
              <a:rPr lang="en-GB" sz="2400" kern="1200" dirty="0" smtClean="0">
                <a:solidFill>
                  <a:schemeClr val="accent2"/>
                </a:solidFill>
              </a:rPr>
              <a:t>Enhanced business </a:t>
            </a:r>
            <a:r>
              <a:rPr lang="en-GB" sz="2400" kern="1200" dirty="0" smtClean="0">
                <a:solidFill>
                  <a:schemeClr val="accent2"/>
                </a:solidFill>
                <a:latin typeface="+mn-lt"/>
              </a:rPr>
              <a:t>insight</a:t>
            </a:r>
          </a:p>
          <a:p>
            <a:pPr lvl="0" algn="ctr" defTabSz="1066800">
              <a:lnSpc>
                <a:spcPct val="90000"/>
              </a:lnSpc>
              <a:spcBef>
                <a:spcPct val="0"/>
              </a:spcBef>
              <a:spcAft>
                <a:spcPct val="35000"/>
              </a:spcAft>
            </a:pPr>
            <a:endParaRPr lang="en-GB" sz="2400" kern="1200" dirty="0" smtClean="0">
              <a:solidFill>
                <a:schemeClr val="accent2"/>
              </a:solidFill>
              <a:latin typeface="+mn-lt"/>
            </a:endParaRPr>
          </a:p>
          <a:p>
            <a:pPr lvl="0" algn="ctr" defTabSz="1066800">
              <a:lnSpc>
                <a:spcPct val="90000"/>
              </a:lnSpc>
              <a:spcBef>
                <a:spcPct val="0"/>
              </a:spcBef>
              <a:spcAft>
                <a:spcPct val="35000"/>
              </a:spcAft>
            </a:pPr>
            <a:endParaRPr lang="en-GB" sz="2400" dirty="0">
              <a:solidFill>
                <a:schemeClr val="accent2"/>
              </a:solidFill>
            </a:endParaRPr>
          </a:p>
          <a:p>
            <a:pPr lvl="0" algn="ctr" defTabSz="1066800">
              <a:lnSpc>
                <a:spcPct val="90000"/>
              </a:lnSpc>
              <a:spcBef>
                <a:spcPct val="0"/>
              </a:spcBef>
              <a:spcAft>
                <a:spcPct val="35000"/>
              </a:spcAft>
            </a:pPr>
            <a:r>
              <a:rPr lang="en-GB" sz="2400" kern="1200" dirty="0" smtClean="0">
                <a:solidFill>
                  <a:schemeClr val="accent2"/>
                </a:solidFill>
              </a:rPr>
              <a:t/>
            </a:r>
            <a:br>
              <a:rPr lang="en-GB" sz="2400" kern="1200" dirty="0" smtClean="0">
                <a:solidFill>
                  <a:schemeClr val="accent2"/>
                </a:solidFill>
              </a:rPr>
            </a:br>
            <a:r>
              <a:rPr lang="en-GB" sz="1400" kern="1200" dirty="0" smtClean="0">
                <a:solidFill>
                  <a:schemeClr val="accent2"/>
                </a:solidFill>
              </a:rPr>
              <a:t>40% improvement in analysis review &amp;  reporting time</a:t>
            </a:r>
            <a:endParaRPr lang="en-GB" sz="1400" kern="1200" dirty="0">
              <a:solidFill>
                <a:schemeClr val="accent2"/>
              </a:solidFill>
            </a:endParaRPr>
          </a:p>
        </p:txBody>
      </p:sp>
      <p:sp>
        <p:nvSpPr>
          <p:cNvPr id="5" name="Freeform 4"/>
          <p:cNvSpPr/>
          <p:nvPr/>
        </p:nvSpPr>
        <p:spPr>
          <a:xfrm>
            <a:off x="3480504" y="2198074"/>
            <a:ext cx="2454451" cy="4119599"/>
          </a:xfrm>
          <a:custGeom>
            <a:avLst/>
            <a:gdLst>
              <a:gd name="connsiteX0" fmla="*/ 0 w 2454451"/>
              <a:gd name="connsiteY0" fmla="*/ 245445 h 4119599"/>
              <a:gd name="connsiteX1" fmla="*/ 245445 w 2454451"/>
              <a:gd name="connsiteY1" fmla="*/ 0 h 4119599"/>
              <a:gd name="connsiteX2" fmla="*/ 2209006 w 2454451"/>
              <a:gd name="connsiteY2" fmla="*/ 0 h 4119599"/>
              <a:gd name="connsiteX3" fmla="*/ 2454451 w 2454451"/>
              <a:gd name="connsiteY3" fmla="*/ 245445 h 4119599"/>
              <a:gd name="connsiteX4" fmla="*/ 2454451 w 2454451"/>
              <a:gd name="connsiteY4" fmla="*/ 3874154 h 4119599"/>
              <a:gd name="connsiteX5" fmla="*/ 2209006 w 2454451"/>
              <a:gd name="connsiteY5" fmla="*/ 4119599 h 4119599"/>
              <a:gd name="connsiteX6" fmla="*/ 245445 w 2454451"/>
              <a:gd name="connsiteY6" fmla="*/ 4119599 h 4119599"/>
              <a:gd name="connsiteX7" fmla="*/ 0 w 2454451"/>
              <a:gd name="connsiteY7" fmla="*/ 3874154 h 4119599"/>
              <a:gd name="connsiteX8" fmla="*/ 0 w 2454451"/>
              <a:gd name="connsiteY8" fmla="*/ 245445 h 411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451" h="4119599">
                <a:moveTo>
                  <a:pt x="0" y="245445"/>
                </a:moveTo>
                <a:cubicBezTo>
                  <a:pt x="0" y="109889"/>
                  <a:pt x="109889" y="0"/>
                  <a:pt x="245445" y="0"/>
                </a:cubicBezTo>
                <a:lnTo>
                  <a:pt x="2209006" y="0"/>
                </a:lnTo>
                <a:cubicBezTo>
                  <a:pt x="2344562" y="0"/>
                  <a:pt x="2454451" y="109889"/>
                  <a:pt x="2454451" y="245445"/>
                </a:cubicBezTo>
                <a:lnTo>
                  <a:pt x="2454451" y="3874154"/>
                </a:lnTo>
                <a:cubicBezTo>
                  <a:pt x="2454451" y="4009710"/>
                  <a:pt x="2344562" y="4119599"/>
                  <a:pt x="2209006" y="4119599"/>
                </a:cubicBezTo>
                <a:lnTo>
                  <a:pt x="245445" y="4119599"/>
                </a:lnTo>
                <a:cubicBezTo>
                  <a:pt x="109889" y="4119599"/>
                  <a:pt x="0" y="4009710"/>
                  <a:pt x="0" y="3874154"/>
                </a:cubicBezTo>
                <a:lnTo>
                  <a:pt x="0" y="245445"/>
                </a:lnTo>
                <a:close/>
              </a:path>
            </a:pathLst>
          </a:custGeom>
          <a:noFill/>
          <a:ln w="38100">
            <a:solidFill>
              <a:schemeClr val="accent3"/>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328" tIns="163328" rIns="163328" bIns="163328" numCol="1" spcCol="1270" anchor="ctr" anchorCtr="0">
            <a:noAutofit/>
          </a:bodyPr>
          <a:lstStyle/>
          <a:p>
            <a:pPr lvl="0" algn="ctr" defTabSz="1066800">
              <a:lnSpc>
                <a:spcPct val="90000"/>
              </a:lnSpc>
              <a:spcBef>
                <a:spcPct val="0"/>
              </a:spcBef>
              <a:spcAft>
                <a:spcPct val="35000"/>
              </a:spcAft>
            </a:pPr>
            <a:r>
              <a:rPr lang="en-GB" sz="2400" kern="1200" dirty="0" smtClean="0">
                <a:solidFill>
                  <a:schemeClr val="accent3"/>
                </a:solidFill>
              </a:rPr>
              <a:t>Optimized systems &amp; storage</a:t>
            </a:r>
          </a:p>
          <a:p>
            <a:pPr lvl="0" algn="ctr" defTabSz="1066800">
              <a:lnSpc>
                <a:spcPct val="90000"/>
              </a:lnSpc>
              <a:spcBef>
                <a:spcPct val="0"/>
              </a:spcBef>
              <a:spcAft>
                <a:spcPct val="35000"/>
              </a:spcAft>
            </a:pPr>
            <a:endParaRPr lang="en-GB" sz="2400" kern="1200" dirty="0" smtClean="0">
              <a:solidFill>
                <a:schemeClr val="accent3"/>
              </a:solidFill>
            </a:endParaRPr>
          </a:p>
          <a:p>
            <a:pPr lvl="0" algn="ctr" defTabSz="1066800">
              <a:lnSpc>
                <a:spcPct val="90000"/>
              </a:lnSpc>
              <a:spcBef>
                <a:spcPct val="0"/>
              </a:spcBef>
              <a:spcAft>
                <a:spcPct val="35000"/>
              </a:spcAft>
            </a:pPr>
            <a:endParaRPr lang="en-GB" sz="2400" dirty="0">
              <a:solidFill>
                <a:schemeClr val="accent3"/>
              </a:solidFill>
            </a:endParaRPr>
          </a:p>
          <a:p>
            <a:pPr lvl="0" algn="ctr" defTabSz="1066800">
              <a:lnSpc>
                <a:spcPct val="90000"/>
              </a:lnSpc>
              <a:spcBef>
                <a:spcPct val="0"/>
              </a:spcBef>
              <a:spcAft>
                <a:spcPct val="35000"/>
              </a:spcAft>
            </a:pPr>
            <a:endParaRPr lang="en-GB" sz="2400" kern="1200" dirty="0" smtClean="0">
              <a:solidFill>
                <a:schemeClr val="accent3"/>
              </a:solidFill>
            </a:endParaRPr>
          </a:p>
          <a:p>
            <a:pPr lvl="0" algn="ctr" defTabSz="1066800">
              <a:lnSpc>
                <a:spcPct val="90000"/>
              </a:lnSpc>
              <a:spcBef>
                <a:spcPct val="0"/>
              </a:spcBef>
              <a:spcAft>
                <a:spcPct val="35000"/>
              </a:spcAft>
            </a:pPr>
            <a:r>
              <a:rPr lang="en-GB" sz="1400" kern="1200" dirty="0" smtClean="0">
                <a:solidFill>
                  <a:schemeClr val="accent3"/>
                </a:solidFill>
              </a:rPr>
              <a:t>~60% reduction in tier 1</a:t>
            </a:r>
            <a:endParaRPr lang="en-GB" sz="1400" kern="1200" dirty="0">
              <a:solidFill>
                <a:schemeClr val="accent3"/>
              </a:solidFill>
            </a:endParaRPr>
          </a:p>
        </p:txBody>
      </p:sp>
      <p:sp>
        <p:nvSpPr>
          <p:cNvPr id="6" name="Freeform 5"/>
          <p:cNvSpPr/>
          <p:nvPr/>
        </p:nvSpPr>
        <p:spPr>
          <a:xfrm>
            <a:off x="6347303" y="2198074"/>
            <a:ext cx="2454451" cy="4119599"/>
          </a:xfrm>
          <a:custGeom>
            <a:avLst/>
            <a:gdLst>
              <a:gd name="connsiteX0" fmla="*/ 0 w 2454451"/>
              <a:gd name="connsiteY0" fmla="*/ 245445 h 4119599"/>
              <a:gd name="connsiteX1" fmla="*/ 245445 w 2454451"/>
              <a:gd name="connsiteY1" fmla="*/ 0 h 4119599"/>
              <a:gd name="connsiteX2" fmla="*/ 2209006 w 2454451"/>
              <a:gd name="connsiteY2" fmla="*/ 0 h 4119599"/>
              <a:gd name="connsiteX3" fmla="*/ 2454451 w 2454451"/>
              <a:gd name="connsiteY3" fmla="*/ 245445 h 4119599"/>
              <a:gd name="connsiteX4" fmla="*/ 2454451 w 2454451"/>
              <a:gd name="connsiteY4" fmla="*/ 3874154 h 4119599"/>
              <a:gd name="connsiteX5" fmla="*/ 2209006 w 2454451"/>
              <a:gd name="connsiteY5" fmla="*/ 4119599 h 4119599"/>
              <a:gd name="connsiteX6" fmla="*/ 245445 w 2454451"/>
              <a:gd name="connsiteY6" fmla="*/ 4119599 h 4119599"/>
              <a:gd name="connsiteX7" fmla="*/ 0 w 2454451"/>
              <a:gd name="connsiteY7" fmla="*/ 3874154 h 4119599"/>
              <a:gd name="connsiteX8" fmla="*/ 0 w 2454451"/>
              <a:gd name="connsiteY8" fmla="*/ 245445 h 411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451" h="4119599">
                <a:moveTo>
                  <a:pt x="0" y="245445"/>
                </a:moveTo>
                <a:cubicBezTo>
                  <a:pt x="0" y="109889"/>
                  <a:pt x="109889" y="0"/>
                  <a:pt x="245445" y="0"/>
                </a:cubicBezTo>
                <a:lnTo>
                  <a:pt x="2209006" y="0"/>
                </a:lnTo>
                <a:cubicBezTo>
                  <a:pt x="2344562" y="0"/>
                  <a:pt x="2454451" y="109889"/>
                  <a:pt x="2454451" y="245445"/>
                </a:cubicBezTo>
                <a:lnTo>
                  <a:pt x="2454451" y="3874154"/>
                </a:lnTo>
                <a:cubicBezTo>
                  <a:pt x="2454451" y="4009710"/>
                  <a:pt x="2344562" y="4119599"/>
                  <a:pt x="2209006" y="4119599"/>
                </a:cubicBezTo>
                <a:lnTo>
                  <a:pt x="245445" y="4119599"/>
                </a:lnTo>
                <a:cubicBezTo>
                  <a:pt x="109889" y="4119599"/>
                  <a:pt x="0" y="4009710"/>
                  <a:pt x="0" y="3874154"/>
                </a:cubicBezTo>
                <a:lnTo>
                  <a:pt x="0" y="245445"/>
                </a:lnTo>
                <a:close/>
              </a:path>
            </a:pathLst>
          </a:custGeom>
          <a:noFill/>
          <a:ln w="38100">
            <a:solidFill>
              <a:schemeClr val="accent4"/>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328" tIns="163328" rIns="163328" bIns="163328" numCol="1" spcCol="1270" anchor="ctr" anchorCtr="0">
            <a:noAutofit/>
          </a:bodyPr>
          <a:lstStyle/>
          <a:p>
            <a:pPr lvl="0" algn="ctr" defTabSz="1066800">
              <a:lnSpc>
                <a:spcPct val="90000"/>
              </a:lnSpc>
              <a:spcBef>
                <a:spcPct val="0"/>
              </a:spcBef>
              <a:spcAft>
                <a:spcPct val="35000"/>
              </a:spcAft>
            </a:pPr>
            <a:r>
              <a:rPr lang="en-GB" sz="2400" kern="1200" dirty="0" smtClean="0">
                <a:solidFill>
                  <a:schemeClr val="accent4"/>
                </a:solidFill>
              </a:rPr>
              <a:t>Reduced Cost &amp;  Risk</a:t>
            </a:r>
          </a:p>
          <a:p>
            <a:pPr lvl="0" algn="ctr" defTabSz="1066800">
              <a:lnSpc>
                <a:spcPct val="90000"/>
              </a:lnSpc>
              <a:spcBef>
                <a:spcPct val="0"/>
              </a:spcBef>
              <a:spcAft>
                <a:spcPct val="35000"/>
              </a:spcAft>
            </a:pPr>
            <a:endParaRPr lang="en-GB" sz="2400" kern="1200" dirty="0" smtClean="0">
              <a:solidFill>
                <a:schemeClr val="accent4"/>
              </a:solidFill>
            </a:endParaRPr>
          </a:p>
          <a:p>
            <a:pPr lvl="0" algn="ctr" defTabSz="1066800">
              <a:lnSpc>
                <a:spcPct val="90000"/>
              </a:lnSpc>
              <a:spcBef>
                <a:spcPct val="0"/>
              </a:spcBef>
              <a:spcAft>
                <a:spcPct val="35000"/>
              </a:spcAft>
            </a:pPr>
            <a:endParaRPr lang="en-GB" sz="2400" dirty="0">
              <a:solidFill>
                <a:schemeClr val="accent4"/>
              </a:solidFill>
            </a:endParaRPr>
          </a:p>
          <a:p>
            <a:pPr lvl="0" algn="ctr" defTabSz="1066800">
              <a:lnSpc>
                <a:spcPct val="90000"/>
              </a:lnSpc>
              <a:spcBef>
                <a:spcPct val="0"/>
              </a:spcBef>
              <a:spcAft>
                <a:spcPct val="35000"/>
              </a:spcAft>
            </a:pPr>
            <a:endParaRPr lang="en-GB" sz="2400" kern="1200" dirty="0" smtClean="0">
              <a:solidFill>
                <a:schemeClr val="accent4"/>
              </a:solidFill>
            </a:endParaRPr>
          </a:p>
          <a:p>
            <a:pPr lvl="0" algn="ctr" defTabSz="1066800">
              <a:lnSpc>
                <a:spcPct val="90000"/>
              </a:lnSpc>
              <a:spcBef>
                <a:spcPct val="0"/>
              </a:spcBef>
              <a:spcAft>
                <a:spcPct val="35000"/>
              </a:spcAft>
            </a:pPr>
            <a:r>
              <a:rPr lang="en-GB" sz="1400" kern="1200" dirty="0" smtClean="0">
                <a:solidFill>
                  <a:schemeClr val="accent4"/>
                </a:solidFill>
              </a:rPr>
              <a:t>~40%  for </a:t>
            </a:r>
            <a:br>
              <a:rPr lang="en-GB" sz="1400" kern="1200" dirty="0" smtClean="0">
                <a:solidFill>
                  <a:schemeClr val="accent4"/>
                </a:solidFill>
              </a:rPr>
            </a:br>
            <a:r>
              <a:rPr lang="en-GB" sz="1400" kern="1200" dirty="0" smtClean="0">
                <a:solidFill>
                  <a:schemeClr val="accent4"/>
                </a:solidFill>
              </a:rPr>
              <a:t>storage operations &amp; legal exposure</a:t>
            </a:r>
            <a:endParaRPr lang="en-GB" sz="2400" kern="1200" dirty="0">
              <a:solidFill>
                <a:schemeClr val="accent4"/>
              </a:solidFill>
            </a:endParaRPr>
          </a:p>
        </p:txBody>
      </p:sp>
      <p:sp>
        <p:nvSpPr>
          <p:cNvPr id="7" name="Freeform 6"/>
          <p:cNvSpPr/>
          <p:nvPr/>
        </p:nvSpPr>
        <p:spPr>
          <a:xfrm>
            <a:off x="9214102" y="2198074"/>
            <a:ext cx="2454451" cy="4119599"/>
          </a:xfrm>
          <a:custGeom>
            <a:avLst/>
            <a:gdLst>
              <a:gd name="connsiteX0" fmla="*/ 0 w 2454451"/>
              <a:gd name="connsiteY0" fmla="*/ 245445 h 4119599"/>
              <a:gd name="connsiteX1" fmla="*/ 245445 w 2454451"/>
              <a:gd name="connsiteY1" fmla="*/ 0 h 4119599"/>
              <a:gd name="connsiteX2" fmla="*/ 2209006 w 2454451"/>
              <a:gd name="connsiteY2" fmla="*/ 0 h 4119599"/>
              <a:gd name="connsiteX3" fmla="*/ 2454451 w 2454451"/>
              <a:gd name="connsiteY3" fmla="*/ 245445 h 4119599"/>
              <a:gd name="connsiteX4" fmla="*/ 2454451 w 2454451"/>
              <a:gd name="connsiteY4" fmla="*/ 3874154 h 4119599"/>
              <a:gd name="connsiteX5" fmla="*/ 2209006 w 2454451"/>
              <a:gd name="connsiteY5" fmla="*/ 4119599 h 4119599"/>
              <a:gd name="connsiteX6" fmla="*/ 245445 w 2454451"/>
              <a:gd name="connsiteY6" fmla="*/ 4119599 h 4119599"/>
              <a:gd name="connsiteX7" fmla="*/ 0 w 2454451"/>
              <a:gd name="connsiteY7" fmla="*/ 3874154 h 4119599"/>
              <a:gd name="connsiteX8" fmla="*/ 0 w 2454451"/>
              <a:gd name="connsiteY8" fmla="*/ 245445 h 411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4451" h="4119599">
                <a:moveTo>
                  <a:pt x="0" y="245445"/>
                </a:moveTo>
                <a:cubicBezTo>
                  <a:pt x="0" y="109889"/>
                  <a:pt x="109889" y="0"/>
                  <a:pt x="245445" y="0"/>
                </a:cubicBezTo>
                <a:lnTo>
                  <a:pt x="2209006" y="0"/>
                </a:lnTo>
                <a:cubicBezTo>
                  <a:pt x="2344562" y="0"/>
                  <a:pt x="2454451" y="109889"/>
                  <a:pt x="2454451" y="245445"/>
                </a:cubicBezTo>
                <a:lnTo>
                  <a:pt x="2454451" y="3874154"/>
                </a:lnTo>
                <a:cubicBezTo>
                  <a:pt x="2454451" y="4009710"/>
                  <a:pt x="2344562" y="4119599"/>
                  <a:pt x="2209006" y="4119599"/>
                </a:cubicBezTo>
                <a:lnTo>
                  <a:pt x="245445" y="4119599"/>
                </a:lnTo>
                <a:cubicBezTo>
                  <a:pt x="109889" y="4119599"/>
                  <a:pt x="0" y="4009710"/>
                  <a:pt x="0" y="3874154"/>
                </a:cubicBezTo>
                <a:lnTo>
                  <a:pt x="0" y="245445"/>
                </a:lnTo>
                <a:close/>
              </a:path>
            </a:pathLst>
          </a:custGeom>
          <a:noFill/>
          <a:ln w="38100">
            <a:solidFill>
              <a:schemeClr val="accent5"/>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328" tIns="163328" rIns="163328" bIns="163328" numCol="1" spcCol="1270" anchor="ctr" anchorCtr="0">
            <a:noAutofit/>
          </a:bodyPr>
          <a:lstStyle/>
          <a:p>
            <a:pPr lvl="0" algn="ctr" defTabSz="1066800">
              <a:lnSpc>
                <a:spcPct val="90000"/>
              </a:lnSpc>
              <a:spcBef>
                <a:spcPct val="0"/>
              </a:spcBef>
              <a:spcAft>
                <a:spcPct val="35000"/>
              </a:spcAft>
            </a:pPr>
            <a:r>
              <a:rPr lang="en-GB" sz="2400" kern="1200" dirty="0" smtClean="0">
                <a:solidFill>
                  <a:schemeClr val="accent5"/>
                </a:solidFill>
              </a:rPr>
              <a:t>Improved compliance &amp; security</a:t>
            </a:r>
          </a:p>
          <a:p>
            <a:pPr lvl="0" algn="ctr" defTabSz="1066800">
              <a:lnSpc>
                <a:spcPct val="90000"/>
              </a:lnSpc>
              <a:spcBef>
                <a:spcPct val="0"/>
              </a:spcBef>
              <a:spcAft>
                <a:spcPct val="35000"/>
              </a:spcAft>
            </a:pPr>
            <a:endParaRPr lang="en-GB" sz="2400" kern="1200" dirty="0" smtClean="0">
              <a:solidFill>
                <a:schemeClr val="accent5"/>
              </a:solidFill>
            </a:endParaRPr>
          </a:p>
          <a:p>
            <a:pPr lvl="0" algn="ctr" defTabSz="1066800">
              <a:lnSpc>
                <a:spcPct val="90000"/>
              </a:lnSpc>
              <a:spcBef>
                <a:spcPct val="0"/>
              </a:spcBef>
              <a:spcAft>
                <a:spcPct val="35000"/>
              </a:spcAft>
            </a:pPr>
            <a:endParaRPr lang="en-GB" sz="2400" dirty="0">
              <a:solidFill>
                <a:schemeClr val="accent5"/>
              </a:solidFill>
            </a:endParaRPr>
          </a:p>
          <a:p>
            <a:pPr lvl="0" algn="ctr" defTabSz="1066800">
              <a:lnSpc>
                <a:spcPct val="90000"/>
              </a:lnSpc>
              <a:spcBef>
                <a:spcPct val="0"/>
              </a:spcBef>
              <a:spcAft>
                <a:spcPct val="35000"/>
              </a:spcAft>
            </a:pPr>
            <a:endParaRPr lang="en-GB" sz="2400" kern="1200" dirty="0" smtClean="0">
              <a:solidFill>
                <a:schemeClr val="accent5"/>
              </a:solidFill>
            </a:endParaRPr>
          </a:p>
          <a:p>
            <a:pPr lvl="0" algn="ctr" defTabSz="1066800">
              <a:lnSpc>
                <a:spcPct val="90000"/>
              </a:lnSpc>
              <a:spcBef>
                <a:spcPct val="0"/>
              </a:spcBef>
              <a:spcAft>
                <a:spcPct val="35000"/>
              </a:spcAft>
            </a:pPr>
            <a:endParaRPr lang="en-GB" sz="2400" kern="1200" dirty="0" smtClean="0">
              <a:solidFill>
                <a:schemeClr val="accent5"/>
              </a:solidFill>
            </a:endParaRPr>
          </a:p>
        </p:txBody>
      </p:sp>
      <p:sp>
        <p:nvSpPr>
          <p:cNvPr id="20" name="Rounded Rectangle 19"/>
          <p:cNvSpPr/>
          <p:nvPr/>
        </p:nvSpPr>
        <p:spPr>
          <a:xfrm>
            <a:off x="609444" y="1114927"/>
            <a:ext cx="11059109" cy="1008000"/>
          </a:xfrm>
          <a:prstGeom prst="roundRect">
            <a:avLst/>
          </a:prstGeom>
          <a:solidFill>
            <a:schemeClr val="bg1"/>
          </a:solidFill>
          <a:ln w="381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90000"/>
              </a:lnSpc>
            </a:pPr>
            <a:r>
              <a:rPr lang="en-AU" sz="2800" dirty="0">
                <a:solidFill>
                  <a:prstClr val="black"/>
                </a:solidFill>
              </a:rPr>
              <a:t>Policy based, object-level management and retention </a:t>
            </a:r>
            <a:br>
              <a:rPr lang="en-AU" sz="2800" dirty="0">
                <a:solidFill>
                  <a:prstClr val="black"/>
                </a:solidFill>
              </a:rPr>
            </a:br>
            <a:r>
              <a:rPr lang="en-AU" sz="2800" dirty="0">
                <a:solidFill>
                  <a:prstClr val="black"/>
                </a:solidFill>
              </a:rPr>
              <a:t>according to business value.</a:t>
            </a:r>
          </a:p>
        </p:txBody>
      </p:sp>
      <p:grpSp>
        <p:nvGrpSpPr>
          <p:cNvPr id="21" name="Group 20"/>
          <p:cNvGrpSpPr>
            <a:grpSpLocks noChangeAspect="1"/>
          </p:cNvGrpSpPr>
          <p:nvPr/>
        </p:nvGrpSpPr>
        <p:grpSpPr>
          <a:xfrm>
            <a:off x="1598234" y="4160994"/>
            <a:ext cx="480228" cy="530252"/>
            <a:chOff x="2292791" y="4559142"/>
            <a:chExt cx="266726" cy="294510"/>
          </a:xfrm>
          <a:solidFill>
            <a:srgbClr val="0078EF"/>
          </a:solidFill>
        </p:grpSpPr>
        <p:sp>
          <p:nvSpPr>
            <p:cNvPr id="23" name="Freeform 32"/>
            <p:cNvSpPr>
              <a:spLocks noChangeArrowheads="1"/>
            </p:cNvSpPr>
            <p:nvPr/>
          </p:nvSpPr>
          <p:spPr bwMode="auto">
            <a:xfrm>
              <a:off x="2292791" y="4559142"/>
              <a:ext cx="266726" cy="246351"/>
            </a:xfrm>
            <a:custGeom>
              <a:avLst/>
              <a:gdLst>
                <a:gd name="T0" fmla="*/ 317 w 636"/>
                <a:gd name="T1" fmla="*/ 0 h 585"/>
                <a:gd name="T2" fmla="*/ 317 w 636"/>
                <a:gd name="T3" fmla="*/ 0 h 585"/>
                <a:gd name="T4" fmla="*/ 0 w 636"/>
                <a:gd name="T5" fmla="*/ 282 h 585"/>
                <a:gd name="T6" fmla="*/ 91 w 636"/>
                <a:gd name="T7" fmla="*/ 481 h 585"/>
                <a:gd name="T8" fmla="*/ 105 w 636"/>
                <a:gd name="T9" fmla="*/ 539 h 585"/>
                <a:gd name="T10" fmla="*/ 106 w 636"/>
                <a:gd name="T11" fmla="*/ 541 h 585"/>
                <a:gd name="T12" fmla="*/ 174 w 636"/>
                <a:gd name="T13" fmla="*/ 583 h 585"/>
                <a:gd name="T14" fmla="*/ 189 w 636"/>
                <a:gd name="T15" fmla="*/ 584 h 585"/>
                <a:gd name="T16" fmla="*/ 257 w 636"/>
                <a:gd name="T17" fmla="*/ 560 h 585"/>
                <a:gd name="T18" fmla="*/ 317 w 636"/>
                <a:gd name="T19" fmla="*/ 565 h 585"/>
                <a:gd name="T20" fmla="*/ 635 w 636"/>
                <a:gd name="T21" fmla="*/ 282 h 585"/>
                <a:gd name="T22" fmla="*/ 317 w 636"/>
                <a:gd name="T23" fmla="*/ 0 h 585"/>
                <a:gd name="T24" fmla="*/ 317 w 636"/>
                <a:gd name="T25" fmla="*/ 542 h 585"/>
                <a:gd name="T26" fmla="*/ 317 w 636"/>
                <a:gd name="T27" fmla="*/ 542 h 585"/>
                <a:gd name="T28" fmla="*/ 256 w 636"/>
                <a:gd name="T29" fmla="*/ 536 h 585"/>
                <a:gd name="T30" fmla="*/ 245 w 636"/>
                <a:gd name="T31" fmla="*/ 539 h 585"/>
                <a:gd name="T32" fmla="*/ 176 w 636"/>
                <a:gd name="T33" fmla="*/ 559 h 585"/>
                <a:gd name="T34" fmla="*/ 124 w 636"/>
                <a:gd name="T35" fmla="*/ 527 h 585"/>
                <a:gd name="T36" fmla="*/ 115 w 636"/>
                <a:gd name="T37" fmla="*/ 478 h 585"/>
                <a:gd name="T38" fmla="*/ 111 w 636"/>
                <a:gd name="T39" fmla="*/ 468 h 585"/>
                <a:gd name="T40" fmla="*/ 23 w 636"/>
                <a:gd name="T41" fmla="*/ 282 h 585"/>
                <a:gd name="T42" fmla="*/ 317 w 636"/>
                <a:gd name="T43" fmla="*/ 23 h 585"/>
                <a:gd name="T44" fmla="*/ 612 w 636"/>
                <a:gd name="T45" fmla="*/ 282 h 585"/>
                <a:gd name="T46" fmla="*/ 317 w 636"/>
                <a:gd name="T47" fmla="*/ 542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36" h="585">
                  <a:moveTo>
                    <a:pt x="317" y="0"/>
                  </a:moveTo>
                  <a:lnTo>
                    <a:pt x="317" y="0"/>
                  </a:lnTo>
                  <a:cubicBezTo>
                    <a:pt x="142" y="0"/>
                    <a:pt x="0" y="127"/>
                    <a:pt x="0" y="282"/>
                  </a:cubicBezTo>
                  <a:cubicBezTo>
                    <a:pt x="0" y="357"/>
                    <a:pt x="33" y="428"/>
                    <a:pt x="91" y="481"/>
                  </a:cubicBezTo>
                  <a:cubicBezTo>
                    <a:pt x="90" y="503"/>
                    <a:pt x="94" y="523"/>
                    <a:pt x="105" y="539"/>
                  </a:cubicBezTo>
                  <a:cubicBezTo>
                    <a:pt x="105" y="539"/>
                    <a:pt x="106" y="539"/>
                    <a:pt x="106" y="541"/>
                  </a:cubicBezTo>
                  <a:cubicBezTo>
                    <a:pt x="118" y="558"/>
                    <a:pt x="141" y="581"/>
                    <a:pt x="174" y="583"/>
                  </a:cubicBezTo>
                  <a:cubicBezTo>
                    <a:pt x="180" y="583"/>
                    <a:pt x="185" y="584"/>
                    <a:pt x="189" y="584"/>
                  </a:cubicBezTo>
                  <a:cubicBezTo>
                    <a:pt x="214" y="584"/>
                    <a:pt x="238" y="576"/>
                    <a:pt x="257" y="560"/>
                  </a:cubicBezTo>
                  <a:cubicBezTo>
                    <a:pt x="276" y="563"/>
                    <a:pt x="297" y="565"/>
                    <a:pt x="317" y="565"/>
                  </a:cubicBezTo>
                  <a:cubicBezTo>
                    <a:pt x="493" y="565"/>
                    <a:pt x="635" y="438"/>
                    <a:pt x="635" y="282"/>
                  </a:cubicBezTo>
                  <a:cubicBezTo>
                    <a:pt x="635" y="127"/>
                    <a:pt x="493" y="0"/>
                    <a:pt x="317" y="0"/>
                  </a:cubicBezTo>
                  <a:close/>
                  <a:moveTo>
                    <a:pt x="317" y="542"/>
                  </a:moveTo>
                  <a:lnTo>
                    <a:pt x="317" y="542"/>
                  </a:lnTo>
                  <a:cubicBezTo>
                    <a:pt x="297" y="542"/>
                    <a:pt x="276" y="539"/>
                    <a:pt x="256" y="536"/>
                  </a:cubicBezTo>
                  <a:cubicBezTo>
                    <a:pt x="252" y="535"/>
                    <a:pt x="247" y="536"/>
                    <a:pt x="245" y="539"/>
                  </a:cubicBezTo>
                  <a:cubicBezTo>
                    <a:pt x="228" y="555"/>
                    <a:pt x="203" y="563"/>
                    <a:pt x="176" y="559"/>
                  </a:cubicBezTo>
                  <a:cubicBezTo>
                    <a:pt x="157" y="558"/>
                    <a:pt x="139" y="548"/>
                    <a:pt x="124" y="527"/>
                  </a:cubicBezTo>
                  <a:cubicBezTo>
                    <a:pt x="116" y="513"/>
                    <a:pt x="113" y="497"/>
                    <a:pt x="115" y="478"/>
                  </a:cubicBezTo>
                  <a:cubicBezTo>
                    <a:pt x="116" y="474"/>
                    <a:pt x="114" y="470"/>
                    <a:pt x="111" y="468"/>
                  </a:cubicBezTo>
                  <a:cubicBezTo>
                    <a:pt x="55" y="419"/>
                    <a:pt x="23" y="353"/>
                    <a:pt x="23" y="282"/>
                  </a:cubicBezTo>
                  <a:cubicBezTo>
                    <a:pt x="23" y="140"/>
                    <a:pt x="156" y="23"/>
                    <a:pt x="317" y="23"/>
                  </a:cubicBezTo>
                  <a:cubicBezTo>
                    <a:pt x="480" y="23"/>
                    <a:pt x="612" y="140"/>
                    <a:pt x="612" y="282"/>
                  </a:cubicBezTo>
                  <a:cubicBezTo>
                    <a:pt x="612" y="426"/>
                    <a:pt x="480" y="542"/>
                    <a:pt x="317" y="54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4" name="Freeform 33"/>
            <p:cNvSpPr>
              <a:spLocks noChangeArrowheads="1"/>
            </p:cNvSpPr>
            <p:nvPr/>
          </p:nvSpPr>
          <p:spPr bwMode="auto">
            <a:xfrm>
              <a:off x="2296496" y="4809198"/>
              <a:ext cx="44454" cy="44454"/>
            </a:xfrm>
            <a:custGeom>
              <a:avLst/>
              <a:gdLst>
                <a:gd name="T0" fmla="*/ 73 w 105"/>
                <a:gd name="T1" fmla="*/ 11 h 108"/>
                <a:gd name="T2" fmla="*/ 73 w 105"/>
                <a:gd name="T3" fmla="*/ 11 h 108"/>
                <a:gd name="T4" fmla="*/ 6 w 105"/>
                <a:gd name="T5" fmla="*/ 35 h 108"/>
                <a:gd name="T6" fmla="*/ 4 w 105"/>
                <a:gd name="T7" fmla="*/ 73 h 108"/>
                <a:gd name="T8" fmla="*/ 31 w 105"/>
                <a:gd name="T9" fmla="*/ 103 h 108"/>
                <a:gd name="T10" fmla="*/ 52 w 105"/>
                <a:gd name="T11" fmla="*/ 107 h 108"/>
                <a:gd name="T12" fmla="*/ 98 w 105"/>
                <a:gd name="T13" fmla="*/ 78 h 108"/>
                <a:gd name="T14" fmla="*/ 99 w 105"/>
                <a:gd name="T15" fmla="*/ 39 h 108"/>
                <a:gd name="T16" fmla="*/ 73 w 105"/>
                <a:gd name="T17" fmla="*/ 11 h 108"/>
                <a:gd name="T18" fmla="*/ 76 w 105"/>
                <a:gd name="T19" fmla="*/ 68 h 108"/>
                <a:gd name="T20" fmla="*/ 76 w 105"/>
                <a:gd name="T21" fmla="*/ 68 h 108"/>
                <a:gd name="T22" fmla="*/ 41 w 105"/>
                <a:gd name="T23" fmla="*/ 81 h 108"/>
                <a:gd name="T24" fmla="*/ 26 w 105"/>
                <a:gd name="T25" fmla="*/ 66 h 108"/>
                <a:gd name="T26" fmla="*/ 27 w 105"/>
                <a:gd name="T27" fmla="*/ 45 h 108"/>
                <a:gd name="T28" fmla="*/ 43 w 105"/>
                <a:gd name="T29" fmla="*/ 31 h 108"/>
                <a:gd name="T30" fmla="*/ 52 w 105"/>
                <a:gd name="T31" fmla="*/ 30 h 108"/>
                <a:gd name="T32" fmla="*/ 64 w 105"/>
                <a:gd name="T33" fmla="*/ 32 h 108"/>
                <a:gd name="T34" fmla="*/ 77 w 105"/>
                <a:gd name="T35" fmla="*/ 47 h 108"/>
                <a:gd name="T36" fmla="*/ 76 w 105"/>
                <a:gd name="T37" fmla="*/ 6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 h="108">
                  <a:moveTo>
                    <a:pt x="73" y="11"/>
                  </a:moveTo>
                  <a:lnTo>
                    <a:pt x="73" y="11"/>
                  </a:lnTo>
                  <a:cubicBezTo>
                    <a:pt x="48" y="0"/>
                    <a:pt x="18" y="10"/>
                    <a:pt x="6" y="35"/>
                  </a:cubicBezTo>
                  <a:cubicBezTo>
                    <a:pt x="0" y="47"/>
                    <a:pt x="0" y="61"/>
                    <a:pt x="4" y="73"/>
                  </a:cubicBezTo>
                  <a:cubicBezTo>
                    <a:pt x="9" y="87"/>
                    <a:pt x="19" y="96"/>
                    <a:pt x="31" y="103"/>
                  </a:cubicBezTo>
                  <a:cubicBezTo>
                    <a:pt x="38" y="106"/>
                    <a:pt x="45" y="107"/>
                    <a:pt x="52" y="107"/>
                  </a:cubicBezTo>
                  <a:cubicBezTo>
                    <a:pt x="71" y="107"/>
                    <a:pt x="90" y="96"/>
                    <a:pt x="98" y="78"/>
                  </a:cubicBezTo>
                  <a:cubicBezTo>
                    <a:pt x="103" y="65"/>
                    <a:pt x="104" y="52"/>
                    <a:pt x="99" y="39"/>
                  </a:cubicBezTo>
                  <a:cubicBezTo>
                    <a:pt x="95" y="27"/>
                    <a:pt x="85" y="16"/>
                    <a:pt x="73" y="11"/>
                  </a:cubicBezTo>
                  <a:close/>
                  <a:moveTo>
                    <a:pt x="76" y="68"/>
                  </a:moveTo>
                  <a:lnTo>
                    <a:pt x="76" y="68"/>
                  </a:lnTo>
                  <a:cubicBezTo>
                    <a:pt x="70" y="82"/>
                    <a:pt x="54" y="87"/>
                    <a:pt x="41" y="81"/>
                  </a:cubicBezTo>
                  <a:cubicBezTo>
                    <a:pt x="34" y="78"/>
                    <a:pt x="29" y="72"/>
                    <a:pt x="26" y="66"/>
                  </a:cubicBezTo>
                  <a:cubicBezTo>
                    <a:pt x="24" y="59"/>
                    <a:pt x="24" y="52"/>
                    <a:pt x="27" y="45"/>
                  </a:cubicBezTo>
                  <a:cubicBezTo>
                    <a:pt x="30" y="39"/>
                    <a:pt x="35" y="34"/>
                    <a:pt x="43" y="31"/>
                  </a:cubicBezTo>
                  <a:cubicBezTo>
                    <a:pt x="46" y="30"/>
                    <a:pt x="49" y="30"/>
                    <a:pt x="52" y="30"/>
                  </a:cubicBezTo>
                  <a:cubicBezTo>
                    <a:pt x="56" y="30"/>
                    <a:pt x="59" y="30"/>
                    <a:pt x="64" y="32"/>
                  </a:cubicBezTo>
                  <a:cubicBezTo>
                    <a:pt x="70" y="35"/>
                    <a:pt x="75" y="40"/>
                    <a:pt x="77" y="47"/>
                  </a:cubicBezTo>
                  <a:cubicBezTo>
                    <a:pt x="80" y="54"/>
                    <a:pt x="79" y="61"/>
                    <a:pt x="76" y="6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5" name="Freeform 34"/>
            <p:cNvSpPr>
              <a:spLocks noChangeArrowheads="1"/>
            </p:cNvSpPr>
            <p:nvPr/>
          </p:nvSpPr>
          <p:spPr bwMode="auto">
            <a:xfrm>
              <a:off x="2365030" y="4673982"/>
              <a:ext cx="9261" cy="53716"/>
            </a:xfrm>
            <a:custGeom>
              <a:avLst/>
              <a:gdLst>
                <a:gd name="T0" fmla="*/ 12 w 24"/>
                <a:gd name="T1" fmla="*/ 0 h 128"/>
                <a:gd name="T2" fmla="*/ 12 w 24"/>
                <a:gd name="T3" fmla="*/ 0 h 128"/>
                <a:gd name="T4" fmla="*/ 0 w 24"/>
                <a:gd name="T5" fmla="*/ 11 h 128"/>
                <a:gd name="T6" fmla="*/ 0 w 24"/>
                <a:gd name="T7" fmla="*/ 115 h 128"/>
                <a:gd name="T8" fmla="*/ 12 w 24"/>
                <a:gd name="T9" fmla="*/ 127 h 128"/>
                <a:gd name="T10" fmla="*/ 23 w 24"/>
                <a:gd name="T11" fmla="*/ 115 h 128"/>
                <a:gd name="T12" fmla="*/ 23 w 24"/>
                <a:gd name="T13" fmla="*/ 11 h 128"/>
                <a:gd name="T14" fmla="*/ 12 w 24"/>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128">
                  <a:moveTo>
                    <a:pt x="12" y="0"/>
                  </a:moveTo>
                  <a:lnTo>
                    <a:pt x="12" y="0"/>
                  </a:lnTo>
                  <a:cubicBezTo>
                    <a:pt x="6" y="0"/>
                    <a:pt x="0" y="5"/>
                    <a:pt x="0" y="11"/>
                  </a:cubicBezTo>
                  <a:cubicBezTo>
                    <a:pt x="0" y="115"/>
                    <a:pt x="0" y="115"/>
                    <a:pt x="0" y="115"/>
                  </a:cubicBezTo>
                  <a:cubicBezTo>
                    <a:pt x="0" y="122"/>
                    <a:pt x="6" y="127"/>
                    <a:pt x="12" y="127"/>
                  </a:cubicBezTo>
                  <a:cubicBezTo>
                    <a:pt x="18" y="127"/>
                    <a:pt x="23" y="122"/>
                    <a:pt x="23" y="115"/>
                  </a:cubicBezTo>
                  <a:cubicBezTo>
                    <a:pt x="23" y="11"/>
                    <a:pt x="23" y="11"/>
                    <a:pt x="23" y="11"/>
                  </a:cubicBezTo>
                  <a:cubicBezTo>
                    <a:pt x="23" y="5"/>
                    <a:pt x="18" y="0"/>
                    <a:pt x="1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6" name="Freeform 35"/>
            <p:cNvSpPr>
              <a:spLocks noChangeArrowheads="1"/>
            </p:cNvSpPr>
            <p:nvPr/>
          </p:nvSpPr>
          <p:spPr bwMode="auto">
            <a:xfrm>
              <a:off x="2396518" y="4653608"/>
              <a:ext cx="11114" cy="74090"/>
            </a:xfrm>
            <a:custGeom>
              <a:avLst/>
              <a:gdLst>
                <a:gd name="T0" fmla="*/ 12 w 25"/>
                <a:gd name="T1" fmla="*/ 0 h 178"/>
                <a:gd name="T2" fmla="*/ 12 w 25"/>
                <a:gd name="T3" fmla="*/ 0 h 178"/>
                <a:gd name="T4" fmla="*/ 0 w 25"/>
                <a:gd name="T5" fmla="*/ 12 h 178"/>
                <a:gd name="T6" fmla="*/ 0 w 25"/>
                <a:gd name="T7" fmla="*/ 165 h 178"/>
                <a:gd name="T8" fmla="*/ 12 w 25"/>
                <a:gd name="T9" fmla="*/ 177 h 178"/>
                <a:gd name="T10" fmla="*/ 24 w 25"/>
                <a:gd name="T11" fmla="*/ 165 h 178"/>
                <a:gd name="T12" fmla="*/ 24 w 25"/>
                <a:gd name="T13" fmla="*/ 12 h 178"/>
                <a:gd name="T14" fmla="*/ 12 w 25"/>
                <a:gd name="T15" fmla="*/ 0 h 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178">
                  <a:moveTo>
                    <a:pt x="12" y="0"/>
                  </a:moveTo>
                  <a:lnTo>
                    <a:pt x="12" y="0"/>
                  </a:lnTo>
                  <a:cubicBezTo>
                    <a:pt x="6" y="0"/>
                    <a:pt x="0" y="6"/>
                    <a:pt x="0" y="12"/>
                  </a:cubicBezTo>
                  <a:cubicBezTo>
                    <a:pt x="0" y="165"/>
                    <a:pt x="0" y="165"/>
                    <a:pt x="0" y="165"/>
                  </a:cubicBezTo>
                  <a:cubicBezTo>
                    <a:pt x="0" y="172"/>
                    <a:pt x="6" y="177"/>
                    <a:pt x="12" y="177"/>
                  </a:cubicBezTo>
                  <a:cubicBezTo>
                    <a:pt x="19" y="177"/>
                    <a:pt x="24" y="172"/>
                    <a:pt x="24" y="165"/>
                  </a:cubicBezTo>
                  <a:cubicBezTo>
                    <a:pt x="24" y="12"/>
                    <a:pt x="24" y="12"/>
                    <a:pt x="24" y="12"/>
                  </a:cubicBezTo>
                  <a:cubicBezTo>
                    <a:pt x="24" y="6"/>
                    <a:pt x="19" y="0"/>
                    <a:pt x="1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7" name="Freeform 36"/>
            <p:cNvSpPr>
              <a:spLocks noChangeArrowheads="1"/>
            </p:cNvSpPr>
            <p:nvPr/>
          </p:nvSpPr>
          <p:spPr bwMode="auto">
            <a:xfrm>
              <a:off x="2429859" y="4635085"/>
              <a:ext cx="9262" cy="92613"/>
            </a:xfrm>
            <a:custGeom>
              <a:avLst/>
              <a:gdLst>
                <a:gd name="T0" fmla="*/ 12 w 24"/>
                <a:gd name="T1" fmla="*/ 0 h 219"/>
                <a:gd name="T2" fmla="*/ 12 w 24"/>
                <a:gd name="T3" fmla="*/ 0 h 219"/>
                <a:gd name="T4" fmla="*/ 0 w 24"/>
                <a:gd name="T5" fmla="*/ 12 h 219"/>
                <a:gd name="T6" fmla="*/ 0 w 24"/>
                <a:gd name="T7" fmla="*/ 206 h 219"/>
                <a:gd name="T8" fmla="*/ 12 w 24"/>
                <a:gd name="T9" fmla="*/ 218 h 219"/>
                <a:gd name="T10" fmla="*/ 23 w 24"/>
                <a:gd name="T11" fmla="*/ 206 h 219"/>
                <a:gd name="T12" fmla="*/ 23 w 24"/>
                <a:gd name="T13" fmla="*/ 12 h 219"/>
                <a:gd name="T14" fmla="*/ 12 w 24"/>
                <a:gd name="T15" fmla="*/ 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219">
                  <a:moveTo>
                    <a:pt x="12" y="0"/>
                  </a:moveTo>
                  <a:lnTo>
                    <a:pt x="12" y="0"/>
                  </a:lnTo>
                  <a:cubicBezTo>
                    <a:pt x="5" y="0"/>
                    <a:pt x="0" y="6"/>
                    <a:pt x="0" y="12"/>
                  </a:cubicBezTo>
                  <a:cubicBezTo>
                    <a:pt x="0" y="206"/>
                    <a:pt x="0" y="206"/>
                    <a:pt x="0" y="206"/>
                  </a:cubicBezTo>
                  <a:cubicBezTo>
                    <a:pt x="0" y="213"/>
                    <a:pt x="5" y="218"/>
                    <a:pt x="12" y="218"/>
                  </a:cubicBezTo>
                  <a:cubicBezTo>
                    <a:pt x="18" y="218"/>
                    <a:pt x="23" y="213"/>
                    <a:pt x="23" y="206"/>
                  </a:cubicBezTo>
                  <a:cubicBezTo>
                    <a:pt x="23" y="12"/>
                    <a:pt x="23" y="12"/>
                    <a:pt x="23" y="12"/>
                  </a:cubicBezTo>
                  <a:cubicBezTo>
                    <a:pt x="23" y="6"/>
                    <a:pt x="18" y="0"/>
                    <a:pt x="1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8" name="Freeform 37"/>
            <p:cNvSpPr>
              <a:spLocks noChangeArrowheads="1"/>
            </p:cNvSpPr>
            <p:nvPr/>
          </p:nvSpPr>
          <p:spPr bwMode="auto">
            <a:xfrm>
              <a:off x="2463199" y="4620267"/>
              <a:ext cx="11114" cy="107431"/>
            </a:xfrm>
            <a:custGeom>
              <a:avLst/>
              <a:gdLst>
                <a:gd name="T0" fmla="*/ 12 w 25"/>
                <a:gd name="T1" fmla="*/ 0 h 257"/>
                <a:gd name="T2" fmla="*/ 12 w 25"/>
                <a:gd name="T3" fmla="*/ 0 h 257"/>
                <a:gd name="T4" fmla="*/ 0 w 25"/>
                <a:gd name="T5" fmla="*/ 11 h 257"/>
                <a:gd name="T6" fmla="*/ 0 w 25"/>
                <a:gd name="T7" fmla="*/ 244 h 257"/>
                <a:gd name="T8" fmla="*/ 12 w 25"/>
                <a:gd name="T9" fmla="*/ 256 h 257"/>
                <a:gd name="T10" fmla="*/ 24 w 25"/>
                <a:gd name="T11" fmla="*/ 244 h 257"/>
                <a:gd name="T12" fmla="*/ 24 w 25"/>
                <a:gd name="T13" fmla="*/ 11 h 257"/>
                <a:gd name="T14" fmla="*/ 12 w 25"/>
                <a:gd name="T15" fmla="*/ 0 h 2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57">
                  <a:moveTo>
                    <a:pt x="12" y="0"/>
                  </a:moveTo>
                  <a:lnTo>
                    <a:pt x="12" y="0"/>
                  </a:lnTo>
                  <a:cubicBezTo>
                    <a:pt x="6" y="0"/>
                    <a:pt x="0" y="5"/>
                    <a:pt x="0" y="11"/>
                  </a:cubicBezTo>
                  <a:cubicBezTo>
                    <a:pt x="0" y="244"/>
                    <a:pt x="0" y="244"/>
                    <a:pt x="0" y="244"/>
                  </a:cubicBezTo>
                  <a:cubicBezTo>
                    <a:pt x="0" y="251"/>
                    <a:pt x="6" y="256"/>
                    <a:pt x="12" y="256"/>
                  </a:cubicBezTo>
                  <a:cubicBezTo>
                    <a:pt x="18" y="256"/>
                    <a:pt x="24" y="251"/>
                    <a:pt x="24" y="244"/>
                  </a:cubicBezTo>
                  <a:cubicBezTo>
                    <a:pt x="24" y="11"/>
                    <a:pt x="24" y="11"/>
                    <a:pt x="24" y="11"/>
                  </a:cubicBezTo>
                  <a:cubicBezTo>
                    <a:pt x="24" y="5"/>
                    <a:pt x="18" y="0"/>
                    <a:pt x="1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29" name="Freeform 40"/>
          <p:cNvSpPr>
            <a:spLocks noChangeAspect="1" noChangeArrowheads="1"/>
          </p:cNvSpPr>
          <p:nvPr/>
        </p:nvSpPr>
        <p:spPr bwMode="auto">
          <a:xfrm>
            <a:off x="10202729" y="4198961"/>
            <a:ext cx="477196" cy="454319"/>
          </a:xfrm>
          <a:custGeom>
            <a:avLst/>
            <a:gdLst>
              <a:gd name="T0" fmla="*/ 628 w 642"/>
              <a:gd name="T1" fmla="*/ 554 h 614"/>
              <a:gd name="T2" fmla="*/ 611 w 642"/>
              <a:gd name="T3" fmla="*/ 530 h 614"/>
              <a:gd name="T4" fmla="*/ 575 w 642"/>
              <a:gd name="T5" fmla="*/ 517 h 614"/>
              <a:gd name="T6" fmla="*/ 583 w 642"/>
              <a:gd name="T7" fmla="*/ 259 h 614"/>
              <a:gd name="T8" fmla="*/ 595 w 642"/>
              <a:gd name="T9" fmla="*/ 200 h 614"/>
              <a:gd name="T10" fmla="*/ 640 w 642"/>
              <a:gd name="T11" fmla="*/ 188 h 614"/>
              <a:gd name="T12" fmla="*/ 631 w 642"/>
              <a:gd name="T13" fmla="*/ 120 h 614"/>
              <a:gd name="T14" fmla="*/ 326 w 642"/>
              <a:gd name="T15" fmla="*/ 1 h 614"/>
              <a:gd name="T16" fmla="*/ 4 w 642"/>
              <a:gd name="T17" fmla="*/ 131 h 614"/>
              <a:gd name="T18" fmla="*/ 15 w 642"/>
              <a:gd name="T19" fmla="*/ 200 h 614"/>
              <a:gd name="T20" fmla="*/ 47 w 642"/>
              <a:gd name="T21" fmla="*/ 247 h 614"/>
              <a:gd name="T22" fmla="*/ 68 w 642"/>
              <a:gd name="T23" fmla="*/ 259 h 614"/>
              <a:gd name="T24" fmla="*/ 42 w 642"/>
              <a:gd name="T25" fmla="*/ 517 h 614"/>
              <a:gd name="T26" fmla="*/ 31 w 642"/>
              <a:gd name="T27" fmla="*/ 554 h 614"/>
              <a:gd name="T28" fmla="*/ 0 w 642"/>
              <a:gd name="T29" fmla="*/ 565 h 614"/>
              <a:gd name="T30" fmla="*/ 12 w 642"/>
              <a:gd name="T31" fmla="*/ 613 h 614"/>
              <a:gd name="T32" fmla="*/ 641 w 642"/>
              <a:gd name="T33" fmla="*/ 602 h 614"/>
              <a:gd name="T34" fmla="*/ 628 w 642"/>
              <a:gd name="T35" fmla="*/ 554 h 614"/>
              <a:gd name="T36" fmla="*/ 26 w 642"/>
              <a:gd name="T37" fmla="*/ 177 h 614"/>
              <a:gd name="T38" fmla="*/ 330 w 642"/>
              <a:gd name="T39" fmla="*/ 25 h 614"/>
              <a:gd name="T40" fmla="*/ 616 w 642"/>
              <a:gd name="T41" fmla="*/ 177 h 614"/>
              <a:gd name="T42" fmla="*/ 485 w 642"/>
              <a:gd name="T43" fmla="*/ 235 h 614"/>
              <a:gd name="T44" fmla="*/ 475 w 642"/>
              <a:gd name="T45" fmla="*/ 235 h 614"/>
              <a:gd name="T46" fmla="*/ 572 w 642"/>
              <a:gd name="T47" fmla="*/ 201 h 614"/>
              <a:gd name="T48" fmla="*/ 563 w 642"/>
              <a:gd name="T49" fmla="*/ 235 h 614"/>
              <a:gd name="T50" fmla="*/ 551 w 642"/>
              <a:gd name="T51" fmla="*/ 517 h 614"/>
              <a:gd name="T52" fmla="*/ 496 w 642"/>
              <a:gd name="T53" fmla="*/ 247 h 614"/>
              <a:gd name="T54" fmla="*/ 464 w 642"/>
              <a:gd name="T55" fmla="*/ 259 h 614"/>
              <a:gd name="T56" fmla="*/ 472 w 642"/>
              <a:gd name="T57" fmla="*/ 259 h 614"/>
              <a:gd name="T58" fmla="*/ 372 w 642"/>
              <a:gd name="T59" fmla="*/ 517 h 614"/>
              <a:gd name="T60" fmla="*/ 382 w 642"/>
              <a:gd name="T61" fmla="*/ 259 h 614"/>
              <a:gd name="T62" fmla="*/ 393 w 642"/>
              <a:gd name="T63" fmla="*/ 200 h 614"/>
              <a:gd name="T64" fmla="*/ 452 w 642"/>
              <a:gd name="T65" fmla="*/ 247 h 614"/>
              <a:gd name="T66" fmla="*/ 282 w 642"/>
              <a:gd name="T67" fmla="*/ 235 h 614"/>
              <a:gd name="T68" fmla="*/ 273 w 642"/>
              <a:gd name="T69" fmla="*/ 235 h 614"/>
              <a:gd name="T70" fmla="*/ 369 w 642"/>
              <a:gd name="T71" fmla="*/ 201 h 614"/>
              <a:gd name="T72" fmla="*/ 361 w 642"/>
              <a:gd name="T73" fmla="*/ 235 h 614"/>
              <a:gd name="T74" fmla="*/ 349 w 642"/>
              <a:gd name="T75" fmla="*/ 517 h 614"/>
              <a:gd name="T76" fmla="*/ 293 w 642"/>
              <a:gd name="T77" fmla="*/ 247 h 614"/>
              <a:gd name="T78" fmla="*/ 262 w 642"/>
              <a:gd name="T79" fmla="*/ 259 h 614"/>
              <a:gd name="T80" fmla="*/ 270 w 642"/>
              <a:gd name="T81" fmla="*/ 259 h 614"/>
              <a:gd name="T82" fmla="*/ 170 w 642"/>
              <a:gd name="T83" fmla="*/ 517 h 614"/>
              <a:gd name="T84" fmla="*/ 179 w 642"/>
              <a:gd name="T85" fmla="*/ 259 h 614"/>
              <a:gd name="T86" fmla="*/ 190 w 642"/>
              <a:gd name="T87" fmla="*/ 200 h 614"/>
              <a:gd name="T88" fmla="*/ 249 w 642"/>
              <a:gd name="T89" fmla="*/ 247 h 614"/>
              <a:gd name="T90" fmla="*/ 80 w 642"/>
              <a:gd name="T91" fmla="*/ 235 h 614"/>
              <a:gd name="T92" fmla="*/ 70 w 642"/>
              <a:gd name="T93" fmla="*/ 235 h 614"/>
              <a:gd name="T94" fmla="*/ 167 w 642"/>
              <a:gd name="T95" fmla="*/ 201 h 614"/>
              <a:gd name="T96" fmla="*/ 159 w 642"/>
              <a:gd name="T97" fmla="*/ 235 h 614"/>
              <a:gd name="T98" fmla="*/ 146 w 642"/>
              <a:gd name="T99" fmla="*/ 517 h 614"/>
              <a:gd name="T100" fmla="*/ 91 w 642"/>
              <a:gd name="T101" fmla="*/ 247 h 614"/>
              <a:gd name="T102" fmla="*/ 617 w 642"/>
              <a:gd name="T103" fmla="*/ 590 h 614"/>
              <a:gd name="T104" fmla="*/ 24 w 642"/>
              <a:gd name="T105" fmla="*/ 590 h 614"/>
              <a:gd name="T106" fmla="*/ 42 w 642"/>
              <a:gd name="T107" fmla="*/ 577 h 614"/>
              <a:gd name="T108" fmla="*/ 54 w 642"/>
              <a:gd name="T109" fmla="*/ 541 h 614"/>
              <a:gd name="T110" fmla="*/ 80 w 642"/>
              <a:gd name="T111" fmla="*/ 541 h 614"/>
              <a:gd name="T112" fmla="*/ 159 w 642"/>
              <a:gd name="T113" fmla="*/ 541 h 614"/>
              <a:gd name="T114" fmla="*/ 282 w 642"/>
              <a:gd name="T115" fmla="*/ 541 h 614"/>
              <a:gd name="T116" fmla="*/ 361 w 642"/>
              <a:gd name="T117" fmla="*/ 541 h 614"/>
              <a:gd name="T118" fmla="*/ 485 w 642"/>
              <a:gd name="T119" fmla="*/ 541 h 614"/>
              <a:gd name="T120" fmla="*/ 564 w 642"/>
              <a:gd name="T121" fmla="*/ 541 h 614"/>
              <a:gd name="T122" fmla="*/ 587 w 642"/>
              <a:gd name="T123" fmla="*/ 565 h 614"/>
              <a:gd name="T124" fmla="*/ 617 w 642"/>
              <a:gd name="T125" fmla="*/ 577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2" h="614">
                <a:moveTo>
                  <a:pt x="628" y="554"/>
                </a:moveTo>
                <a:lnTo>
                  <a:pt x="628" y="554"/>
                </a:lnTo>
                <a:cubicBezTo>
                  <a:pt x="611" y="554"/>
                  <a:pt x="611" y="554"/>
                  <a:pt x="611" y="554"/>
                </a:cubicBezTo>
                <a:cubicBezTo>
                  <a:pt x="611" y="530"/>
                  <a:pt x="611" y="530"/>
                  <a:pt x="611" y="530"/>
                </a:cubicBezTo>
                <a:cubicBezTo>
                  <a:pt x="611" y="523"/>
                  <a:pt x="605" y="517"/>
                  <a:pt x="599" y="517"/>
                </a:cubicBezTo>
                <a:cubicBezTo>
                  <a:pt x="575" y="517"/>
                  <a:pt x="575" y="517"/>
                  <a:pt x="575" y="517"/>
                </a:cubicBezTo>
                <a:cubicBezTo>
                  <a:pt x="575" y="259"/>
                  <a:pt x="575" y="259"/>
                  <a:pt x="575" y="259"/>
                </a:cubicBezTo>
                <a:cubicBezTo>
                  <a:pt x="583" y="259"/>
                  <a:pt x="583" y="259"/>
                  <a:pt x="583" y="259"/>
                </a:cubicBezTo>
                <a:cubicBezTo>
                  <a:pt x="590" y="259"/>
                  <a:pt x="595" y="254"/>
                  <a:pt x="595" y="247"/>
                </a:cubicBezTo>
                <a:cubicBezTo>
                  <a:pt x="595" y="200"/>
                  <a:pt x="595" y="200"/>
                  <a:pt x="595" y="200"/>
                </a:cubicBezTo>
                <a:cubicBezTo>
                  <a:pt x="627" y="200"/>
                  <a:pt x="627" y="200"/>
                  <a:pt x="627" y="200"/>
                </a:cubicBezTo>
                <a:cubicBezTo>
                  <a:pt x="633" y="200"/>
                  <a:pt x="640" y="195"/>
                  <a:pt x="640" y="188"/>
                </a:cubicBezTo>
                <a:cubicBezTo>
                  <a:pt x="640" y="131"/>
                  <a:pt x="640" y="131"/>
                  <a:pt x="640" y="131"/>
                </a:cubicBezTo>
                <a:cubicBezTo>
                  <a:pt x="640" y="126"/>
                  <a:pt x="637" y="122"/>
                  <a:pt x="631" y="120"/>
                </a:cubicBezTo>
                <a:cubicBezTo>
                  <a:pt x="335" y="1"/>
                  <a:pt x="335" y="1"/>
                  <a:pt x="335" y="1"/>
                </a:cubicBezTo>
                <a:cubicBezTo>
                  <a:pt x="332" y="0"/>
                  <a:pt x="328" y="0"/>
                  <a:pt x="326" y="1"/>
                </a:cubicBezTo>
                <a:cubicBezTo>
                  <a:pt x="11" y="120"/>
                  <a:pt x="11" y="120"/>
                  <a:pt x="11" y="120"/>
                </a:cubicBezTo>
                <a:cubicBezTo>
                  <a:pt x="7" y="122"/>
                  <a:pt x="4" y="126"/>
                  <a:pt x="4" y="131"/>
                </a:cubicBezTo>
                <a:cubicBezTo>
                  <a:pt x="4" y="188"/>
                  <a:pt x="4" y="188"/>
                  <a:pt x="4" y="188"/>
                </a:cubicBezTo>
                <a:cubicBezTo>
                  <a:pt x="4" y="195"/>
                  <a:pt x="9" y="200"/>
                  <a:pt x="15" y="200"/>
                </a:cubicBezTo>
                <a:cubicBezTo>
                  <a:pt x="47" y="200"/>
                  <a:pt x="47" y="200"/>
                  <a:pt x="47" y="200"/>
                </a:cubicBezTo>
                <a:cubicBezTo>
                  <a:pt x="47" y="247"/>
                  <a:pt x="47" y="247"/>
                  <a:pt x="47" y="247"/>
                </a:cubicBezTo>
                <a:cubicBezTo>
                  <a:pt x="47" y="254"/>
                  <a:pt x="53" y="259"/>
                  <a:pt x="59" y="259"/>
                </a:cubicBezTo>
                <a:cubicBezTo>
                  <a:pt x="68" y="259"/>
                  <a:pt x="68" y="259"/>
                  <a:pt x="68" y="259"/>
                </a:cubicBezTo>
                <a:cubicBezTo>
                  <a:pt x="68" y="517"/>
                  <a:pt x="68" y="517"/>
                  <a:pt x="68" y="517"/>
                </a:cubicBezTo>
                <a:cubicBezTo>
                  <a:pt x="42" y="517"/>
                  <a:pt x="42" y="517"/>
                  <a:pt x="42" y="517"/>
                </a:cubicBezTo>
                <a:cubicBezTo>
                  <a:pt x="36" y="517"/>
                  <a:pt x="31" y="523"/>
                  <a:pt x="31" y="530"/>
                </a:cubicBezTo>
                <a:cubicBezTo>
                  <a:pt x="31" y="554"/>
                  <a:pt x="31" y="554"/>
                  <a:pt x="31" y="554"/>
                </a:cubicBezTo>
                <a:cubicBezTo>
                  <a:pt x="12" y="554"/>
                  <a:pt x="12" y="554"/>
                  <a:pt x="12" y="554"/>
                </a:cubicBezTo>
                <a:cubicBezTo>
                  <a:pt x="6" y="554"/>
                  <a:pt x="0" y="559"/>
                  <a:pt x="0" y="565"/>
                </a:cubicBezTo>
                <a:cubicBezTo>
                  <a:pt x="0" y="602"/>
                  <a:pt x="0" y="602"/>
                  <a:pt x="0" y="602"/>
                </a:cubicBezTo>
                <a:cubicBezTo>
                  <a:pt x="0" y="608"/>
                  <a:pt x="6" y="613"/>
                  <a:pt x="12" y="613"/>
                </a:cubicBezTo>
                <a:cubicBezTo>
                  <a:pt x="628" y="613"/>
                  <a:pt x="628" y="613"/>
                  <a:pt x="628" y="613"/>
                </a:cubicBezTo>
                <a:cubicBezTo>
                  <a:pt x="636" y="613"/>
                  <a:pt x="641" y="608"/>
                  <a:pt x="641" y="602"/>
                </a:cubicBezTo>
                <a:cubicBezTo>
                  <a:pt x="641" y="565"/>
                  <a:pt x="641" y="565"/>
                  <a:pt x="641" y="565"/>
                </a:cubicBezTo>
                <a:cubicBezTo>
                  <a:pt x="641" y="559"/>
                  <a:pt x="636" y="554"/>
                  <a:pt x="628" y="554"/>
                </a:cubicBezTo>
                <a:close/>
                <a:moveTo>
                  <a:pt x="26" y="177"/>
                </a:moveTo>
                <a:lnTo>
                  <a:pt x="26" y="177"/>
                </a:lnTo>
                <a:cubicBezTo>
                  <a:pt x="26" y="140"/>
                  <a:pt x="26" y="140"/>
                  <a:pt x="26" y="140"/>
                </a:cubicBezTo>
                <a:cubicBezTo>
                  <a:pt x="330" y="25"/>
                  <a:pt x="330" y="25"/>
                  <a:pt x="330" y="25"/>
                </a:cubicBezTo>
                <a:cubicBezTo>
                  <a:pt x="616" y="139"/>
                  <a:pt x="616" y="139"/>
                  <a:pt x="616" y="139"/>
                </a:cubicBezTo>
                <a:cubicBezTo>
                  <a:pt x="616" y="177"/>
                  <a:pt x="616" y="177"/>
                  <a:pt x="616" y="177"/>
                </a:cubicBezTo>
                <a:lnTo>
                  <a:pt x="26" y="177"/>
                </a:lnTo>
                <a:close/>
                <a:moveTo>
                  <a:pt x="485" y="235"/>
                </a:moveTo>
                <a:lnTo>
                  <a:pt x="485" y="235"/>
                </a:lnTo>
                <a:cubicBezTo>
                  <a:pt x="475" y="235"/>
                  <a:pt x="475" y="235"/>
                  <a:pt x="475" y="235"/>
                </a:cubicBezTo>
                <a:cubicBezTo>
                  <a:pt x="475" y="201"/>
                  <a:pt x="475" y="201"/>
                  <a:pt x="475" y="201"/>
                </a:cubicBezTo>
                <a:cubicBezTo>
                  <a:pt x="572" y="201"/>
                  <a:pt x="572" y="201"/>
                  <a:pt x="572" y="201"/>
                </a:cubicBezTo>
                <a:cubicBezTo>
                  <a:pt x="572" y="235"/>
                  <a:pt x="572" y="235"/>
                  <a:pt x="572" y="235"/>
                </a:cubicBezTo>
                <a:cubicBezTo>
                  <a:pt x="563" y="235"/>
                  <a:pt x="563" y="235"/>
                  <a:pt x="563" y="235"/>
                </a:cubicBezTo>
                <a:cubicBezTo>
                  <a:pt x="556" y="235"/>
                  <a:pt x="551" y="241"/>
                  <a:pt x="551" y="247"/>
                </a:cubicBezTo>
                <a:cubicBezTo>
                  <a:pt x="551" y="517"/>
                  <a:pt x="551" y="517"/>
                  <a:pt x="551" y="517"/>
                </a:cubicBezTo>
                <a:cubicBezTo>
                  <a:pt x="496" y="517"/>
                  <a:pt x="496" y="517"/>
                  <a:pt x="496" y="517"/>
                </a:cubicBezTo>
                <a:cubicBezTo>
                  <a:pt x="496" y="247"/>
                  <a:pt x="496" y="247"/>
                  <a:pt x="496" y="247"/>
                </a:cubicBezTo>
                <a:cubicBezTo>
                  <a:pt x="496" y="241"/>
                  <a:pt x="491" y="235"/>
                  <a:pt x="485" y="235"/>
                </a:cubicBezTo>
                <a:close/>
                <a:moveTo>
                  <a:pt x="464" y="259"/>
                </a:moveTo>
                <a:lnTo>
                  <a:pt x="464" y="259"/>
                </a:lnTo>
                <a:cubicBezTo>
                  <a:pt x="472" y="259"/>
                  <a:pt x="472" y="259"/>
                  <a:pt x="472" y="259"/>
                </a:cubicBezTo>
                <a:cubicBezTo>
                  <a:pt x="472" y="517"/>
                  <a:pt x="472" y="517"/>
                  <a:pt x="472" y="517"/>
                </a:cubicBezTo>
                <a:cubicBezTo>
                  <a:pt x="372" y="517"/>
                  <a:pt x="372" y="517"/>
                  <a:pt x="372" y="517"/>
                </a:cubicBezTo>
                <a:cubicBezTo>
                  <a:pt x="372" y="259"/>
                  <a:pt x="372" y="259"/>
                  <a:pt x="372" y="259"/>
                </a:cubicBezTo>
                <a:cubicBezTo>
                  <a:pt x="382" y="259"/>
                  <a:pt x="382" y="259"/>
                  <a:pt x="382" y="259"/>
                </a:cubicBezTo>
                <a:cubicBezTo>
                  <a:pt x="388" y="259"/>
                  <a:pt x="393" y="254"/>
                  <a:pt x="393" y="247"/>
                </a:cubicBezTo>
                <a:cubicBezTo>
                  <a:pt x="393" y="200"/>
                  <a:pt x="393" y="200"/>
                  <a:pt x="393" y="200"/>
                </a:cubicBezTo>
                <a:cubicBezTo>
                  <a:pt x="452" y="200"/>
                  <a:pt x="452" y="200"/>
                  <a:pt x="452" y="200"/>
                </a:cubicBezTo>
                <a:cubicBezTo>
                  <a:pt x="452" y="247"/>
                  <a:pt x="452" y="247"/>
                  <a:pt x="452" y="247"/>
                </a:cubicBezTo>
                <a:cubicBezTo>
                  <a:pt x="452" y="254"/>
                  <a:pt x="458" y="259"/>
                  <a:pt x="464" y="259"/>
                </a:cubicBezTo>
                <a:close/>
                <a:moveTo>
                  <a:pt x="282" y="235"/>
                </a:moveTo>
                <a:lnTo>
                  <a:pt x="282" y="235"/>
                </a:lnTo>
                <a:cubicBezTo>
                  <a:pt x="273" y="235"/>
                  <a:pt x="273" y="235"/>
                  <a:pt x="273" y="235"/>
                </a:cubicBezTo>
                <a:cubicBezTo>
                  <a:pt x="273" y="201"/>
                  <a:pt x="273" y="201"/>
                  <a:pt x="273" y="201"/>
                </a:cubicBezTo>
                <a:cubicBezTo>
                  <a:pt x="369" y="201"/>
                  <a:pt x="369" y="201"/>
                  <a:pt x="369" y="201"/>
                </a:cubicBezTo>
                <a:cubicBezTo>
                  <a:pt x="369" y="235"/>
                  <a:pt x="369" y="235"/>
                  <a:pt x="369" y="235"/>
                </a:cubicBezTo>
                <a:cubicBezTo>
                  <a:pt x="361" y="235"/>
                  <a:pt x="361" y="235"/>
                  <a:pt x="361" y="235"/>
                </a:cubicBezTo>
                <a:cubicBezTo>
                  <a:pt x="354" y="235"/>
                  <a:pt x="349" y="241"/>
                  <a:pt x="349" y="247"/>
                </a:cubicBezTo>
                <a:cubicBezTo>
                  <a:pt x="349" y="517"/>
                  <a:pt x="349" y="517"/>
                  <a:pt x="349" y="517"/>
                </a:cubicBezTo>
                <a:cubicBezTo>
                  <a:pt x="293" y="517"/>
                  <a:pt x="293" y="517"/>
                  <a:pt x="293" y="517"/>
                </a:cubicBezTo>
                <a:cubicBezTo>
                  <a:pt x="293" y="247"/>
                  <a:pt x="293" y="247"/>
                  <a:pt x="293" y="247"/>
                </a:cubicBezTo>
                <a:cubicBezTo>
                  <a:pt x="293" y="241"/>
                  <a:pt x="288" y="235"/>
                  <a:pt x="282" y="235"/>
                </a:cubicBezTo>
                <a:close/>
                <a:moveTo>
                  <a:pt x="262" y="259"/>
                </a:moveTo>
                <a:lnTo>
                  <a:pt x="262" y="259"/>
                </a:lnTo>
                <a:cubicBezTo>
                  <a:pt x="270" y="259"/>
                  <a:pt x="270" y="259"/>
                  <a:pt x="270" y="259"/>
                </a:cubicBezTo>
                <a:cubicBezTo>
                  <a:pt x="270" y="517"/>
                  <a:pt x="270" y="517"/>
                  <a:pt x="270" y="517"/>
                </a:cubicBezTo>
                <a:cubicBezTo>
                  <a:pt x="170" y="517"/>
                  <a:pt x="170" y="517"/>
                  <a:pt x="170" y="517"/>
                </a:cubicBezTo>
                <a:cubicBezTo>
                  <a:pt x="170" y="259"/>
                  <a:pt x="170" y="259"/>
                  <a:pt x="170" y="259"/>
                </a:cubicBezTo>
                <a:cubicBezTo>
                  <a:pt x="179" y="259"/>
                  <a:pt x="179" y="259"/>
                  <a:pt x="179" y="259"/>
                </a:cubicBezTo>
                <a:cubicBezTo>
                  <a:pt x="185" y="259"/>
                  <a:pt x="190" y="254"/>
                  <a:pt x="190" y="247"/>
                </a:cubicBezTo>
                <a:cubicBezTo>
                  <a:pt x="190" y="200"/>
                  <a:pt x="190" y="200"/>
                  <a:pt x="190" y="200"/>
                </a:cubicBezTo>
                <a:cubicBezTo>
                  <a:pt x="249" y="200"/>
                  <a:pt x="249" y="200"/>
                  <a:pt x="249" y="200"/>
                </a:cubicBezTo>
                <a:cubicBezTo>
                  <a:pt x="249" y="247"/>
                  <a:pt x="249" y="247"/>
                  <a:pt x="249" y="247"/>
                </a:cubicBezTo>
                <a:cubicBezTo>
                  <a:pt x="249" y="254"/>
                  <a:pt x="255" y="259"/>
                  <a:pt x="262" y="259"/>
                </a:cubicBezTo>
                <a:close/>
                <a:moveTo>
                  <a:pt x="80" y="235"/>
                </a:moveTo>
                <a:lnTo>
                  <a:pt x="80" y="235"/>
                </a:lnTo>
                <a:cubicBezTo>
                  <a:pt x="70" y="235"/>
                  <a:pt x="70" y="235"/>
                  <a:pt x="70" y="235"/>
                </a:cubicBezTo>
                <a:cubicBezTo>
                  <a:pt x="70" y="201"/>
                  <a:pt x="70" y="201"/>
                  <a:pt x="70" y="201"/>
                </a:cubicBezTo>
                <a:cubicBezTo>
                  <a:pt x="167" y="201"/>
                  <a:pt x="167" y="201"/>
                  <a:pt x="167" y="201"/>
                </a:cubicBezTo>
                <a:cubicBezTo>
                  <a:pt x="167" y="235"/>
                  <a:pt x="167" y="235"/>
                  <a:pt x="167" y="235"/>
                </a:cubicBezTo>
                <a:cubicBezTo>
                  <a:pt x="159" y="235"/>
                  <a:pt x="159" y="235"/>
                  <a:pt x="159" y="235"/>
                </a:cubicBezTo>
                <a:cubicBezTo>
                  <a:pt x="151" y="235"/>
                  <a:pt x="146" y="241"/>
                  <a:pt x="146" y="247"/>
                </a:cubicBezTo>
                <a:cubicBezTo>
                  <a:pt x="146" y="517"/>
                  <a:pt x="146" y="517"/>
                  <a:pt x="146" y="517"/>
                </a:cubicBezTo>
                <a:cubicBezTo>
                  <a:pt x="91" y="517"/>
                  <a:pt x="91" y="517"/>
                  <a:pt x="91" y="517"/>
                </a:cubicBezTo>
                <a:cubicBezTo>
                  <a:pt x="91" y="247"/>
                  <a:pt x="91" y="247"/>
                  <a:pt x="91" y="247"/>
                </a:cubicBezTo>
                <a:cubicBezTo>
                  <a:pt x="91" y="241"/>
                  <a:pt x="86" y="235"/>
                  <a:pt x="80" y="235"/>
                </a:cubicBezTo>
                <a:close/>
                <a:moveTo>
                  <a:pt x="617" y="590"/>
                </a:moveTo>
                <a:lnTo>
                  <a:pt x="617" y="590"/>
                </a:lnTo>
                <a:cubicBezTo>
                  <a:pt x="24" y="590"/>
                  <a:pt x="24" y="590"/>
                  <a:pt x="24" y="590"/>
                </a:cubicBezTo>
                <a:cubicBezTo>
                  <a:pt x="24" y="577"/>
                  <a:pt x="24" y="577"/>
                  <a:pt x="24" y="577"/>
                </a:cubicBezTo>
                <a:cubicBezTo>
                  <a:pt x="42" y="577"/>
                  <a:pt x="42" y="577"/>
                  <a:pt x="42" y="577"/>
                </a:cubicBezTo>
                <a:cubicBezTo>
                  <a:pt x="48" y="577"/>
                  <a:pt x="54" y="572"/>
                  <a:pt x="54" y="565"/>
                </a:cubicBezTo>
                <a:cubicBezTo>
                  <a:pt x="54" y="541"/>
                  <a:pt x="54" y="541"/>
                  <a:pt x="54" y="541"/>
                </a:cubicBezTo>
                <a:cubicBezTo>
                  <a:pt x="80" y="541"/>
                  <a:pt x="80" y="541"/>
                  <a:pt x="80" y="541"/>
                </a:cubicBezTo>
                <a:lnTo>
                  <a:pt x="80" y="541"/>
                </a:lnTo>
                <a:cubicBezTo>
                  <a:pt x="159" y="541"/>
                  <a:pt x="159" y="541"/>
                  <a:pt x="159" y="541"/>
                </a:cubicBezTo>
                <a:lnTo>
                  <a:pt x="159" y="541"/>
                </a:lnTo>
                <a:cubicBezTo>
                  <a:pt x="282" y="541"/>
                  <a:pt x="282" y="541"/>
                  <a:pt x="282" y="541"/>
                </a:cubicBezTo>
                <a:lnTo>
                  <a:pt x="282" y="541"/>
                </a:lnTo>
                <a:cubicBezTo>
                  <a:pt x="361" y="541"/>
                  <a:pt x="361" y="541"/>
                  <a:pt x="361" y="541"/>
                </a:cubicBezTo>
                <a:lnTo>
                  <a:pt x="361" y="541"/>
                </a:lnTo>
                <a:cubicBezTo>
                  <a:pt x="484" y="541"/>
                  <a:pt x="484" y="541"/>
                  <a:pt x="484" y="541"/>
                </a:cubicBezTo>
                <a:lnTo>
                  <a:pt x="485" y="541"/>
                </a:lnTo>
                <a:cubicBezTo>
                  <a:pt x="563" y="541"/>
                  <a:pt x="563" y="541"/>
                  <a:pt x="563" y="541"/>
                </a:cubicBezTo>
                <a:cubicBezTo>
                  <a:pt x="564" y="541"/>
                  <a:pt x="564" y="541"/>
                  <a:pt x="564" y="541"/>
                </a:cubicBezTo>
                <a:cubicBezTo>
                  <a:pt x="587" y="541"/>
                  <a:pt x="587" y="541"/>
                  <a:pt x="587" y="541"/>
                </a:cubicBezTo>
                <a:cubicBezTo>
                  <a:pt x="587" y="565"/>
                  <a:pt x="587" y="565"/>
                  <a:pt x="587" y="565"/>
                </a:cubicBezTo>
                <a:cubicBezTo>
                  <a:pt x="587" y="572"/>
                  <a:pt x="592" y="577"/>
                  <a:pt x="599" y="577"/>
                </a:cubicBezTo>
                <a:cubicBezTo>
                  <a:pt x="617" y="577"/>
                  <a:pt x="617" y="577"/>
                  <a:pt x="617" y="577"/>
                </a:cubicBezTo>
                <a:lnTo>
                  <a:pt x="617" y="590"/>
                </a:lnTo>
                <a:close/>
              </a:path>
            </a:pathLst>
          </a:custGeom>
          <a:solidFill>
            <a:schemeClr val="accent5"/>
          </a:solidFill>
          <a:ln>
            <a:noFill/>
          </a:ln>
          <a:effectLst/>
        </p:spPr>
        <p:txBody>
          <a:bodyPr wrap="none" anchor="ctr"/>
          <a:lstStyle/>
          <a:p>
            <a:endParaRPr lang="en-US"/>
          </a:p>
        </p:txBody>
      </p:sp>
      <p:grpSp>
        <p:nvGrpSpPr>
          <p:cNvPr id="30" name="Group 29"/>
          <p:cNvGrpSpPr>
            <a:grpSpLocks noChangeAspect="1"/>
          </p:cNvGrpSpPr>
          <p:nvPr/>
        </p:nvGrpSpPr>
        <p:grpSpPr>
          <a:xfrm>
            <a:off x="7328544" y="4171288"/>
            <a:ext cx="491967" cy="509664"/>
            <a:chOff x="1418524" y="9499016"/>
            <a:chExt cx="257464" cy="266726"/>
          </a:xfrm>
          <a:solidFill>
            <a:schemeClr val="accent4"/>
          </a:solidFill>
        </p:grpSpPr>
        <p:sp>
          <p:nvSpPr>
            <p:cNvPr id="31" name="Freeform 204"/>
            <p:cNvSpPr>
              <a:spLocks noChangeArrowheads="1"/>
            </p:cNvSpPr>
            <p:nvPr/>
          </p:nvSpPr>
          <p:spPr bwMode="auto">
            <a:xfrm>
              <a:off x="1418524" y="9552732"/>
              <a:ext cx="257464" cy="213010"/>
            </a:xfrm>
            <a:custGeom>
              <a:avLst/>
              <a:gdLst>
                <a:gd name="T0" fmla="*/ 600 w 613"/>
                <a:gd name="T1" fmla="*/ 304 h 509"/>
                <a:gd name="T2" fmla="*/ 600 w 613"/>
                <a:gd name="T3" fmla="*/ 304 h 509"/>
                <a:gd name="T4" fmla="*/ 465 w 613"/>
                <a:gd name="T5" fmla="*/ 304 h 509"/>
                <a:gd name="T6" fmla="*/ 465 w 613"/>
                <a:gd name="T7" fmla="*/ 218 h 509"/>
                <a:gd name="T8" fmla="*/ 453 w 613"/>
                <a:gd name="T9" fmla="*/ 207 h 509"/>
                <a:gd name="T10" fmla="*/ 318 w 613"/>
                <a:gd name="T11" fmla="*/ 207 h 509"/>
                <a:gd name="T12" fmla="*/ 318 w 613"/>
                <a:gd name="T13" fmla="*/ 114 h 509"/>
                <a:gd name="T14" fmla="*/ 307 w 613"/>
                <a:gd name="T15" fmla="*/ 102 h 509"/>
                <a:gd name="T16" fmla="*/ 171 w 613"/>
                <a:gd name="T17" fmla="*/ 102 h 509"/>
                <a:gd name="T18" fmla="*/ 171 w 613"/>
                <a:gd name="T19" fmla="*/ 13 h 509"/>
                <a:gd name="T20" fmla="*/ 159 w 613"/>
                <a:gd name="T21" fmla="*/ 0 h 509"/>
                <a:gd name="T22" fmla="*/ 12 w 613"/>
                <a:gd name="T23" fmla="*/ 0 h 509"/>
                <a:gd name="T24" fmla="*/ 0 w 613"/>
                <a:gd name="T25" fmla="*/ 13 h 509"/>
                <a:gd name="T26" fmla="*/ 0 w 613"/>
                <a:gd name="T27" fmla="*/ 496 h 509"/>
                <a:gd name="T28" fmla="*/ 12 w 613"/>
                <a:gd name="T29" fmla="*/ 508 h 509"/>
                <a:gd name="T30" fmla="*/ 159 w 613"/>
                <a:gd name="T31" fmla="*/ 508 h 509"/>
                <a:gd name="T32" fmla="*/ 160 w 613"/>
                <a:gd name="T33" fmla="*/ 508 h 509"/>
                <a:gd name="T34" fmla="*/ 160 w 613"/>
                <a:gd name="T35" fmla="*/ 508 h 509"/>
                <a:gd name="T36" fmla="*/ 307 w 613"/>
                <a:gd name="T37" fmla="*/ 508 h 509"/>
                <a:gd name="T38" fmla="*/ 453 w 613"/>
                <a:gd name="T39" fmla="*/ 508 h 509"/>
                <a:gd name="T40" fmla="*/ 600 w 613"/>
                <a:gd name="T41" fmla="*/ 508 h 509"/>
                <a:gd name="T42" fmla="*/ 612 w 613"/>
                <a:gd name="T43" fmla="*/ 496 h 509"/>
                <a:gd name="T44" fmla="*/ 612 w 613"/>
                <a:gd name="T45" fmla="*/ 316 h 509"/>
                <a:gd name="T46" fmla="*/ 600 w 613"/>
                <a:gd name="T47" fmla="*/ 304 h 509"/>
                <a:gd name="T48" fmla="*/ 147 w 613"/>
                <a:gd name="T49" fmla="*/ 485 h 509"/>
                <a:gd name="T50" fmla="*/ 147 w 613"/>
                <a:gd name="T51" fmla="*/ 485 h 509"/>
                <a:gd name="T52" fmla="*/ 24 w 613"/>
                <a:gd name="T53" fmla="*/ 485 h 509"/>
                <a:gd name="T54" fmla="*/ 24 w 613"/>
                <a:gd name="T55" fmla="*/ 24 h 509"/>
                <a:gd name="T56" fmla="*/ 147 w 613"/>
                <a:gd name="T57" fmla="*/ 24 h 509"/>
                <a:gd name="T58" fmla="*/ 147 w 613"/>
                <a:gd name="T59" fmla="*/ 485 h 509"/>
                <a:gd name="T60" fmla="*/ 295 w 613"/>
                <a:gd name="T61" fmla="*/ 218 h 509"/>
                <a:gd name="T62" fmla="*/ 295 w 613"/>
                <a:gd name="T63" fmla="*/ 218 h 509"/>
                <a:gd name="T64" fmla="*/ 295 w 613"/>
                <a:gd name="T65" fmla="*/ 485 h 509"/>
                <a:gd name="T66" fmla="*/ 171 w 613"/>
                <a:gd name="T67" fmla="*/ 485 h 509"/>
                <a:gd name="T68" fmla="*/ 171 w 613"/>
                <a:gd name="T69" fmla="*/ 125 h 509"/>
                <a:gd name="T70" fmla="*/ 295 w 613"/>
                <a:gd name="T71" fmla="*/ 125 h 509"/>
                <a:gd name="T72" fmla="*/ 295 w 613"/>
                <a:gd name="T73" fmla="*/ 218 h 509"/>
                <a:gd name="T74" fmla="*/ 442 w 613"/>
                <a:gd name="T75" fmla="*/ 316 h 509"/>
                <a:gd name="T76" fmla="*/ 442 w 613"/>
                <a:gd name="T77" fmla="*/ 316 h 509"/>
                <a:gd name="T78" fmla="*/ 442 w 613"/>
                <a:gd name="T79" fmla="*/ 485 h 509"/>
                <a:gd name="T80" fmla="*/ 318 w 613"/>
                <a:gd name="T81" fmla="*/ 485 h 509"/>
                <a:gd name="T82" fmla="*/ 318 w 613"/>
                <a:gd name="T83" fmla="*/ 230 h 509"/>
                <a:gd name="T84" fmla="*/ 442 w 613"/>
                <a:gd name="T85" fmla="*/ 230 h 509"/>
                <a:gd name="T86" fmla="*/ 442 w 613"/>
                <a:gd name="T87" fmla="*/ 316 h 509"/>
                <a:gd name="T88" fmla="*/ 589 w 613"/>
                <a:gd name="T89" fmla="*/ 485 h 509"/>
                <a:gd name="T90" fmla="*/ 589 w 613"/>
                <a:gd name="T91" fmla="*/ 485 h 509"/>
                <a:gd name="T92" fmla="*/ 465 w 613"/>
                <a:gd name="T93" fmla="*/ 485 h 509"/>
                <a:gd name="T94" fmla="*/ 465 w 613"/>
                <a:gd name="T95" fmla="*/ 328 h 509"/>
                <a:gd name="T96" fmla="*/ 589 w 613"/>
                <a:gd name="T97" fmla="*/ 328 h 509"/>
                <a:gd name="T98" fmla="*/ 589 w 613"/>
                <a:gd name="T99" fmla="*/ 485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13" h="509">
                  <a:moveTo>
                    <a:pt x="600" y="304"/>
                  </a:moveTo>
                  <a:lnTo>
                    <a:pt x="600" y="304"/>
                  </a:lnTo>
                  <a:cubicBezTo>
                    <a:pt x="465" y="304"/>
                    <a:pt x="465" y="304"/>
                    <a:pt x="465" y="304"/>
                  </a:cubicBezTo>
                  <a:cubicBezTo>
                    <a:pt x="465" y="218"/>
                    <a:pt x="465" y="218"/>
                    <a:pt x="465" y="218"/>
                  </a:cubicBezTo>
                  <a:cubicBezTo>
                    <a:pt x="465" y="212"/>
                    <a:pt x="460" y="207"/>
                    <a:pt x="453" y="207"/>
                  </a:cubicBezTo>
                  <a:cubicBezTo>
                    <a:pt x="318" y="207"/>
                    <a:pt x="318" y="207"/>
                    <a:pt x="318" y="207"/>
                  </a:cubicBezTo>
                  <a:cubicBezTo>
                    <a:pt x="318" y="114"/>
                    <a:pt x="318" y="114"/>
                    <a:pt x="318" y="114"/>
                  </a:cubicBezTo>
                  <a:cubicBezTo>
                    <a:pt x="318" y="108"/>
                    <a:pt x="313" y="102"/>
                    <a:pt x="307" y="102"/>
                  </a:cubicBezTo>
                  <a:cubicBezTo>
                    <a:pt x="171" y="102"/>
                    <a:pt x="171" y="102"/>
                    <a:pt x="171" y="102"/>
                  </a:cubicBezTo>
                  <a:cubicBezTo>
                    <a:pt x="171" y="13"/>
                    <a:pt x="171" y="13"/>
                    <a:pt x="171" y="13"/>
                  </a:cubicBezTo>
                  <a:cubicBezTo>
                    <a:pt x="171" y="6"/>
                    <a:pt x="166" y="0"/>
                    <a:pt x="159" y="0"/>
                  </a:cubicBezTo>
                  <a:cubicBezTo>
                    <a:pt x="12" y="0"/>
                    <a:pt x="12" y="0"/>
                    <a:pt x="12" y="0"/>
                  </a:cubicBezTo>
                  <a:cubicBezTo>
                    <a:pt x="6" y="0"/>
                    <a:pt x="0" y="6"/>
                    <a:pt x="0" y="13"/>
                  </a:cubicBezTo>
                  <a:cubicBezTo>
                    <a:pt x="0" y="496"/>
                    <a:pt x="0" y="496"/>
                    <a:pt x="0" y="496"/>
                  </a:cubicBezTo>
                  <a:cubicBezTo>
                    <a:pt x="0" y="502"/>
                    <a:pt x="6" y="508"/>
                    <a:pt x="12" y="508"/>
                  </a:cubicBezTo>
                  <a:cubicBezTo>
                    <a:pt x="159" y="508"/>
                    <a:pt x="159" y="508"/>
                    <a:pt x="159" y="508"/>
                  </a:cubicBezTo>
                  <a:cubicBezTo>
                    <a:pt x="160" y="508"/>
                    <a:pt x="160" y="508"/>
                    <a:pt x="160" y="508"/>
                  </a:cubicBezTo>
                  <a:lnTo>
                    <a:pt x="160" y="508"/>
                  </a:lnTo>
                  <a:cubicBezTo>
                    <a:pt x="307" y="508"/>
                    <a:pt x="307" y="508"/>
                    <a:pt x="307" y="508"/>
                  </a:cubicBezTo>
                  <a:cubicBezTo>
                    <a:pt x="453" y="508"/>
                    <a:pt x="453" y="508"/>
                    <a:pt x="453" y="508"/>
                  </a:cubicBezTo>
                  <a:cubicBezTo>
                    <a:pt x="600" y="508"/>
                    <a:pt x="600" y="508"/>
                    <a:pt x="600" y="508"/>
                  </a:cubicBezTo>
                  <a:cubicBezTo>
                    <a:pt x="606" y="508"/>
                    <a:pt x="612" y="502"/>
                    <a:pt x="612" y="496"/>
                  </a:cubicBezTo>
                  <a:cubicBezTo>
                    <a:pt x="612" y="316"/>
                    <a:pt x="612" y="316"/>
                    <a:pt x="612" y="316"/>
                  </a:cubicBezTo>
                  <a:cubicBezTo>
                    <a:pt x="612" y="310"/>
                    <a:pt x="606" y="304"/>
                    <a:pt x="600" y="304"/>
                  </a:cubicBezTo>
                  <a:close/>
                  <a:moveTo>
                    <a:pt x="147" y="485"/>
                  </a:moveTo>
                  <a:lnTo>
                    <a:pt x="147" y="485"/>
                  </a:lnTo>
                  <a:cubicBezTo>
                    <a:pt x="24" y="485"/>
                    <a:pt x="24" y="485"/>
                    <a:pt x="24" y="485"/>
                  </a:cubicBezTo>
                  <a:cubicBezTo>
                    <a:pt x="24" y="24"/>
                    <a:pt x="24" y="24"/>
                    <a:pt x="24" y="24"/>
                  </a:cubicBezTo>
                  <a:cubicBezTo>
                    <a:pt x="147" y="24"/>
                    <a:pt x="147" y="24"/>
                    <a:pt x="147" y="24"/>
                  </a:cubicBezTo>
                  <a:lnTo>
                    <a:pt x="147" y="485"/>
                  </a:lnTo>
                  <a:close/>
                  <a:moveTo>
                    <a:pt x="295" y="218"/>
                  </a:moveTo>
                  <a:lnTo>
                    <a:pt x="295" y="218"/>
                  </a:lnTo>
                  <a:cubicBezTo>
                    <a:pt x="295" y="485"/>
                    <a:pt x="295" y="485"/>
                    <a:pt x="295" y="485"/>
                  </a:cubicBezTo>
                  <a:cubicBezTo>
                    <a:pt x="171" y="485"/>
                    <a:pt x="171" y="485"/>
                    <a:pt x="171" y="485"/>
                  </a:cubicBezTo>
                  <a:cubicBezTo>
                    <a:pt x="171" y="125"/>
                    <a:pt x="171" y="125"/>
                    <a:pt x="171" y="125"/>
                  </a:cubicBezTo>
                  <a:cubicBezTo>
                    <a:pt x="295" y="125"/>
                    <a:pt x="295" y="125"/>
                    <a:pt x="295" y="125"/>
                  </a:cubicBezTo>
                  <a:lnTo>
                    <a:pt x="295" y="218"/>
                  </a:lnTo>
                  <a:close/>
                  <a:moveTo>
                    <a:pt x="442" y="316"/>
                  </a:moveTo>
                  <a:lnTo>
                    <a:pt x="442" y="316"/>
                  </a:lnTo>
                  <a:cubicBezTo>
                    <a:pt x="442" y="485"/>
                    <a:pt x="442" y="485"/>
                    <a:pt x="442" y="485"/>
                  </a:cubicBezTo>
                  <a:cubicBezTo>
                    <a:pt x="318" y="485"/>
                    <a:pt x="318" y="485"/>
                    <a:pt x="318" y="485"/>
                  </a:cubicBezTo>
                  <a:cubicBezTo>
                    <a:pt x="318" y="230"/>
                    <a:pt x="318" y="230"/>
                    <a:pt x="318" y="230"/>
                  </a:cubicBezTo>
                  <a:cubicBezTo>
                    <a:pt x="442" y="230"/>
                    <a:pt x="442" y="230"/>
                    <a:pt x="442" y="230"/>
                  </a:cubicBezTo>
                  <a:lnTo>
                    <a:pt x="442" y="316"/>
                  </a:lnTo>
                  <a:close/>
                  <a:moveTo>
                    <a:pt x="589" y="485"/>
                  </a:moveTo>
                  <a:lnTo>
                    <a:pt x="589" y="485"/>
                  </a:lnTo>
                  <a:cubicBezTo>
                    <a:pt x="465" y="485"/>
                    <a:pt x="465" y="485"/>
                    <a:pt x="465" y="485"/>
                  </a:cubicBezTo>
                  <a:cubicBezTo>
                    <a:pt x="465" y="328"/>
                    <a:pt x="465" y="328"/>
                    <a:pt x="465" y="328"/>
                  </a:cubicBezTo>
                  <a:cubicBezTo>
                    <a:pt x="589" y="328"/>
                    <a:pt x="589" y="328"/>
                    <a:pt x="589" y="328"/>
                  </a:cubicBezTo>
                  <a:lnTo>
                    <a:pt x="589" y="4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2" name="Freeform 205"/>
            <p:cNvSpPr>
              <a:spLocks noChangeArrowheads="1"/>
            </p:cNvSpPr>
            <p:nvPr/>
          </p:nvSpPr>
          <p:spPr bwMode="auto">
            <a:xfrm>
              <a:off x="1448161" y="9499016"/>
              <a:ext cx="224123" cy="101875"/>
            </a:xfrm>
            <a:custGeom>
              <a:avLst/>
              <a:gdLst>
                <a:gd name="T0" fmla="*/ 424 w 533"/>
                <a:gd name="T1" fmla="*/ 231 h 243"/>
                <a:gd name="T2" fmla="*/ 424 w 533"/>
                <a:gd name="T3" fmla="*/ 231 h 243"/>
                <a:gd name="T4" fmla="*/ 435 w 533"/>
                <a:gd name="T5" fmla="*/ 242 h 243"/>
                <a:gd name="T6" fmla="*/ 520 w 533"/>
                <a:gd name="T7" fmla="*/ 242 h 243"/>
                <a:gd name="T8" fmla="*/ 529 w 533"/>
                <a:gd name="T9" fmla="*/ 238 h 243"/>
                <a:gd name="T10" fmla="*/ 531 w 533"/>
                <a:gd name="T11" fmla="*/ 228 h 243"/>
                <a:gd name="T12" fmla="*/ 520 w 533"/>
                <a:gd name="T13" fmla="*/ 148 h 243"/>
                <a:gd name="T14" fmla="*/ 507 w 533"/>
                <a:gd name="T15" fmla="*/ 138 h 243"/>
                <a:gd name="T16" fmla="*/ 497 w 533"/>
                <a:gd name="T17" fmla="*/ 151 h 243"/>
                <a:gd name="T18" fmla="*/ 504 w 533"/>
                <a:gd name="T19" fmla="*/ 200 h 243"/>
                <a:gd name="T20" fmla="*/ 320 w 533"/>
                <a:gd name="T21" fmla="*/ 55 h 243"/>
                <a:gd name="T22" fmla="*/ 305 w 533"/>
                <a:gd name="T23" fmla="*/ 55 h 243"/>
                <a:gd name="T24" fmla="*/ 205 w 533"/>
                <a:gd name="T25" fmla="*/ 124 h 243"/>
                <a:gd name="T26" fmla="*/ 20 w 533"/>
                <a:gd name="T27" fmla="*/ 4 h 243"/>
                <a:gd name="T28" fmla="*/ 3 w 533"/>
                <a:gd name="T29" fmla="*/ 8 h 243"/>
                <a:gd name="T30" fmla="*/ 7 w 533"/>
                <a:gd name="T31" fmla="*/ 23 h 243"/>
                <a:gd name="T32" fmla="*/ 199 w 533"/>
                <a:gd name="T33" fmla="*/ 148 h 243"/>
                <a:gd name="T34" fmla="*/ 211 w 533"/>
                <a:gd name="T35" fmla="*/ 148 h 243"/>
                <a:gd name="T36" fmla="*/ 311 w 533"/>
                <a:gd name="T37" fmla="*/ 79 h 243"/>
                <a:gd name="T38" fmla="*/ 489 w 533"/>
                <a:gd name="T39" fmla="*/ 219 h 243"/>
                <a:gd name="T40" fmla="*/ 435 w 533"/>
                <a:gd name="T41" fmla="*/ 219 h 243"/>
                <a:gd name="T42" fmla="*/ 424 w 533"/>
                <a:gd name="T43" fmla="*/ 23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33" h="243">
                  <a:moveTo>
                    <a:pt x="424" y="231"/>
                  </a:moveTo>
                  <a:lnTo>
                    <a:pt x="424" y="231"/>
                  </a:lnTo>
                  <a:cubicBezTo>
                    <a:pt x="424" y="237"/>
                    <a:pt x="429" y="242"/>
                    <a:pt x="435" y="242"/>
                  </a:cubicBezTo>
                  <a:cubicBezTo>
                    <a:pt x="520" y="242"/>
                    <a:pt x="520" y="242"/>
                    <a:pt x="520" y="242"/>
                  </a:cubicBezTo>
                  <a:cubicBezTo>
                    <a:pt x="524" y="242"/>
                    <a:pt x="527" y="241"/>
                    <a:pt x="529" y="238"/>
                  </a:cubicBezTo>
                  <a:cubicBezTo>
                    <a:pt x="531" y="236"/>
                    <a:pt x="532" y="233"/>
                    <a:pt x="531" y="228"/>
                  </a:cubicBezTo>
                  <a:cubicBezTo>
                    <a:pt x="520" y="148"/>
                    <a:pt x="520" y="148"/>
                    <a:pt x="520" y="148"/>
                  </a:cubicBezTo>
                  <a:cubicBezTo>
                    <a:pt x="520" y="142"/>
                    <a:pt x="513" y="137"/>
                    <a:pt x="507" y="138"/>
                  </a:cubicBezTo>
                  <a:cubicBezTo>
                    <a:pt x="501" y="139"/>
                    <a:pt x="496" y="145"/>
                    <a:pt x="497" y="151"/>
                  </a:cubicBezTo>
                  <a:cubicBezTo>
                    <a:pt x="504" y="200"/>
                    <a:pt x="504" y="200"/>
                    <a:pt x="504" y="200"/>
                  </a:cubicBezTo>
                  <a:cubicBezTo>
                    <a:pt x="320" y="55"/>
                    <a:pt x="320" y="55"/>
                    <a:pt x="320" y="55"/>
                  </a:cubicBezTo>
                  <a:cubicBezTo>
                    <a:pt x="316" y="52"/>
                    <a:pt x="309" y="52"/>
                    <a:pt x="305" y="55"/>
                  </a:cubicBezTo>
                  <a:cubicBezTo>
                    <a:pt x="205" y="124"/>
                    <a:pt x="205" y="124"/>
                    <a:pt x="205" y="124"/>
                  </a:cubicBezTo>
                  <a:cubicBezTo>
                    <a:pt x="20" y="4"/>
                    <a:pt x="20" y="4"/>
                    <a:pt x="20" y="4"/>
                  </a:cubicBezTo>
                  <a:cubicBezTo>
                    <a:pt x="15" y="0"/>
                    <a:pt x="7" y="3"/>
                    <a:pt x="3" y="8"/>
                  </a:cubicBezTo>
                  <a:cubicBezTo>
                    <a:pt x="0" y="13"/>
                    <a:pt x="1" y="20"/>
                    <a:pt x="7" y="23"/>
                  </a:cubicBezTo>
                  <a:cubicBezTo>
                    <a:pt x="199" y="148"/>
                    <a:pt x="199" y="148"/>
                    <a:pt x="199" y="148"/>
                  </a:cubicBezTo>
                  <a:cubicBezTo>
                    <a:pt x="203" y="150"/>
                    <a:pt x="208" y="150"/>
                    <a:pt x="211" y="148"/>
                  </a:cubicBezTo>
                  <a:cubicBezTo>
                    <a:pt x="311" y="79"/>
                    <a:pt x="311" y="79"/>
                    <a:pt x="311" y="79"/>
                  </a:cubicBezTo>
                  <a:cubicBezTo>
                    <a:pt x="489" y="219"/>
                    <a:pt x="489" y="219"/>
                    <a:pt x="489" y="219"/>
                  </a:cubicBezTo>
                  <a:cubicBezTo>
                    <a:pt x="435" y="219"/>
                    <a:pt x="435" y="219"/>
                    <a:pt x="435" y="219"/>
                  </a:cubicBezTo>
                  <a:cubicBezTo>
                    <a:pt x="429" y="219"/>
                    <a:pt x="424" y="224"/>
                    <a:pt x="424" y="2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33" name="Group 32"/>
          <p:cNvGrpSpPr>
            <a:grpSpLocks noChangeAspect="1"/>
          </p:cNvGrpSpPr>
          <p:nvPr/>
        </p:nvGrpSpPr>
        <p:grpSpPr>
          <a:xfrm>
            <a:off x="4283233" y="4260076"/>
            <a:ext cx="642612" cy="332088"/>
            <a:chOff x="5776241" y="1969604"/>
            <a:chExt cx="276050" cy="142656"/>
          </a:xfrm>
          <a:solidFill>
            <a:schemeClr val="accent2"/>
          </a:solidFill>
        </p:grpSpPr>
        <p:sp>
          <p:nvSpPr>
            <p:cNvPr id="34" name="Freeform 138"/>
            <p:cNvSpPr>
              <a:spLocks noChangeArrowheads="1"/>
            </p:cNvSpPr>
            <p:nvPr/>
          </p:nvSpPr>
          <p:spPr bwMode="auto">
            <a:xfrm>
              <a:off x="5776241" y="1969604"/>
              <a:ext cx="276050" cy="142656"/>
            </a:xfrm>
            <a:custGeom>
              <a:avLst/>
              <a:gdLst>
                <a:gd name="T0" fmla="*/ 11 w 659"/>
                <a:gd name="T1" fmla="*/ 340 h 341"/>
                <a:gd name="T2" fmla="*/ 11 w 659"/>
                <a:gd name="T3" fmla="*/ 340 h 341"/>
                <a:gd name="T4" fmla="*/ 646 w 659"/>
                <a:gd name="T5" fmla="*/ 340 h 341"/>
                <a:gd name="T6" fmla="*/ 658 w 659"/>
                <a:gd name="T7" fmla="*/ 329 h 341"/>
                <a:gd name="T8" fmla="*/ 329 w 659"/>
                <a:gd name="T9" fmla="*/ 0 h 341"/>
                <a:gd name="T10" fmla="*/ 0 w 659"/>
                <a:gd name="T11" fmla="*/ 329 h 341"/>
                <a:gd name="T12" fmla="*/ 11 w 659"/>
                <a:gd name="T13" fmla="*/ 340 h 341"/>
                <a:gd name="T14" fmla="*/ 283 w 659"/>
                <a:gd name="T15" fmla="*/ 317 h 341"/>
                <a:gd name="T16" fmla="*/ 283 w 659"/>
                <a:gd name="T17" fmla="*/ 317 h 341"/>
                <a:gd name="T18" fmla="*/ 329 w 659"/>
                <a:gd name="T19" fmla="*/ 271 h 341"/>
                <a:gd name="T20" fmla="*/ 376 w 659"/>
                <a:gd name="T21" fmla="*/ 317 h 341"/>
                <a:gd name="T22" fmla="*/ 283 w 659"/>
                <a:gd name="T23" fmla="*/ 317 h 341"/>
                <a:gd name="T24" fmla="*/ 329 w 659"/>
                <a:gd name="T25" fmla="*/ 23 h 341"/>
                <a:gd name="T26" fmla="*/ 329 w 659"/>
                <a:gd name="T27" fmla="*/ 23 h 341"/>
                <a:gd name="T28" fmla="*/ 635 w 659"/>
                <a:gd name="T29" fmla="*/ 317 h 341"/>
                <a:gd name="T30" fmla="*/ 399 w 659"/>
                <a:gd name="T31" fmla="*/ 317 h 341"/>
                <a:gd name="T32" fmla="*/ 329 w 659"/>
                <a:gd name="T33" fmla="*/ 248 h 341"/>
                <a:gd name="T34" fmla="*/ 301 w 659"/>
                <a:gd name="T35" fmla="*/ 254 h 341"/>
                <a:gd name="T36" fmla="*/ 222 w 659"/>
                <a:gd name="T37" fmla="*/ 151 h 341"/>
                <a:gd name="T38" fmla="*/ 205 w 659"/>
                <a:gd name="T39" fmla="*/ 150 h 341"/>
                <a:gd name="T40" fmla="*/ 203 w 659"/>
                <a:gd name="T41" fmla="*/ 166 h 341"/>
                <a:gd name="T42" fmla="*/ 282 w 659"/>
                <a:gd name="T43" fmla="*/ 267 h 341"/>
                <a:gd name="T44" fmla="*/ 260 w 659"/>
                <a:gd name="T45" fmla="*/ 317 h 341"/>
                <a:gd name="T46" fmla="*/ 23 w 659"/>
                <a:gd name="T47" fmla="*/ 317 h 341"/>
                <a:gd name="T48" fmla="*/ 329 w 659"/>
                <a:gd name="T49" fmla="*/ 23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9" h="341">
                  <a:moveTo>
                    <a:pt x="11" y="340"/>
                  </a:moveTo>
                  <a:lnTo>
                    <a:pt x="11" y="340"/>
                  </a:lnTo>
                  <a:cubicBezTo>
                    <a:pt x="646" y="340"/>
                    <a:pt x="646" y="340"/>
                    <a:pt x="646" y="340"/>
                  </a:cubicBezTo>
                  <a:cubicBezTo>
                    <a:pt x="653" y="340"/>
                    <a:pt x="658" y="336"/>
                    <a:pt x="658" y="329"/>
                  </a:cubicBezTo>
                  <a:cubicBezTo>
                    <a:pt x="658" y="132"/>
                    <a:pt x="526" y="0"/>
                    <a:pt x="329" y="0"/>
                  </a:cubicBezTo>
                  <a:cubicBezTo>
                    <a:pt x="132" y="0"/>
                    <a:pt x="0" y="132"/>
                    <a:pt x="0" y="329"/>
                  </a:cubicBezTo>
                  <a:cubicBezTo>
                    <a:pt x="0" y="336"/>
                    <a:pt x="4" y="340"/>
                    <a:pt x="11" y="340"/>
                  </a:cubicBezTo>
                  <a:close/>
                  <a:moveTo>
                    <a:pt x="283" y="317"/>
                  </a:moveTo>
                  <a:lnTo>
                    <a:pt x="283" y="317"/>
                  </a:lnTo>
                  <a:cubicBezTo>
                    <a:pt x="283" y="292"/>
                    <a:pt x="303" y="271"/>
                    <a:pt x="329" y="271"/>
                  </a:cubicBezTo>
                  <a:cubicBezTo>
                    <a:pt x="354" y="271"/>
                    <a:pt x="376" y="292"/>
                    <a:pt x="376" y="317"/>
                  </a:cubicBezTo>
                  <a:lnTo>
                    <a:pt x="283" y="317"/>
                  </a:lnTo>
                  <a:close/>
                  <a:moveTo>
                    <a:pt x="329" y="23"/>
                  </a:moveTo>
                  <a:lnTo>
                    <a:pt x="329" y="23"/>
                  </a:lnTo>
                  <a:cubicBezTo>
                    <a:pt x="512" y="23"/>
                    <a:pt x="630" y="139"/>
                    <a:pt x="635" y="317"/>
                  </a:cubicBezTo>
                  <a:cubicBezTo>
                    <a:pt x="399" y="317"/>
                    <a:pt x="399" y="317"/>
                    <a:pt x="399" y="317"/>
                  </a:cubicBezTo>
                  <a:cubicBezTo>
                    <a:pt x="399" y="279"/>
                    <a:pt x="367" y="248"/>
                    <a:pt x="329" y="248"/>
                  </a:cubicBezTo>
                  <a:cubicBezTo>
                    <a:pt x="318" y="248"/>
                    <a:pt x="310" y="250"/>
                    <a:pt x="301" y="254"/>
                  </a:cubicBezTo>
                  <a:cubicBezTo>
                    <a:pt x="222" y="151"/>
                    <a:pt x="222" y="151"/>
                    <a:pt x="222" y="151"/>
                  </a:cubicBezTo>
                  <a:cubicBezTo>
                    <a:pt x="218" y="147"/>
                    <a:pt x="210" y="146"/>
                    <a:pt x="205" y="150"/>
                  </a:cubicBezTo>
                  <a:cubicBezTo>
                    <a:pt x="200" y="154"/>
                    <a:pt x="199" y="161"/>
                    <a:pt x="203" y="166"/>
                  </a:cubicBezTo>
                  <a:cubicBezTo>
                    <a:pt x="282" y="267"/>
                    <a:pt x="282" y="267"/>
                    <a:pt x="282" y="267"/>
                  </a:cubicBezTo>
                  <a:cubicBezTo>
                    <a:pt x="268" y="280"/>
                    <a:pt x="260" y="298"/>
                    <a:pt x="260" y="317"/>
                  </a:cubicBezTo>
                  <a:cubicBezTo>
                    <a:pt x="23" y="317"/>
                    <a:pt x="23" y="317"/>
                    <a:pt x="23" y="317"/>
                  </a:cubicBezTo>
                  <a:cubicBezTo>
                    <a:pt x="27" y="139"/>
                    <a:pt x="147" y="23"/>
                    <a:pt x="329"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35" name="Freeform 139"/>
            <p:cNvSpPr>
              <a:spLocks noChangeArrowheads="1"/>
            </p:cNvSpPr>
            <p:nvPr/>
          </p:nvSpPr>
          <p:spPr bwMode="auto">
            <a:xfrm>
              <a:off x="5800326" y="2075206"/>
              <a:ext cx="22232" cy="12969"/>
            </a:xfrm>
            <a:custGeom>
              <a:avLst/>
              <a:gdLst>
                <a:gd name="T0" fmla="*/ 43 w 54"/>
                <a:gd name="T1" fmla="*/ 7 h 31"/>
                <a:gd name="T2" fmla="*/ 43 w 54"/>
                <a:gd name="T3" fmla="*/ 7 h 31"/>
                <a:gd name="T4" fmla="*/ 15 w 54"/>
                <a:gd name="T5" fmla="*/ 1 h 31"/>
                <a:gd name="T6" fmla="*/ 1 w 54"/>
                <a:gd name="T7" fmla="*/ 9 h 31"/>
                <a:gd name="T8" fmla="*/ 9 w 54"/>
                <a:gd name="T9" fmla="*/ 23 h 31"/>
                <a:gd name="T10" fmla="*/ 38 w 54"/>
                <a:gd name="T11" fmla="*/ 30 h 31"/>
                <a:gd name="T12" fmla="*/ 41 w 54"/>
                <a:gd name="T13" fmla="*/ 30 h 31"/>
                <a:gd name="T14" fmla="*/ 52 w 54"/>
                <a:gd name="T15" fmla="*/ 22 h 31"/>
                <a:gd name="T16" fmla="*/ 43 w 54"/>
                <a:gd name="T17"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1">
                  <a:moveTo>
                    <a:pt x="43" y="7"/>
                  </a:moveTo>
                  <a:lnTo>
                    <a:pt x="43" y="7"/>
                  </a:lnTo>
                  <a:cubicBezTo>
                    <a:pt x="15" y="1"/>
                    <a:pt x="15" y="1"/>
                    <a:pt x="15" y="1"/>
                  </a:cubicBezTo>
                  <a:cubicBezTo>
                    <a:pt x="9" y="0"/>
                    <a:pt x="3" y="4"/>
                    <a:pt x="1" y="9"/>
                  </a:cubicBezTo>
                  <a:cubicBezTo>
                    <a:pt x="0" y="16"/>
                    <a:pt x="4" y="22"/>
                    <a:pt x="9" y="23"/>
                  </a:cubicBezTo>
                  <a:cubicBezTo>
                    <a:pt x="38" y="30"/>
                    <a:pt x="38" y="30"/>
                    <a:pt x="38" y="30"/>
                  </a:cubicBezTo>
                  <a:cubicBezTo>
                    <a:pt x="39" y="30"/>
                    <a:pt x="39" y="30"/>
                    <a:pt x="41" y="30"/>
                  </a:cubicBezTo>
                  <a:cubicBezTo>
                    <a:pt x="46" y="30"/>
                    <a:pt x="50" y="27"/>
                    <a:pt x="52" y="22"/>
                  </a:cubicBezTo>
                  <a:cubicBezTo>
                    <a:pt x="53" y="15"/>
                    <a:pt x="49" y="8"/>
                    <a:pt x="43"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36" name="Freeform 140"/>
            <p:cNvSpPr>
              <a:spLocks noChangeArrowheads="1"/>
            </p:cNvSpPr>
            <p:nvPr/>
          </p:nvSpPr>
          <p:spPr bwMode="auto">
            <a:xfrm>
              <a:off x="5824410" y="2027036"/>
              <a:ext cx="20380" cy="18527"/>
            </a:xfrm>
            <a:custGeom>
              <a:avLst/>
              <a:gdLst>
                <a:gd name="T0" fmla="*/ 20 w 48"/>
                <a:gd name="T1" fmla="*/ 4 h 43"/>
                <a:gd name="T2" fmla="*/ 20 w 48"/>
                <a:gd name="T3" fmla="*/ 4 h 43"/>
                <a:gd name="T4" fmla="*/ 4 w 48"/>
                <a:gd name="T5" fmla="*/ 6 h 43"/>
                <a:gd name="T6" fmla="*/ 5 w 48"/>
                <a:gd name="T7" fmla="*/ 22 h 43"/>
                <a:gd name="T8" fmla="*/ 27 w 48"/>
                <a:gd name="T9" fmla="*/ 40 h 43"/>
                <a:gd name="T10" fmla="*/ 35 w 48"/>
                <a:gd name="T11" fmla="*/ 42 h 43"/>
                <a:gd name="T12" fmla="*/ 43 w 48"/>
                <a:gd name="T13" fmla="*/ 38 h 43"/>
                <a:gd name="T14" fmla="*/ 42 w 48"/>
                <a:gd name="T15" fmla="*/ 22 h 43"/>
                <a:gd name="T16" fmla="*/ 20 w 48"/>
                <a:gd name="T17" fmla="*/ 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43">
                  <a:moveTo>
                    <a:pt x="20" y="4"/>
                  </a:moveTo>
                  <a:lnTo>
                    <a:pt x="20" y="4"/>
                  </a:lnTo>
                  <a:cubicBezTo>
                    <a:pt x="15" y="0"/>
                    <a:pt x="8" y="0"/>
                    <a:pt x="4" y="6"/>
                  </a:cubicBezTo>
                  <a:cubicBezTo>
                    <a:pt x="0" y="10"/>
                    <a:pt x="0" y="18"/>
                    <a:pt x="5" y="22"/>
                  </a:cubicBezTo>
                  <a:cubicBezTo>
                    <a:pt x="27" y="40"/>
                    <a:pt x="27" y="40"/>
                    <a:pt x="27" y="40"/>
                  </a:cubicBezTo>
                  <a:cubicBezTo>
                    <a:pt x="30" y="42"/>
                    <a:pt x="32" y="42"/>
                    <a:pt x="35" y="42"/>
                  </a:cubicBezTo>
                  <a:cubicBezTo>
                    <a:pt x="38" y="42"/>
                    <a:pt x="40" y="41"/>
                    <a:pt x="43" y="38"/>
                  </a:cubicBezTo>
                  <a:cubicBezTo>
                    <a:pt x="47" y="34"/>
                    <a:pt x="47" y="26"/>
                    <a:pt x="42" y="22"/>
                  </a:cubicBezTo>
                  <a:lnTo>
                    <a:pt x="20" y="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37" name="Freeform 141"/>
            <p:cNvSpPr>
              <a:spLocks noChangeArrowheads="1"/>
            </p:cNvSpPr>
            <p:nvPr/>
          </p:nvSpPr>
          <p:spPr bwMode="auto">
            <a:xfrm>
              <a:off x="5867023" y="1995541"/>
              <a:ext cx="14821" cy="22232"/>
            </a:xfrm>
            <a:custGeom>
              <a:avLst/>
              <a:gdLst>
                <a:gd name="T0" fmla="*/ 24 w 37"/>
                <a:gd name="T1" fmla="*/ 52 h 53"/>
                <a:gd name="T2" fmla="*/ 24 w 37"/>
                <a:gd name="T3" fmla="*/ 52 h 53"/>
                <a:gd name="T4" fmla="*/ 28 w 37"/>
                <a:gd name="T5" fmla="*/ 52 h 53"/>
                <a:gd name="T6" fmla="*/ 34 w 37"/>
                <a:gd name="T7" fmla="*/ 37 h 53"/>
                <a:gd name="T8" fmla="*/ 24 w 37"/>
                <a:gd name="T9" fmla="*/ 10 h 53"/>
                <a:gd name="T10" fmla="*/ 9 w 37"/>
                <a:gd name="T11" fmla="*/ 3 h 53"/>
                <a:gd name="T12" fmla="*/ 2 w 37"/>
                <a:gd name="T13" fmla="*/ 18 h 53"/>
                <a:gd name="T14" fmla="*/ 13 w 37"/>
                <a:gd name="T15" fmla="*/ 45 h 53"/>
                <a:gd name="T16" fmla="*/ 24 w 37"/>
                <a:gd name="T17"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53">
                  <a:moveTo>
                    <a:pt x="24" y="52"/>
                  </a:moveTo>
                  <a:lnTo>
                    <a:pt x="24" y="52"/>
                  </a:lnTo>
                  <a:cubicBezTo>
                    <a:pt x="26" y="52"/>
                    <a:pt x="27" y="52"/>
                    <a:pt x="28" y="52"/>
                  </a:cubicBezTo>
                  <a:cubicBezTo>
                    <a:pt x="34" y="49"/>
                    <a:pt x="36" y="42"/>
                    <a:pt x="34" y="37"/>
                  </a:cubicBezTo>
                  <a:cubicBezTo>
                    <a:pt x="24" y="10"/>
                    <a:pt x="24" y="10"/>
                    <a:pt x="24" y="10"/>
                  </a:cubicBezTo>
                  <a:cubicBezTo>
                    <a:pt x="21" y="4"/>
                    <a:pt x="15" y="0"/>
                    <a:pt x="9" y="3"/>
                  </a:cubicBezTo>
                  <a:cubicBezTo>
                    <a:pt x="2" y="6"/>
                    <a:pt x="0" y="12"/>
                    <a:pt x="2" y="18"/>
                  </a:cubicBezTo>
                  <a:cubicBezTo>
                    <a:pt x="13" y="45"/>
                    <a:pt x="13" y="45"/>
                    <a:pt x="13" y="45"/>
                  </a:cubicBezTo>
                  <a:cubicBezTo>
                    <a:pt x="15" y="49"/>
                    <a:pt x="19" y="52"/>
                    <a:pt x="24" y="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38" name="Freeform 142"/>
            <p:cNvSpPr>
              <a:spLocks noChangeArrowheads="1"/>
            </p:cNvSpPr>
            <p:nvPr/>
          </p:nvSpPr>
          <p:spPr bwMode="auto">
            <a:xfrm>
              <a:off x="5918898" y="1988130"/>
              <a:ext cx="12968" cy="22232"/>
            </a:xfrm>
            <a:custGeom>
              <a:avLst/>
              <a:gdLst>
                <a:gd name="T0" fmla="*/ 11 w 30"/>
                <a:gd name="T1" fmla="*/ 52 h 53"/>
                <a:gd name="T2" fmla="*/ 11 w 30"/>
                <a:gd name="T3" fmla="*/ 52 h 53"/>
                <a:gd name="T4" fmla="*/ 12 w 30"/>
                <a:gd name="T5" fmla="*/ 52 h 53"/>
                <a:gd name="T6" fmla="*/ 25 w 30"/>
                <a:gd name="T7" fmla="*/ 42 h 53"/>
                <a:gd name="T8" fmla="*/ 27 w 30"/>
                <a:gd name="T9" fmla="*/ 12 h 53"/>
                <a:gd name="T10" fmla="*/ 16 w 30"/>
                <a:gd name="T11" fmla="*/ 0 h 53"/>
                <a:gd name="T12" fmla="*/ 4 w 30"/>
                <a:gd name="T13" fmla="*/ 11 h 53"/>
                <a:gd name="T14" fmla="*/ 1 w 30"/>
                <a:gd name="T15" fmla="*/ 40 h 53"/>
                <a:gd name="T16" fmla="*/ 11 w 30"/>
                <a:gd name="T17"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3">
                  <a:moveTo>
                    <a:pt x="11" y="52"/>
                  </a:moveTo>
                  <a:lnTo>
                    <a:pt x="11" y="52"/>
                  </a:lnTo>
                  <a:cubicBezTo>
                    <a:pt x="12" y="52"/>
                    <a:pt x="12" y="52"/>
                    <a:pt x="12" y="52"/>
                  </a:cubicBezTo>
                  <a:cubicBezTo>
                    <a:pt x="19" y="52"/>
                    <a:pt x="23" y="48"/>
                    <a:pt x="25" y="42"/>
                  </a:cubicBezTo>
                  <a:cubicBezTo>
                    <a:pt x="27" y="12"/>
                    <a:pt x="27" y="12"/>
                    <a:pt x="27" y="12"/>
                  </a:cubicBezTo>
                  <a:cubicBezTo>
                    <a:pt x="29" y="7"/>
                    <a:pt x="23" y="2"/>
                    <a:pt x="16" y="0"/>
                  </a:cubicBezTo>
                  <a:cubicBezTo>
                    <a:pt x="11" y="0"/>
                    <a:pt x="6" y="4"/>
                    <a:pt x="4" y="11"/>
                  </a:cubicBezTo>
                  <a:cubicBezTo>
                    <a:pt x="1" y="40"/>
                    <a:pt x="1" y="40"/>
                    <a:pt x="1" y="40"/>
                  </a:cubicBezTo>
                  <a:cubicBezTo>
                    <a:pt x="0" y="45"/>
                    <a:pt x="6" y="52"/>
                    <a:pt x="11" y="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39" name="Freeform 143"/>
            <p:cNvSpPr>
              <a:spLocks noChangeArrowheads="1"/>
            </p:cNvSpPr>
            <p:nvPr/>
          </p:nvSpPr>
          <p:spPr bwMode="auto">
            <a:xfrm>
              <a:off x="5963362" y="2006657"/>
              <a:ext cx="18527" cy="20379"/>
            </a:xfrm>
            <a:custGeom>
              <a:avLst/>
              <a:gdLst>
                <a:gd name="T0" fmla="*/ 13 w 43"/>
                <a:gd name="T1" fmla="*/ 49 h 50"/>
                <a:gd name="T2" fmla="*/ 13 w 43"/>
                <a:gd name="T3" fmla="*/ 49 h 50"/>
                <a:gd name="T4" fmla="*/ 23 w 43"/>
                <a:gd name="T5" fmla="*/ 44 h 50"/>
                <a:gd name="T6" fmla="*/ 39 w 43"/>
                <a:gd name="T7" fmla="*/ 19 h 50"/>
                <a:gd name="T8" fmla="*/ 35 w 43"/>
                <a:gd name="T9" fmla="*/ 3 h 50"/>
                <a:gd name="T10" fmla="*/ 20 w 43"/>
                <a:gd name="T11" fmla="*/ 7 h 50"/>
                <a:gd name="T12" fmla="*/ 4 w 43"/>
                <a:gd name="T13" fmla="*/ 30 h 50"/>
                <a:gd name="T14" fmla="*/ 7 w 43"/>
                <a:gd name="T15" fmla="*/ 47 h 50"/>
                <a:gd name="T16" fmla="*/ 13 w 43"/>
                <a:gd name="T17" fmla="*/ 4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50">
                  <a:moveTo>
                    <a:pt x="13" y="49"/>
                  </a:moveTo>
                  <a:lnTo>
                    <a:pt x="13" y="49"/>
                  </a:lnTo>
                  <a:cubicBezTo>
                    <a:pt x="16" y="49"/>
                    <a:pt x="20" y="47"/>
                    <a:pt x="23" y="44"/>
                  </a:cubicBezTo>
                  <a:cubicBezTo>
                    <a:pt x="39" y="19"/>
                    <a:pt x="39" y="19"/>
                    <a:pt x="39" y="19"/>
                  </a:cubicBezTo>
                  <a:cubicBezTo>
                    <a:pt x="42" y="14"/>
                    <a:pt x="41" y="7"/>
                    <a:pt x="35" y="3"/>
                  </a:cubicBezTo>
                  <a:cubicBezTo>
                    <a:pt x="30" y="0"/>
                    <a:pt x="23" y="2"/>
                    <a:pt x="20" y="7"/>
                  </a:cubicBezTo>
                  <a:cubicBezTo>
                    <a:pt x="4" y="30"/>
                    <a:pt x="4" y="30"/>
                    <a:pt x="4" y="30"/>
                  </a:cubicBezTo>
                  <a:cubicBezTo>
                    <a:pt x="0" y="36"/>
                    <a:pt x="1" y="43"/>
                    <a:pt x="7" y="47"/>
                  </a:cubicBezTo>
                  <a:cubicBezTo>
                    <a:pt x="8" y="48"/>
                    <a:pt x="11" y="49"/>
                    <a:pt x="13" y="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sp>
          <p:nvSpPr>
            <p:cNvPr id="40" name="Freeform 144"/>
            <p:cNvSpPr>
              <a:spLocks noChangeArrowheads="1"/>
            </p:cNvSpPr>
            <p:nvPr/>
          </p:nvSpPr>
          <p:spPr bwMode="auto">
            <a:xfrm>
              <a:off x="5994857" y="2045563"/>
              <a:ext cx="22232" cy="16675"/>
            </a:xfrm>
            <a:custGeom>
              <a:avLst/>
              <a:gdLst>
                <a:gd name="T0" fmla="*/ 13 w 52"/>
                <a:gd name="T1" fmla="*/ 38 h 39"/>
                <a:gd name="T2" fmla="*/ 13 w 52"/>
                <a:gd name="T3" fmla="*/ 38 h 39"/>
                <a:gd name="T4" fmla="*/ 19 w 52"/>
                <a:gd name="T5" fmla="*/ 37 h 39"/>
                <a:gd name="T6" fmla="*/ 43 w 52"/>
                <a:gd name="T7" fmla="*/ 23 h 39"/>
                <a:gd name="T8" fmla="*/ 49 w 52"/>
                <a:gd name="T9" fmla="*/ 8 h 39"/>
                <a:gd name="T10" fmla="*/ 34 w 52"/>
                <a:gd name="T11" fmla="*/ 3 h 39"/>
                <a:gd name="T12" fmla="*/ 8 w 52"/>
                <a:gd name="T13" fmla="*/ 17 h 39"/>
                <a:gd name="T14" fmla="*/ 2 w 52"/>
                <a:gd name="T15" fmla="*/ 32 h 39"/>
                <a:gd name="T16" fmla="*/ 13 w 52"/>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39">
                  <a:moveTo>
                    <a:pt x="13" y="38"/>
                  </a:moveTo>
                  <a:lnTo>
                    <a:pt x="13" y="38"/>
                  </a:lnTo>
                  <a:cubicBezTo>
                    <a:pt x="15" y="38"/>
                    <a:pt x="16" y="38"/>
                    <a:pt x="19" y="37"/>
                  </a:cubicBezTo>
                  <a:cubicBezTo>
                    <a:pt x="43" y="23"/>
                    <a:pt x="43" y="23"/>
                    <a:pt x="43" y="23"/>
                  </a:cubicBezTo>
                  <a:cubicBezTo>
                    <a:pt x="50" y="21"/>
                    <a:pt x="51" y="14"/>
                    <a:pt x="49" y="8"/>
                  </a:cubicBezTo>
                  <a:cubicBezTo>
                    <a:pt x="46" y="2"/>
                    <a:pt x="39" y="0"/>
                    <a:pt x="34" y="3"/>
                  </a:cubicBezTo>
                  <a:cubicBezTo>
                    <a:pt x="8" y="17"/>
                    <a:pt x="8" y="17"/>
                    <a:pt x="8" y="17"/>
                  </a:cubicBezTo>
                  <a:cubicBezTo>
                    <a:pt x="2" y="19"/>
                    <a:pt x="0" y="26"/>
                    <a:pt x="2" y="32"/>
                  </a:cubicBezTo>
                  <a:cubicBezTo>
                    <a:pt x="5" y="36"/>
                    <a:pt x="9" y="38"/>
                    <a:pt x="13" y="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p>
          </p:txBody>
        </p:sp>
      </p:grpSp>
    </p:spTree>
    <p:extLst>
      <p:ext uri="{BB962C8B-B14F-4D97-AF65-F5344CB8AC3E}">
        <p14:creationId xmlns:p14="http://schemas.microsoft.com/office/powerpoint/2010/main" val="387957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Success</a:t>
            </a:r>
            <a:endParaRPr lang="en-US" dirty="0"/>
          </a:p>
        </p:txBody>
      </p:sp>
    </p:spTree>
    <p:extLst>
      <p:ext uri="{BB962C8B-B14F-4D97-AF65-F5344CB8AC3E}">
        <p14:creationId xmlns:p14="http://schemas.microsoft.com/office/powerpoint/2010/main" val="38407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9066502" cy="574216"/>
          </a:xfrm>
        </p:spPr>
        <p:txBody>
          <a:bodyPr/>
          <a:lstStyle/>
          <a:p>
            <a:r>
              <a:rPr lang="en-US" dirty="0"/>
              <a:t>East </a:t>
            </a:r>
            <a:r>
              <a:rPr lang="en-US" dirty="0" err="1"/>
              <a:t>Gippsland</a:t>
            </a:r>
            <a:r>
              <a:rPr lang="en-US" dirty="0"/>
              <a:t> Water</a:t>
            </a:r>
            <a:endParaRPr lang="en-US" sz="2665" dirty="0">
              <a:solidFill>
                <a:srgbClr val="00B388"/>
              </a:solidFill>
            </a:endParaRPr>
          </a:p>
        </p:txBody>
      </p:sp>
      <p:sp>
        <p:nvSpPr>
          <p:cNvPr id="4" name="Pentagon 3"/>
          <p:cNvSpPr/>
          <p:nvPr/>
        </p:nvSpPr>
        <p:spPr>
          <a:xfrm>
            <a:off x="613887" y="2058115"/>
            <a:ext cx="3411093" cy="639746"/>
          </a:xfrm>
          <a:prstGeom prst="homePlate">
            <a:avLst>
              <a:gd name="adj" fmla="val 312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Challenge</a:t>
            </a:r>
          </a:p>
        </p:txBody>
      </p:sp>
      <p:sp>
        <p:nvSpPr>
          <p:cNvPr id="6" name="Pentagon 5"/>
          <p:cNvSpPr/>
          <p:nvPr/>
        </p:nvSpPr>
        <p:spPr>
          <a:xfrm>
            <a:off x="4390455" y="2058115"/>
            <a:ext cx="3411093" cy="639746"/>
          </a:xfrm>
          <a:prstGeom prst="homePlate">
            <a:avLst>
              <a:gd name="adj" fmla="val 312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Requirements</a:t>
            </a:r>
          </a:p>
        </p:txBody>
      </p:sp>
      <p:sp>
        <p:nvSpPr>
          <p:cNvPr id="8" name="Pentagon 7"/>
          <p:cNvSpPr/>
          <p:nvPr/>
        </p:nvSpPr>
        <p:spPr>
          <a:xfrm>
            <a:off x="8155013" y="2058115"/>
            <a:ext cx="3411093" cy="639746"/>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Solution </a:t>
            </a:r>
          </a:p>
        </p:txBody>
      </p:sp>
      <p:sp>
        <p:nvSpPr>
          <p:cNvPr id="11" name="TextBox 10"/>
          <p:cNvSpPr txBox="1"/>
          <p:nvPr/>
        </p:nvSpPr>
        <p:spPr>
          <a:xfrm>
            <a:off x="613890" y="2841171"/>
            <a:ext cx="3423105" cy="2264228"/>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ea typeface="HP Simplified" pitchFamily="34" charset="0"/>
              </a:rPr>
              <a:t>Reduce time to find records </a:t>
            </a:r>
            <a:r>
              <a:rPr lang="en-US" sz="1600" dirty="0" smtClean="0">
                <a:solidFill>
                  <a:prstClr val="black"/>
                </a:solidFill>
                <a:ea typeface="HP Simplified" pitchFamily="34" charset="0"/>
              </a:rPr>
              <a:t>(normally hours)</a:t>
            </a:r>
          </a:p>
          <a:p>
            <a:pPr marL="228474" lvl="1" indent="-228474" defTabSz="913897" fontAlgn="auto">
              <a:lnSpc>
                <a:spcPct val="90000"/>
              </a:lnSpc>
              <a:spcBef>
                <a:spcPts val="800"/>
              </a:spcBef>
              <a:spcAft>
                <a:spcPts val="0"/>
              </a:spcAft>
              <a:buSzPct val="80000"/>
              <a:buFont typeface="Arial"/>
              <a:buChar char="•"/>
            </a:pPr>
            <a:r>
              <a:rPr lang="en-US" sz="1600" dirty="0" smtClean="0">
                <a:solidFill>
                  <a:prstClr val="black"/>
                </a:solidFill>
                <a:ea typeface="HP Simplified" pitchFamily="34" charset="0"/>
              </a:rPr>
              <a:t>Ensure </a:t>
            </a:r>
            <a:r>
              <a:rPr lang="en-US" sz="1600" dirty="0">
                <a:solidFill>
                  <a:prstClr val="black"/>
                </a:solidFill>
                <a:ea typeface="HP Simplified" pitchFamily="34" charset="0"/>
              </a:rPr>
              <a:t>compliance with privacy laws and data regulations</a:t>
            </a:r>
          </a:p>
        </p:txBody>
      </p:sp>
      <p:sp>
        <p:nvSpPr>
          <p:cNvPr id="17" name="TextBox 16"/>
          <p:cNvSpPr txBox="1"/>
          <p:nvPr/>
        </p:nvSpPr>
        <p:spPr>
          <a:xfrm>
            <a:off x="4390455" y="2841172"/>
            <a:ext cx="3411093" cy="2264227"/>
          </a:xfrm>
          <a:prstGeom prst="rect">
            <a:avLst/>
          </a:prstGeom>
          <a:noFill/>
        </p:spPr>
        <p:txBody>
          <a:bodyPr wrap="square" lIns="0" tIns="0" rIns="0" bIns="0" rtlCol="0">
            <a:noAutofit/>
          </a:bodyPr>
          <a:lstStyle/>
          <a:p>
            <a:pPr marL="228474" lvl="1" indent="-228474" defTabSz="913897">
              <a:lnSpc>
                <a:spcPct val="90000"/>
              </a:lnSpc>
              <a:spcBef>
                <a:spcPts val="800"/>
              </a:spcBef>
              <a:buSzPct val="80000"/>
              <a:buFont typeface="Arial"/>
              <a:buChar char="•"/>
            </a:pPr>
            <a:r>
              <a:rPr lang="en-US" sz="1600" dirty="0" smtClean="0">
                <a:solidFill>
                  <a:prstClr val="black"/>
                </a:solidFill>
              </a:rPr>
              <a:t>Identify sensitive business information</a:t>
            </a:r>
          </a:p>
          <a:p>
            <a:pPr marL="228474" lvl="1" indent="-228474" defTabSz="913897">
              <a:lnSpc>
                <a:spcPct val="90000"/>
              </a:lnSpc>
              <a:spcBef>
                <a:spcPts val="800"/>
              </a:spcBef>
              <a:buSzPct val="80000"/>
              <a:buFont typeface="Arial"/>
              <a:buChar char="•"/>
            </a:pPr>
            <a:r>
              <a:rPr lang="en-US" sz="1600" dirty="0" smtClean="0">
                <a:solidFill>
                  <a:prstClr val="black"/>
                </a:solidFill>
              </a:rPr>
              <a:t>Reduce the amount of dark data</a:t>
            </a:r>
          </a:p>
          <a:p>
            <a:pPr marL="228474" lvl="1" indent="-228474" defTabSz="913897">
              <a:lnSpc>
                <a:spcPct val="90000"/>
              </a:lnSpc>
              <a:spcBef>
                <a:spcPts val="800"/>
              </a:spcBef>
              <a:buSzPct val="80000"/>
              <a:buFont typeface="Arial"/>
              <a:buChar char="•"/>
            </a:pPr>
            <a:endParaRPr lang="en-US" sz="1600" dirty="0" smtClean="0">
              <a:solidFill>
                <a:prstClr val="black"/>
              </a:solidFill>
            </a:endParaRPr>
          </a:p>
          <a:p>
            <a:pPr marL="228474" lvl="1" indent="-228474" defTabSz="913897">
              <a:lnSpc>
                <a:spcPct val="90000"/>
              </a:lnSpc>
              <a:spcBef>
                <a:spcPts val="800"/>
              </a:spcBef>
              <a:buSzPct val="80000"/>
              <a:buFont typeface="Arial"/>
              <a:buChar char="•"/>
            </a:pPr>
            <a:endParaRPr lang="en-US" sz="1732" dirty="0">
              <a:solidFill>
                <a:prstClr val="black"/>
              </a:solidFill>
            </a:endParaRPr>
          </a:p>
          <a:p>
            <a:pPr marL="285593" indent="-285593" defTabSz="913897" fontAlgn="t">
              <a:spcAft>
                <a:spcPts val="400"/>
              </a:spcAft>
              <a:buFont typeface="Arial" panose="020B0604020202020204" pitchFamily="34" charset="0"/>
              <a:buChar char="•"/>
            </a:pPr>
            <a:endParaRPr lang="en-US" sz="1500" dirty="0">
              <a:solidFill>
                <a:prstClr val="black"/>
              </a:solidFill>
            </a:endParaRPr>
          </a:p>
        </p:txBody>
      </p:sp>
      <p:sp>
        <p:nvSpPr>
          <p:cNvPr id="19" name="TextBox 18"/>
          <p:cNvSpPr txBox="1"/>
          <p:nvPr/>
        </p:nvSpPr>
        <p:spPr>
          <a:xfrm>
            <a:off x="8155013" y="2841172"/>
            <a:ext cx="3424372" cy="2264226"/>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smtClean="0">
                <a:solidFill>
                  <a:prstClr val="black"/>
                </a:solidFill>
              </a:rPr>
              <a:t>Control Point</a:t>
            </a:r>
            <a:endParaRPr lang="en-US" sz="1600" dirty="0">
              <a:solidFill>
                <a:prstClr val="black"/>
              </a:solidFill>
            </a:endParaRPr>
          </a:p>
        </p:txBody>
      </p:sp>
      <p:sp>
        <p:nvSpPr>
          <p:cNvPr id="5" name="Round Single Corner Rectangle 4"/>
          <p:cNvSpPr/>
          <p:nvPr/>
        </p:nvSpPr>
        <p:spPr>
          <a:xfrm>
            <a:off x="778626" y="5105400"/>
            <a:ext cx="10787480" cy="1115815"/>
          </a:xfrm>
          <a:prstGeom prst="round1Rect">
            <a:avLst>
              <a:gd name="adj" fmla="val 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defTabSz="609265">
              <a:buFont typeface="Arial" panose="020B0604020202020204" pitchFamily="34" charset="0"/>
              <a:buChar char="•"/>
              <a:defRPr/>
            </a:pPr>
            <a:r>
              <a:rPr lang="en-US" sz="1400" dirty="0">
                <a:solidFill>
                  <a:prstClr val="white"/>
                </a:solidFill>
              </a:rPr>
              <a:t>Decreased </a:t>
            </a:r>
            <a:r>
              <a:rPr lang="en-US" sz="1400" dirty="0" smtClean="0">
                <a:solidFill>
                  <a:prstClr val="white"/>
                </a:solidFill>
              </a:rPr>
              <a:t>data </a:t>
            </a:r>
            <a:r>
              <a:rPr lang="en-US" sz="1400" dirty="0">
                <a:solidFill>
                  <a:prstClr val="white"/>
                </a:solidFill>
              </a:rPr>
              <a:t>footprint by 30 percent, slowing growth in storage </a:t>
            </a:r>
            <a:r>
              <a:rPr lang="en-US" sz="1400" dirty="0" smtClean="0">
                <a:solidFill>
                  <a:prstClr val="white"/>
                </a:solidFill>
              </a:rPr>
              <a:t>costs</a:t>
            </a:r>
            <a:endParaRPr lang="en-US" sz="1400" dirty="0">
              <a:solidFill>
                <a:prstClr val="white"/>
              </a:solidFill>
            </a:endParaRPr>
          </a:p>
          <a:p>
            <a:pPr marL="285750" indent="-285750" defTabSz="609265">
              <a:buFont typeface="Arial" panose="020B0604020202020204" pitchFamily="34" charset="0"/>
              <a:buChar char="•"/>
              <a:defRPr/>
            </a:pPr>
            <a:r>
              <a:rPr lang="en-US" sz="1400" dirty="0" smtClean="0">
                <a:solidFill>
                  <a:prstClr val="white"/>
                </a:solidFill>
              </a:rPr>
              <a:t>Identified </a:t>
            </a:r>
            <a:r>
              <a:rPr lang="en-US" sz="1400" dirty="0">
                <a:solidFill>
                  <a:prstClr val="white"/>
                </a:solidFill>
              </a:rPr>
              <a:t>an additional </a:t>
            </a:r>
            <a:r>
              <a:rPr lang="en-US" sz="1400" dirty="0" smtClean="0">
                <a:solidFill>
                  <a:prstClr val="white"/>
                </a:solidFill>
              </a:rPr>
              <a:t>10% of </a:t>
            </a:r>
            <a:r>
              <a:rPr lang="en-US" sz="1400" dirty="0">
                <a:solidFill>
                  <a:prstClr val="white"/>
                </a:solidFill>
              </a:rPr>
              <a:t>its data that should be stored in a record-keeping system.</a:t>
            </a:r>
          </a:p>
          <a:p>
            <a:pPr marL="285750" indent="-285750" defTabSz="609265">
              <a:buFont typeface="Arial" panose="020B0604020202020204" pitchFamily="34" charset="0"/>
              <a:buChar char="•"/>
              <a:defRPr/>
            </a:pPr>
            <a:r>
              <a:rPr lang="en-US" sz="1400" dirty="0" smtClean="0">
                <a:solidFill>
                  <a:prstClr val="white"/>
                </a:solidFill>
              </a:rPr>
              <a:t>Reduced </a:t>
            </a:r>
            <a:r>
              <a:rPr lang="en-US" sz="1400" dirty="0">
                <a:solidFill>
                  <a:prstClr val="white"/>
                </a:solidFill>
              </a:rPr>
              <a:t>the time taken to find records, from hours to seconds.</a:t>
            </a:r>
          </a:p>
        </p:txBody>
      </p:sp>
      <p:pic>
        <p:nvPicPr>
          <p:cNvPr id="1026" name="Picture 2" descr="Image result for East Gippsland Wa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0125" y="207714"/>
            <a:ext cx="2369260" cy="1232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61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858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ControlPoint</a:t>
            </a:r>
            <a:endParaRPr lang="en-US" dirty="0"/>
          </a:p>
        </p:txBody>
      </p:sp>
      <p:sp>
        <p:nvSpPr>
          <p:cNvPr id="3" name="Text Placeholder 2"/>
          <p:cNvSpPr>
            <a:spLocks noGrp="1"/>
          </p:cNvSpPr>
          <p:nvPr>
            <p:ph type="body" sz="quarter" idx="13"/>
          </p:nvPr>
        </p:nvSpPr>
        <p:spPr/>
        <p:txBody>
          <a:bodyPr/>
          <a:lstStyle/>
          <a:p>
            <a:r>
              <a:rPr lang="en-AU" dirty="0" smtClean="0"/>
              <a:t>identify, organize, control and manage unstructured data</a:t>
            </a:r>
            <a:endParaRPr lang="en-US" dirty="0"/>
          </a:p>
        </p:txBody>
      </p:sp>
      <p:pic>
        <p:nvPicPr>
          <p:cNvPr id="46" name="Picture 45"/>
          <p:cNvPicPr>
            <a:picLocks noChangeAspect="1"/>
          </p:cNvPicPr>
          <p:nvPr/>
        </p:nvPicPr>
        <p:blipFill>
          <a:blip r:embed="rId3"/>
          <a:stretch>
            <a:fillRect/>
          </a:stretch>
        </p:blipFill>
        <p:spPr>
          <a:xfrm>
            <a:off x="4532531" y="2715904"/>
            <a:ext cx="7046852" cy="3589361"/>
          </a:xfrm>
          <a:prstGeom prst="rect">
            <a:avLst/>
          </a:prstGeom>
        </p:spPr>
      </p:pic>
      <p:sp>
        <p:nvSpPr>
          <p:cNvPr id="78" name="Content Placeholder 13"/>
          <p:cNvSpPr txBox="1">
            <a:spLocks/>
          </p:cNvSpPr>
          <p:nvPr/>
        </p:nvSpPr>
        <p:spPr>
          <a:xfrm>
            <a:off x="946785" y="1825626"/>
            <a:ext cx="5063722" cy="4238625"/>
          </a:xfrm>
          <a:prstGeom prst="rect">
            <a:avLst/>
          </a:prstGeom>
        </p:spPr>
        <p:txBody>
          <a:bodyPr vert="horz" lIns="0" tIns="45720" rIns="91440" bIns="45720" rtlCol="0">
            <a:noAutofit/>
          </a:bodyPr>
          <a:lst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000" dirty="0" smtClean="0"/>
              <a:t>Reduce storage costs</a:t>
            </a:r>
          </a:p>
          <a:p>
            <a:pPr>
              <a:lnSpc>
                <a:spcPct val="150000"/>
              </a:lnSpc>
            </a:pPr>
            <a:r>
              <a:rPr lang="en-US" sz="2000" dirty="0" smtClean="0"/>
              <a:t>Reduce the time it takes to find information</a:t>
            </a:r>
          </a:p>
          <a:p>
            <a:pPr>
              <a:lnSpc>
                <a:spcPct val="150000"/>
              </a:lnSpc>
            </a:pPr>
            <a:r>
              <a:rPr lang="en-US" sz="2000" dirty="0" smtClean="0"/>
              <a:t>Reduce risk by identifying sensitive business information</a:t>
            </a:r>
          </a:p>
          <a:p>
            <a:pPr>
              <a:lnSpc>
                <a:spcPct val="150000"/>
              </a:lnSpc>
            </a:pPr>
            <a:r>
              <a:rPr lang="en-US" sz="2000" dirty="0" smtClean="0"/>
              <a:t>Understand all of your data</a:t>
            </a:r>
          </a:p>
          <a:p>
            <a:pPr>
              <a:lnSpc>
                <a:spcPct val="150000"/>
              </a:lnSpc>
            </a:pPr>
            <a:r>
              <a:rPr lang="en-US" sz="2000" dirty="0" smtClean="0"/>
              <a:t>Gain value from your data</a:t>
            </a:r>
            <a:endParaRPr lang="en-US" sz="2000" dirty="0"/>
          </a:p>
        </p:txBody>
      </p:sp>
    </p:spTree>
    <p:extLst>
      <p:ext uri="{BB962C8B-B14F-4D97-AF65-F5344CB8AC3E}">
        <p14:creationId xmlns:p14="http://schemas.microsoft.com/office/powerpoint/2010/main" val="858731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97392" y="1323404"/>
            <a:ext cx="10938116" cy="4887425"/>
            <a:chOff x="597392" y="1323404"/>
            <a:chExt cx="10938116" cy="4887425"/>
          </a:xfrm>
        </p:grpSpPr>
        <p:sp>
          <p:nvSpPr>
            <p:cNvPr id="3" name="Rectangle 2"/>
            <p:cNvSpPr/>
            <p:nvPr/>
          </p:nvSpPr>
          <p:spPr>
            <a:xfrm>
              <a:off x="597392" y="1323404"/>
              <a:ext cx="10938116" cy="4887425"/>
            </a:xfrm>
            <a:prstGeom prst="rect">
              <a:avLst/>
            </a:prstGeom>
            <a:ln w="28575"/>
          </p:spPr>
        </p:sp>
        <p:sp>
          <p:nvSpPr>
            <p:cNvPr id="7" name="Freeform 6"/>
            <p:cNvSpPr/>
            <p:nvPr/>
          </p:nvSpPr>
          <p:spPr>
            <a:xfrm>
              <a:off x="601685" y="1323449"/>
              <a:ext cx="10929529" cy="1116852"/>
            </a:xfrm>
            <a:custGeom>
              <a:avLst/>
              <a:gdLst>
                <a:gd name="connsiteX0" fmla="*/ 0 w 10929529"/>
                <a:gd name="connsiteY0" fmla="*/ 111685 h 1116852"/>
                <a:gd name="connsiteX1" fmla="*/ 111685 w 10929529"/>
                <a:gd name="connsiteY1" fmla="*/ 0 h 1116852"/>
                <a:gd name="connsiteX2" fmla="*/ 10817844 w 10929529"/>
                <a:gd name="connsiteY2" fmla="*/ 0 h 1116852"/>
                <a:gd name="connsiteX3" fmla="*/ 10929529 w 10929529"/>
                <a:gd name="connsiteY3" fmla="*/ 111685 h 1116852"/>
                <a:gd name="connsiteX4" fmla="*/ 10929529 w 10929529"/>
                <a:gd name="connsiteY4" fmla="*/ 1005167 h 1116852"/>
                <a:gd name="connsiteX5" fmla="*/ 10817844 w 10929529"/>
                <a:gd name="connsiteY5" fmla="*/ 1116852 h 1116852"/>
                <a:gd name="connsiteX6" fmla="*/ 111685 w 10929529"/>
                <a:gd name="connsiteY6" fmla="*/ 1116852 h 1116852"/>
                <a:gd name="connsiteX7" fmla="*/ 0 w 10929529"/>
                <a:gd name="connsiteY7" fmla="*/ 1005167 h 1116852"/>
                <a:gd name="connsiteX8" fmla="*/ 0 w 10929529"/>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9529" h="1116852">
                  <a:moveTo>
                    <a:pt x="0" y="111685"/>
                  </a:moveTo>
                  <a:cubicBezTo>
                    <a:pt x="0" y="50003"/>
                    <a:pt x="50003" y="0"/>
                    <a:pt x="111685" y="0"/>
                  </a:cubicBezTo>
                  <a:lnTo>
                    <a:pt x="10817844" y="0"/>
                  </a:lnTo>
                  <a:cubicBezTo>
                    <a:pt x="10879526" y="0"/>
                    <a:pt x="10929529" y="50003"/>
                    <a:pt x="10929529" y="111685"/>
                  </a:cubicBezTo>
                  <a:lnTo>
                    <a:pt x="10929529" y="1005167"/>
                  </a:lnTo>
                  <a:cubicBezTo>
                    <a:pt x="10929529" y="1066849"/>
                    <a:pt x="10879526" y="1116852"/>
                    <a:pt x="10817844" y="1116852"/>
                  </a:cubicBezTo>
                  <a:lnTo>
                    <a:pt x="111685" y="1116852"/>
                  </a:lnTo>
                  <a:cubicBezTo>
                    <a:pt x="50003" y="1116852"/>
                    <a:pt x="0" y="1066849"/>
                    <a:pt x="0" y="1005167"/>
                  </a:cubicBezTo>
                  <a:lnTo>
                    <a:pt x="0" y="111685"/>
                  </a:lnTo>
                  <a:close/>
                </a:path>
              </a:pathLst>
            </a:custGeom>
            <a:noFill/>
            <a:ln w="28575">
              <a:solidFill>
                <a:srgbClr val="7625AD"/>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15591" tIns="215591" rIns="215591" bIns="215591" numCol="1" spcCol="1270" anchor="ctr" anchorCtr="0">
              <a:noAutofit/>
            </a:bodyPr>
            <a:lstStyle/>
            <a:p>
              <a:pPr algn="ctr" defTabSz="2133600">
                <a:lnSpc>
                  <a:spcPct val="90000"/>
                </a:lnSpc>
                <a:spcBef>
                  <a:spcPct val="0"/>
                </a:spcBef>
                <a:spcAft>
                  <a:spcPct val="35000"/>
                </a:spcAft>
              </a:pPr>
              <a:r>
                <a:rPr lang="en-AU" sz="4800" dirty="0" smtClean="0">
                  <a:solidFill>
                    <a:srgbClr val="7625AD"/>
                  </a:solidFill>
                </a:rPr>
                <a:t>Secure Content Management</a:t>
              </a:r>
              <a:endParaRPr lang="en-US" sz="4800" dirty="0">
                <a:solidFill>
                  <a:srgbClr val="7625AD"/>
                </a:solidFill>
              </a:endParaRPr>
            </a:p>
          </p:txBody>
        </p:sp>
        <p:sp>
          <p:nvSpPr>
            <p:cNvPr id="8" name="Freeform 7"/>
            <p:cNvSpPr/>
            <p:nvPr/>
          </p:nvSpPr>
          <p:spPr>
            <a:xfrm>
              <a:off x="601685"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algn="ctr" defTabSz="800100">
                <a:lnSpc>
                  <a:spcPct val="90000"/>
                </a:lnSpc>
                <a:spcBef>
                  <a:spcPct val="0"/>
                </a:spcBef>
                <a:spcAft>
                  <a:spcPct val="35000"/>
                </a:spcAft>
              </a:pPr>
              <a:r>
                <a:rPr lang="en-AU" dirty="0" smtClean="0">
                  <a:solidFill>
                    <a:srgbClr val="2FD6C3"/>
                  </a:solidFill>
                </a:rPr>
                <a:t>ControlPoint</a:t>
              </a:r>
            </a:p>
          </p:txBody>
        </p:sp>
        <p:sp>
          <p:nvSpPr>
            <p:cNvPr id="9" name="Freeform 8"/>
            <p:cNvSpPr/>
            <p:nvPr/>
          </p:nvSpPr>
          <p:spPr>
            <a:xfrm>
              <a:off x="601685"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algn="ctr" defTabSz="666750">
                <a:lnSpc>
                  <a:spcPct val="90000"/>
                </a:lnSpc>
                <a:spcBef>
                  <a:spcPct val="0"/>
                </a:spcBef>
                <a:spcAft>
                  <a:spcPct val="35000"/>
                </a:spcAft>
              </a:pPr>
              <a:r>
                <a:rPr lang="en-AU" sz="1500" dirty="0" smtClean="0">
                  <a:solidFill>
                    <a:srgbClr val="0079EF"/>
                  </a:solidFill>
                </a:rPr>
                <a:t>File &amp; content analysis</a:t>
              </a:r>
            </a:p>
          </p:txBody>
        </p:sp>
        <p:sp>
          <p:nvSpPr>
            <p:cNvPr id="10" name="Freeform 9"/>
            <p:cNvSpPr/>
            <p:nvPr/>
          </p:nvSpPr>
          <p:spPr>
            <a:xfrm>
              <a:off x="601685"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Identification of personal data/</a:t>
              </a:r>
              <a:br>
                <a:rPr lang="en-AU" sz="900" dirty="0" smtClean="0">
                  <a:solidFill>
                    <a:srgbClr val="231CA5"/>
                  </a:solidFill>
                </a:rPr>
              </a:br>
              <a:r>
                <a:rPr lang="en-AU" sz="900" dirty="0" smtClean="0">
                  <a:solidFill>
                    <a:srgbClr val="231CA5"/>
                  </a:solidFill>
                </a:rPr>
                <a:t>PII, PCI, PHI</a:t>
              </a:r>
            </a:p>
          </p:txBody>
        </p:sp>
        <p:sp>
          <p:nvSpPr>
            <p:cNvPr id="11" name="Freeform 10"/>
            <p:cNvSpPr/>
            <p:nvPr/>
          </p:nvSpPr>
          <p:spPr>
            <a:xfrm>
              <a:off x="1431910"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ROT Analysis</a:t>
              </a:r>
            </a:p>
          </p:txBody>
        </p:sp>
        <p:sp>
          <p:nvSpPr>
            <p:cNvPr id="12" name="Freeform 11"/>
            <p:cNvSpPr/>
            <p:nvPr/>
          </p:nvSpPr>
          <p:spPr>
            <a:xfrm>
              <a:off x="2262134"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Enterprise policy application</a:t>
              </a:r>
            </a:p>
          </p:txBody>
        </p:sp>
        <p:sp>
          <p:nvSpPr>
            <p:cNvPr id="13" name="Freeform 12"/>
            <p:cNvSpPr/>
            <p:nvPr/>
          </p:nvSpPr>
          <p:spPr>
            <a:xfrm>
              <a:off x="3092359"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Manage-in-place</a:t>
              </a:r>
            </a:p>
          </p:txBody>
        </p:sp>
        <p:sp>
          <p:nvSpPr>
            <p:cNvPr id="14" name="Freeform 13"/>
            <p:cNvSpPr/>
            <p:nvPr/>
          </p:nvSpPr>
          <p:spPr>
            <a:xfrm>
              <a:off x="3973812"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algn="ctr" defTabSz="800100">
                <a:lnSpc>
                  <a:spcPct val="90000"/>
                </a:lnSpc>
                <a:spcBef>
                  <a:spcPct val="0"/>
                </a:spcBef>
                <a:spcAft>
                  <a:spcPct val="35000"/>
                </a:spcAft>
              </a:pPr>
              <a:r>
                <a:rPr lang="en-AU" dirty="0" smtClean="0">
                  <a:solidFill>
                    <a:srgbClr val="2FD6C3"/>
                  </a:solidFill>
                </a:rPr>
                <a:t>Content Manager</a:t>
              </a:r>
            </a:p>
          </p:txBody>
        </p:sp>
        <p:sp>
          <p:nvSpPr>
            <p:cNvPr id="15" name="Freeform 14"/>
            <p:cNvSpPr/>
            <p:nvPr/>
          </p:nvSpPr>
          <p:spPr>
            <a:xfrm>
              <a:off x="3973812"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algn="ctr" defTabSz="666750">
                <a:lnSpc>
                  <a:spcPct val="90000"/>
                </a:lnSpc>
                <a:spcBef>
                  <a:spcPct val="0"/>
                </a:spcBef>
                <a:spcAft>
                  <a:spcPct val="35000"/>
                </a:spcAft>
              </a:pPr>
              <a:r>
                <a:rPr lang="en-AU" sz="1500" dirty="0" smtClean="0">
                  <a:solidFill>
                    <a:srgbClr val="0079EF"/>
                  </a:solidFill>
                </a:rPr>
                <a:t>Policy-Based Governance</a:t>
              </a:r>
            </a:p>
          </p:txBody>
        </p:sp>
        <p:sp>
          <p:nvSpPr>
            <p:cNvPr id="16" name="Freeform 15"/>
            <p:cNvSpPr/>
            <p:nvPr/>
          </p:nvSpPr>
          <p:spPr>
            <a:xfrm>
              <a:off x="3973812"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Security &amp; access</a:t>
              </a:r>
            </a:p>
          </p:txBody>
        </p:sp>
        <p:sp>
          <p:nvSpPr>
            <p:cNvPr id="17" name="Freeform 16"/>
            <p:cNvSpPr/>
            <p:nvPr/>
          </p:nvSpPr>
          <p:spPr>
            <a:xfrm>
              <a:off x="480403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Redaction</a:t>
              </a:r>
            </a:p>
          </p:txBody>
        </p:sp>
        <p:sp>
          <p:nvSpPr>
            <p:cNvPr id="18" name="Freeform 17"/>
            <p:cNvSpPr/>
            <p:nvPr/>
          </p:nvSpPr>
          <p:spPr>
            <a:xfrm>
              <a:off x="5634261"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Retention</a:t>
              </a:r>
            </a:p>
          </p:txBody>
        </p:sp>
        <p:sp>
          <p:nvSpPr>
            <p:cNvPr id="19" name="Freeform 18"/>
            <p:cNvSpPr/>
            <p:nvPr/>
          </p:nvSpPr>
          <p:spPr>
            <a:xfrm>
              <a:off x="646448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Disposition</a:t>
              </a:r>
            </a:p>
          </p:txBody>
        </p:sp>
        <p:sp>
          <p:nvSpPr>
            <p:cNvPr id="20" name="Freeform 19"/>
            <p:cNvSpPr/>
            <p:nvPr/>
          </p:nvSpPr>
          <p:spPr>
            <a:xfrm>
              <a:off x="7345939" y="2580276"/>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101291" tIns="101291" rIns="101291" bIns="101291" numCol="1" spcCol="1270" anchor="ctr" anchorCtr="0">
              <a:noAutofit/>
            </a:bodyPr>
            <a:lstStyle/>
            <a:p>
              <a:pPr algn="ctr" defTabSz="800100">
                <a:lnSpc>
                  <a:spcPct val="90000"/>
                </a:lnSpc>
                <a:spcBef>
                  <a:spcPct val="0"/>
                </a:spcBef>
                <a:spcAft>
                  <a:spcPct val="35000"/>
                </a:spcAft>
              </a:pPr>
              <a:r>
                <a:rPr lang="en-AU" dirty="0" smtClean="0">
                  <a:solidFill>
                    <a:srgbClr val="2FD6C3"/>
                  </a:solidFill>
                </a:rPr>
                <a:t>Structured Data Manager</a:t>
              </a:r>
            </a:p>
          </p:txBody>
        </p:sp>
        <p:sp>
          <p:nvSpPr>
            <p:cNvPr id="21" name="Freeform 20"/>
            <p:cNvSpPr/>
            <p:nvPr/>
          </p:nvSpPr>
          <p:spPr>
            <a:xfrm>
              <a:off x="7345939" y="3837103"/>
              <a:ext cx="3303822" cy="1116852"/>
            </a:xfrm>
            <a:custGeom>
              <a:avLst/>
              <a:gdLst>
                <a:gd name="connsiteX0" fmla="*/ 0 w 3303822"/>
                <a:gd name="connsiteY0" fmla="*/ 111685 h 1116852"/>
                <a:gd name="connsiteX1" fmla="*/ 111685 w 3303822"/>
                <a:gd name="connsiteY1" fmla="*/ 0 h 1116852"/>
                <a:gd name="connsiteX2" fmla="*/ 3192137 w 3303822"/>
                <a:gd name="connsiteY2" fmla="*/ 0 h 1116852"/>
                <a:gd name="connsiteX3" fmla="*/ 3303822 w 3303822"/>
                <a:gd name="connsiteY3" fmla="*/ 111685 h 1116852"/>
                <a:gd name="connsiteX4" fmla="*/ 3303822 w 3303822"/>
                <a:gd name="connsiteY4" fmla="*/ 1005167 h 1116852"/>
                <a:gd name="connsiteX5" fmla="*/ 3192137 w 3303822"/>
                <a:gd name="connsiteY5" fmla="*/ 1116852 h 1116852"/>
                <a:gd name="connsiteX6" fmla="*/ 111685 w 3303822"/>
                <a:gd name="connsiteY6" fmla="*/ 1116852 h 1116852"/>
                <a:gd name="connsiteX7" fmla="*/ 0 w 3303822"/>
                <a:gd name="connsiteY7" fmla="*/ 1005167 h 1116852"/>
                <a:gd name="connsiteX8" fmla="*/ 0 w 3303822"/>
                <a:gd name="connsiteY8" fmla="*/ 11168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3822" h="1116852">
                  <a:moveTo>
                    <a:pt x="0" y="111685"/>
                  </a:moveTo>
                  <a:cubicBezTo>
                    <a:pt x="0" y="50003"/>
                    <a:pt x="50003" y="0"/>
                    <a:pt x="111685" y="0"/>
                  </a:cubicBezTo>
                  <a:lnTo>
                    <a:pt x="3192137" y="0"/>
                  </a:lnTo>
                  <a:cubicBezTo>
                    <a:pt x="3253819" y="0"/>
                    <a:pt x="3303822" y="50003"/>
                    <a:pt x="3303822" y="111685"/>
                  </a:cubicBezTo>
                  <a:lnTo>
                    <a:pt x="3303822" y="1005167"/>
                  </a:lnTo>
                  <a:cubicBezTo>
                    <a:pt x="3303822" y="1066849"/>
                    <a:pt x="3253819" y="1116852"/>
                    <a:pt x="3192137" y="1116852"/>
                  </a:cubicBezTo>
                  <a:lnTo>
                    <a:pt x="111685" y="1116852"/>
                  </a:lnTo>
                  <a:cubicBezTo>
                    <a:pt x="50003" y="1116852"/>
                    <a:pt x="0" y="1066849"/>
                    <a:pt x="0" y="1005167"/>
                  </a:cubicBezTo>
                  <a:lnTo>
                    <a:pt x="0" y="11168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861" tIns="89861" rIns="89861" bIns="89861" numCol="1" spcCol="1270" anchor="ctr" anchorCtr="0">
              <a:noAutofit/>
            </a:bodyPr>
            <a:lstStyle/>
            <a:p>
              <a:pPr algn="ctr" defTabSz="666750">
                <a:lnSpc>
                  <a:spcPct val="90000"/>
                </a:lnSpc>
                <a:spcBef>
                  <a:spcPct val="0"/>
                </a:spcBef>
                <a:spcAft>
                  <a:spcPct val="35000"/>
                </a:spcAft>
              </a:pPr>
              <a:r>
                <a:rPr lang="en-AU" sz="1500" dirty="0" smtClean="0">
                  <a:solidFill>
                    <a:srgbClr val="0079EF"/>
                  </a:solidFill>
                </a:rPr>
                <a:t>Data archiving &amp; application retirement</a:t>
              </a:r>
              <a:endParaRPr lang="en-US" sz="1500" dirty="0">
                <a:solidFill>
                  <a:srgbClr val="0079EF"/>
                </a:solidFill>
              </a:endParaRPr>
            </a:p>
          </p:txBody>
        </p:sp>
        <p:sp>
          <p:nvSpPr>
            <p:cNvPr id="22" name="Freeform 21"/>
            <p:cNvSpPr/>
            <p:nvPr/>
          </p:nvSpPr>
          <p:spPr>
            <a:xfrm>
              <a:off x="7345939"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smtClean="0">
                  <a:solidFill>
                    <a:srgbClr val="231CA5"/>
                  </a:solidFill>
                </a:rPr>
                <a:t>Archiving</a:t>
              </a:r>
              <a:endParaRPr lang="en-US" sz="900" dirty="0">
                <a:solidFill>
                  <a:srgbClr val="231CA5"/>
                </a:solidFill>
              </a:endParaRPr>
            </a:p>
          </p:txBody>
        </p:sp>
        <p:sp>
          <p:nvSpPr>
            <p:cNvPr id="23" name="Freeform 22"/>
            <p:cNvSpPr/>
            <p:nvPr/>
          </p:nvSpPr>
          <p:spPr>
            <a:xfrm>
              <a:off x="8176163"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AU" sz="900" dirty="0" smtClean="0">
                  <a:solidFill>
                    <a:srgbClr val="231CA5"/>
                  </a:solidFill>
                </a:rPr>
                <a:t>Reporting</a:t>
              </a:r>
              <a:endParaRPr lang="en-US" sz="900" dirty="0">
                <a:solidFill>
                  <a:srgbClr val="231CA5"/>
                </a:solidFill>
              </a:endParaRPr>
            </a:p>
          </p:txBody>
        </p:sp>
        <p:sp>
          <p:nvSpPr>
            <p:cNvPr id="24" name="Freeform 23"/>
            <p:cNvSpPr/>
            <p:nvPr/>
          </p:nvSpPr>
          <p:spPr>
            <a:xfrm>
              <a:off x="9006388"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US" sz="900" dirty="0" smtClean="0">
                  <a:solidFill>
                    <a:srgbClr val="231CA5"/>
                  </a:solidFill>
                </a:rPr>
                <a:t>Identification of sensitive data PII, PCI, PHI</a:t>
              </a:r>
              <a:endParaRPr lang="en-US" sz="900" dirty="0">
                <a:solidFill>
                  <a:srgbClr val="231CA5"/>
                </a:solidFill>
              </a:endParaRPr>
            </a:p>
          </p:txBody>
        </p:sp>
        <p:sp>
          <p:nvSpPr>
            <p:cNvPr id="25" name="Freeform 24"/>
            <p:cNvSpPr/>
            <p:nvPr/>
          </p:nvSpPr>
          <p:spPr>
            <a:xfrm>
              <a:off x="9836613"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US" sz="900" dirty="0" smtClean="0">
                  <a:solidFill>
                    <a:srgbClr val="231CA5"/>
                  </a:solidFill>
                </a:rPr>
                <a:t>Redaction (Voltage integration)</a:t>
              </a:r>
              <a:endParaRPr lang="en-US" sz="900" dirty="0">
                <a:solidFill>
                  <a:srgbClr val="231CA5"/>
                </a:solidFill>
              </a:endParaRPr>
            </a:p>
          </p:txBody>
        </p:sp>
        <p:sp>
          <p:nvSpPr>
            <p:cNvPr id="26" name="Freeform 25"/>
            <p:cNvSpPr/>
            <p:nvPr/>
          </p:nvSpPr>
          <p:spPr>
            <a:xfrm>
              <a:off x="10718066" y="2580276"/>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FD6C3"/>
              </a:solid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spcFirstLastPara="0" vert="horz" wrap="square" lIns="84776" tIns="84776" rIns="84776" bIns="84776" numCol="1" spcCol="1270" anchor="ctr" anchorCtr="0">
              <a:noAutofit/>
            </a:bodyPr>
            <a:lstStyle/>
            <a:p>
              <a:pPr algn="ctr" defTabSz="711200">
                <a:lnSpc>
                  <a:spcPct val="90000"/>
                </a:lnSpc>
                <a:spcBef>
                  <a:spcPct val="0"/>
                </a:spcBef>
                <a:spcAft>
                  <a:spcPct val="35000"/>
                </a:spcAft>
              </a:pPr>
              <a:r>
                <a:rPr lang="en-AU" sz="1600" dirty="0" smtClean="0">
                  <a:solidFill>
                    <a:srgbClr val="2FD6C3"/>
                  </a:solidFill>
                </a:rPr>
                <a:t>Voltage</a:t>
              </a:r>
              <a:endParaRPr lang="en-US" sz="1600" dirty="0">
                <a:solidFill>
                  <a:srgbClr val="2FD6C3"/>
                </a:solidFill>
              </a:endParaRPr>
            </a:p>
          </p:txBody>
        </p:sp>
        <p:sp>
          <p:nvSpPr>
            <p:cNvPr id="27" name="Freeform 26"/>
            <p:cNvSpPr/>
            <p:nvPr/>
          </p:nvSpPr>
          <p:spPr>
            <a:xfrm>
              <a:off x="10718066" y="3837103"/>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0079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0966" tIns="80966" rIns="80966" bIns="80966" numCol="1" spcCol="1270" anchor="ctr" anchorCtr="0">
              <a:noAutofit/>
            </a:bodyPr>
            <a:lstStyle/>
            <a:p>
              <a:pPr algn="ctr" defTabSz="666750">
                <a:lnSpc>
                  <a:spcPct val="90000"/>
                </a:lnSpc>
                <a:spcBef>
                  <a:spcPct val="0"/>
                </a:spcBef>
                <a:spcAft>
                  <a:spcPct val="35000"/>
                </a:spcAft>
              </a:pPr>
              <a:r>
                <a:rPr lang="en-AU" sz="1500" dirty="0" smtClean="0">
                  <a:solidFill>
                    <a:srgbClr val="0079EF"/>
                  </a:solidFill>
                </a:rPr>
                <a:t>Data masking</a:t>
              </a:r>
              <a:endParaRPr lang="en-US" sz="1500" dirty="0">
                <a:solidFill>
                  <a:srgbClr val="0079EF"/>
                </a:solidFill>
              </a:endParaRPr>
            </a:p>
          </p:txBody>
        </p:sp>
        <p:sp>
          <p:nvSpPr>
            <p:cNvPr id="28" name="Freeform 27"/>
            <p:cNvSpPr/>
            <p:nvPr/>
          </p:nvSpPr>
          <p:spPr>
            <a:xfrm>
              <a:off x="10718066" y="5093930"/>
              <a:ext cx="813148" cy="1116852"/>
            </a:xfrm>
            <a:custGeom>
              <a:avLst/>
              <a:gdLst>
                <a:gd name="connsiteX0" fmla="*/ 0 w 813148"/>
                <a:gd name="connsiteY0" fmla="*/ 81315 h 1116852"/>
                <a:gd name="connsiteX1" fmla="*/ 81315 w 813148"/>
                <a:gd name="connsiteY1" fmla="*/ 0 h 1116852"/>
                <a:gd name="connsiteX2" fmla="*/ 731833 w 813148"/>
                <a:gd name="connsiteY2" fmla="*/ 0 h 1116852"/>
                <a:gd name="connsiteX3" fmla="*/ 813148 w 813148"/>
                <a:gd name="connsiteY3" fmla="*/ 81315 h 1116852"/>
                <a:gd name="connsiteX4" fmla="*/ 813148 w 813148"/>
                <a:gd name="connsiteY4" fmla="*/ 1035537 h 1116852"/>
                <a:gd name="connsiteX5" fmla="*/ 731833 w 813148"/>
                <a:gd name="connsiteY5" fmla="*/ 1116852 h 1116852"/>
                <a:gd name="connsiteX6" fmla="*/ 81315 w 813148"/>
                <a:gd name="connsiteY6" fmla="*/ 1116852 h 1116852"/>
                <a:gd name="connsiteX7" fmla="*/ 0 w 813148"/>
                <a:gd name="connsiteY7" fmla="*/ 1035537 h 1116852"/>
                <a:gd name="connsiteX8" fmla="*/ 0 w 813148"/>
                <a:gd name="connsiteY8" fmla="*/ 81315 h 111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148" h="1116852">
                  <a:moveTo>
                    <a:pt x="0" y="81315"/>
                  </a:moveTo>
                  <a:cubicBezTo>
                    <a:pt x="0" y="36406"/>
                    <a:pt x="36406" y="0"/>
                    <a:pt x="81315" y="0"/>
                  </a:cubicBezTo>
                  <a:lnTo>
                    <a:pt x="731833" y="0"/>
                  </a:lnTo>
                  <a:cubicBezTo>
                    <a:pt x="776742" y="0"/>
                    <a:pt x="813148" y="36406"/>
                    <a:pt x="813148" y="81315"/>
                  </a:cubicBezTo>
                  <a:lnTo>
                    <a:pt x="813148" y="1035537"/>
                  </a:lnTo>
                  <a:cubicBezTo>
                    <a:pt x="813148" y="1080446"/>
                    <a:pt x="776742" y="1116852"/>
                    <a:pt x="731833" y="1116852"/>
                  </a:cubicBezTo>
                  <a:lnTo>
                    <a:pt x="81315" y="1116852"/>
                  </a:lnTo>
                  <a:cubicBezTo>
                    <a:pt x="36406" y="1116852"/>
                    <a:pt x="0" y="1080446"/>
                    <a:pt x="0" y="1035537"/>
                  </a:cubicBezTo>
                  <a:lnTo>
                    <a:pt x="0" y="81315"/>
                  </a:lnTo>
                  <a:close/>
                </a:path>
              </a:pathLst>
            </a:custGeom>
            <a:noFill/>
            <a:ln w="28575">
              <a:solidFill>
                <a:srgbClr val="231CA5"/>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58106" tIns="58106" rIns="58106" bIns="58106" numCol="1" spcCol="1270" anchor="ctr" anchorCtr="0">
              <a:noAutofit/>
            </a:bodyPr>
            <a:lstStyle/>
            <a:p>
              <a:pPr algn="ctr" defTabSz="400050">
                <a:lnSpc>
                  <a:spcPct val="90000"/>
                </a:lnSpc>
                <a:spcBef>
                  <a:spcPct val="0"/>
                </a:spcBef>
                <a:spcAft>
                  <a:spcPct val="35000"/>
                </a:spcAft>
              </a:pPr>
              <a:r>
                <a:rPr lang="en-US" sz="900" dirty="0" smtClean="0">
                  <a:solidFill>
                    <a:srgbClr val="231CA5"/>
                  </a:solidFill>
                </a:rPr>
                <a:t>Encryption/ Decryption</a:t>
              </a:r>
              <a:endParaRPr lang="en-US" sz="900" dirty="0">
                <a:solidFill>
                  <a:srgbClr val="231CA5"/>
                </a:solidFill>
              </a:endParaRPr>
            </a:p>
          </p:txBody>
        </p:sp>
      </p:grpSp>
      <p:sp>
        <p:nvSpPr>
          <p:cNvPr id="6" name="Title 1"/>
          <p:cNvSpPr>
            <a:spLocks noGrp="1"/>
          </p:cNvSpPr>
          <p:nvPr>
            <p:ph type="title"/>
          </p:nvPr>
        </p:nvSpPr>
        <p:spPr>
          <a:xfrm>
            <a:off x="515809" y="203220"/>
            <a:ext cx="10720282" cy="974663"/>
          </a:xfrm>
        </p:spPr>
        <p:txBody>
          <a:bodyPr>
            <a:normAutofit/>
          </a:bodyPr>
          <a:lstStyle/>
          <a:p>
            <a:r>
              <a:rPr lang="en-US" sz="3600" b="1" dirty="0" smtClean="0">
                <a:solidFill>
                  <a:srgbClr val="212E35"/>
                </a:solidFill>
                <a:latin typeface="Calibri" panose="020F0502020204030204"/>
              </a:rPr>
              <a:t>Secure </a:t>
            </a:r>
            <a:r>
              <a:rPr lang="en-US" sz="3600" b="1" dirty="0">
                <a:solidFill>
                  <a:srgbClr val="212E35"/>
                </a:solidFill>
                <a:latin typeface="Calibri" panose="020F0502020204030204"/>
              </a:rPr>
              <a:t>Content Management S</a:t>
            </a:r>
            <a:r>
              <a:rPr lang="en-US" sz="3600" b="1" dirty="0" smtClean="0">
                <a:solidFill>
                  <a:srgbClr val="212E35"/>
                </a:solidFill>
                <a:latin typeface="Calibri" panose="020F0502020204030204"/>
              </a:rPr>
              <a:t>uite</a:t>
            </a:r>
            <a:endParaRPr lang="en-US" dirty="0">
              <a:latin typeface="+mj-lt"/>
            </a:endParaRPr>
          </a:p>
        </p:txBody>
      </p:sp>
    </p:spTree>
    <p:extLst>
      <p:ext uri="{BB962C8B-B14F-4D97-AF65-F5344CB8AC3E}">
        <p14:creationId xmlns:p14="http://schemas.microsoft.com/office/powerpoint/2010/main" val="88680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4BAB8DA6-BDE6-7C4D-89B2-385058543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2" name="Title 1"/>
          <p:cNvSpPr>
            <a:spLocks noGrp="1"/>
          </p:cNvSpPr>
          <p:nvPr>
            <p:ph type="ctrTitle"/>
          </p:nvPr>
        </p:nvSpPr>
        <p:spPr/>
        <p:txBody>
          <a:bodyPr/>
          <a:lstStyle/>
          <a:p>
            <a:r>
              <a:rPr lang="en-US" dirty="0"/>
              <a:t>Thank you</a:t>
            </a:r>
          </a:p>
        </p:txBody>
      </p:sp>
      <p:sp>
        <p:nvSpPr>
          <p:cNvPr id="3" name="Subtitle 2">
            <a:extLst>
              <a:ext uri="{FF2B5EF4-FFF2-40B4-BE49-F238E27FC236}">
                <a16:creationId xmlns="" xmlns:a16="http://schemas.microsoft.com/office/drawing/2014/main" id="{EE600E9F-E005-654F-8DC6-847884446F1D}"/>
              </a:ext>
            </a:extLst>
          </p:cNvPr>
          <p:cNvSpPr>
            <a:spLocks noGrp="1"/>
          </p:cNvSpPr>
          <p:nvPr>
            <p:ph type="subTitle" idx="1"/>
          </p:nvPr>
        </p:nvSpPr>
        <p:spPr/>
        <p:txBody>
          <a:bodyPr/>
          <a:lstStyle/>
          <a:p>
            <a:endParaRPr lang="en-US"/>
          </a:p>
        </p:txBody>
      </p:sp>
      <p:sp>
        <p:nvSpPr>
          <p:cNvPr id="5" name="Rectangle 4">
            <a:extLst>
              <a:ext uri="{FF2B5EF4-FFF2-40B4-BE49-F238E27FC236}">
                <a16:creationId xmlns="" xmlns:a16="http://schemas.microsoft.com/office/drawing/2014/main" id="{35C770E5-A18C-DC4C-93F9-69191F0963F3}"/>
              </a:ext>
            </a:extLst>
          </p:cNvPr>
          <p:cNvSpPr/>
          <p:nvPr/>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a:extLst>
              <a:ext uri="{FF2B5EF4-FFF2-40B4-BE49-F238E27FC236}">
                <a16:creationId xmlns="" xmlns:a16="http://schemas.microsoft.com/office/drawing/2014/main" id="{33CB49C7-E238-CA4C-BE79-E67FBF5C3EEB}"/>
              </a:ext>
            </a:extLst>
          </p:cNvPr>
          <p:cNvGrpSpPr/>
          <p:nvPr/>
        </p:nvGrpSpPr>
        <p:grpSpPr>
          <a:xfrm>
            <a:off x="1048005" y="766395"/>
            <a:ext cx="1930326" cy="467406"/>
            <a:chOff x="-504825" y="3757613"/>
            <a:chExt cx="1009650" cy="244475"/>
          </a:xfrm>
          <a:solidFill>
            <a:schemeClr val="bg1"/>
          </a:solidFill>
        </p:grpSpPr>
        <p:sp>
          <p:nvSpPr>
            <p:cNvPr id="7" name="Freeform 5">
              <a:extLst>
                <a:ext uri="{FF2B5EF4-FFF2-40B4-BE49-F238E27FC236}">
                  <a16:creationId xmlns="" xmlns:a16="http://schemas.microsoft.com/office/drawing/2014/main" id="{A521FF18-F40D-354E-804E-B9DAD6BA0C25}"/>
                </a:ext>
              </a:extLst>
            </p:cNvPr>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8" name="Freeform 6">
              <a:extLst>
                <a:ext uri="{FF2B5EF4-FFF2-40B4-BE49-F238E27FC236}">
                  <a16:creationId xmlns="" xmlns:a16="http://schemas.microsoft.com/office/drawing/2014/main" id="{B87E6E31-BA02-414A-AB65-7445A3927F54}"/>
                </a:ext>
              </a:extLst>
            </p:cNvPr>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9" name="Freeform 7">
              <a:extLst>
                <a:ext uri="{FF2B5EF4-FFF2-40B4-BE49-F238E27FC236}">
                  <a16:creationId xmlns="" xmlns:a16="http://schemas.microsoft.com/office/drawing/2014/main" id="{1761A4F1-6A6A-2A44-B627-EBC166D197C3}"/>
                </a:ext>
              </a:extLst>
            </p:cNvPr>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0" name="Freeform 8">
              <a:extLst>
                <a:ext uri="{FF2B5EF4-FFF2-40B4-BE49-F238E27FC236}">
                  <a16:creationId xmlns="" xmlns:a16="http://schemas.microsoft.com/office/drawing/2014/main" id="{A161529E-04D5-954C-A248-CA6E7B1A878B}"/>
                </a:ext>
              </a:extLst>
            </p:cNvPr>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9">
              <a:extLst>
                <a:ext uri="{FF2B5EF4-FFF2-40B4-BE49-F238E27FC236}">
                  <a16:creationId xmlns="" xmlns:a16="http://schemas.microsoft.com/office/drawing/2014/main" id="{45BDBE65-92E5-9345-A15E-D3EEEDA6490F}"/>
                </a:ext>
              </a:extLst>
            </p:cNvPr>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10">
              <a:extLst>
                <a:ext uri="{FF2B5EF4-FFF2-40B4-BE49-F238E27FC236}">
                  <a16:creationId xmlns="" xmlns:a16="http://schemas.microsoft.com/office/drawing/2014/main" id="{7B67E482-F067-7840-A8BD-07C2035E83F8}"/>
                </a:ext>
              </a:extLst>
            </p:cNvPr>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11">
              <a:extLst>
                <a:ext uri="{FF2B5EF4-FFF2-40B4-BE49-F238E27FC236}">
                  <a16:creationId xmlns="" xmlns:a16="http://schemas.microsoft.com/office/drawing/2014/main" id="{DFE08647-EABE-C74F-AE60-981CF2675DDD}"/>
                </a:ext>
              </a:extLst>
            </p:cNvPr>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12">
              <a:extLst>
                <a:ext uri="{FF2B5EF4-FFF2-40B4-BE49-F238E27FC236}">
                  <a16:creationId xmlns="" xmlns:a16="http://schemas.microsoft.com/office/drawing/2014/main" id="{71B177CA-B922-AA42-B3CC-60DB7D4EF060}"/>
                </a:ext>
              </a:extLst>
            </p:cNvPr>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3">
              <a:extLst>
                <a:ext uri="{FF2B5EF4-FFF2-40B4-BE49-F238E27FC236}">
                  <a16:creationId xmlns="" xmlns:a16="http://schemas.microsoft.com/office/drawing/2014/main" id="{E1D5D901-ADF3-8047-A9C4-1A7D7B208E05}"/>
                </a:ext>
              </a:extLst>
            </p:cNvPr>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4">
              <a:extLst>
                <a:ext uri="{FF2B5EF4-FFF2-40B4-BE49-F238E27FC236}">
                  <a16:creationId xmlns="" xmlns:a16="http://schemas.microsoft.com/office/drawing/2014/main" id="{CB8A3CD0-2835-A64E-9EF8-1EF3F9255366}"/>
                </a:ext>
              </a:extLst>
            </p:cNvPr>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5">
              <a:extLst>
                <a:ext uri="{FF2B5EF4-FFF2-40B4-BE49-F238E27FC236}">
                  <a16:creationId xmlns="" xmlns:a16="http://schemas.microsoft.com/office/drawing/2014/main" id="{ECC47069-07D6-464A-9BF3-1478952A7A0F}"/>
                </a:ext>
              </a:extLst>
            </p:cNvPr>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6">
              <a:extLst>
                <a:ext uri="{FF2B5EF4-FFF2-40B4-BE49-F238E27FC236}">
                  <a16:creationId xmlns="" xmlns:a16="http://schemas.microsoft.com/office/drawing/2014/main" id="{A088EBA8-880A-B347-BEBE-A18820E19FBA}"/>
                </a:ext>
              </a:extLst>
            </p:cNvPr>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7">
              <a:extLst>
                <a:ext uri="{FF2B5EF4-FFF2-40B4-BE49-F238E27FC236}">
                  <a16:creationId xmlns="" xmlns:a16="http://schemas.microsoft.com/office/drawing/2014/main" id="{1C79386D-0710-304A-9DD5-7FBB79585886}"/>
                </a:ext>
              </a:extLst>
            </p:cNvPr>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Tree>
    <p:extLst>
      <p:ext uri="{BB962C8B-B14F-4D97-AF65-F5344CB8AC3E}">
        <p14:creationId xmlns:p14="http://schemas.microsoft.com/office/powerpoint/2010/main" val="3016751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Micro Focus Theme v5">
  <a:themeElements>
    <a:clrScheme name="mf theme colors v4">
      <a:dk1>
        <a:srgbClr val="000000"/>
      </a:dk1>
      <a:lt1>
        <a:srgbClr val="FFFFFF"/>
      </a:lt1>
      <a:dk2>
        <a:srgbClr val="ECEEEF"/>
      </a:dk2>
      <a:lt2>
        <a:srgbClr val="212E35"/>
      </a:lt2>
      <a:accent1>
        <a:srgbClr val="0079EF"/>
      </a:accent1>
      <a:accent2>
        <a:srgbClr val="231CA5"/>
      </a:accent2>
      <a:accent3>
        <a:srgbClr val="7424AD"/>
      </a:accent3>
      <a:accent4>
        <a:srgbClr val="C6179D"/>
      </a:accent4>
      <a:accent5>
        <a:srgbClr val="29CEFE"/>
      </a:accent5>
      <a:accent6>
        <a:srgbClr val="2FD6C3"/>
      </a:accent6>
      <a:hlink>
        <a:srgbClr val="284CFF"/>
      </a:hlink>
      <a:folHlink>
        <a:srgbClr val="284C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rmAutofit/>
      </a:bodyPr>
      <a:lstStyle>
        <a:defPPr marL="0" indent="0">
          <a:spcAft>
            <a:spcPts val="1800"/>
          </a:spcAft>
          <a:buNone/>
          <a:defRPr sz="2400" dirty="0"/>
        </a:defPPr>
      </a:lstStyle>
    </a:txDef>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Presentation_2017" id="{EE410749-BDB7-BA44-9034-418D44443F47}" vid="{9639C47D-4534-FE4D-9883-F5A494F791BC}"/>
    </a:ext>
  </a:ext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9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4.xml><?xml version="1.0" encoding="utf-8"?>
<a:theme xmlns:a="http://schemas.openxmlformats.org/drawingml/2006/main" name="38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5.xml><?xml version="1.0" encoding="utf-8"?>
<a:theme xmlns:a="http://schemas.openxmlformats.org/drawingml/2006/main" name="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HPE_Standard_Arial_16x9.potx" id="{21F84462-1C9F-438F-A772-0EBAD7B3BCD8}" vid="{077F0EBE-C80C-4B61-8BF1-0309CF31637A}"/>
    </a:ext>
  </a:extLst>
</a:theme>
</file>

<file path=ppt/theme/theme6.xml><?xml version="1.0" encoding="utf-8"?>
<a:theme xmlns:a="http://schemas.openxmlformats.org/drawingml/2006/main" name="1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HPE_Standard_Arial_16x9.potx" id="{21F84462-1C9F-438F-A772-0EBAD7B3BCD8}" vid="{077F0EBE-C80C-4B61-8BF1-0309CF31637A}"/>
    </a:ext>
  </a:extLst>
</a:theme>
</file>

<file path=ppt/theme/theme7.xml><?xml version="1.0" encoding="utf-8"?>
<a:theme xmlns:a="http://schemas.openxmlformats.org/drawingml/2006/main" name="50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8.xml><?xml version="1.0" encoding="utf-8"?>
<a:theme xmlns:a="http://schemas.openxmlformats.org/drawingml/2006/main" name="51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3BCB38-008C-E349-A4FC-E674450CD1CA}">
  <we:reference id="wa104381063" version="1.0.0.0" store="en-US" storeType="OMEX"/>
  <we:alternateReferences>
    <we:reference id="wa104381063" version="1.0.0.0"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Presentation_2017</Template>
  <TotalTime>86696</TotalTime>
  <Words>837</Words>
  <Application>Microsoft Office PowerPoint</Application>
  <PresentationFormat>Widescreen</PresentationFormat>
  <Paragraphs>191</Paragraphs>
  <Slides>20</Slides>
  <Notes>20</Notes>
  <HiddenSlides>0</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20</vt:i4>
      </vt:variant>
    </vt:vector>
  </HeadingPairs>
  <TitlesOfParts>
    <vt:vector size="33" baseType="lpstr">
      <vt:lpstr>Arial</vt:lpstr>
      <vt:lpstr>Calibri</vt:lpstr>
      <vt:lpstr>Calibri Light</vt:lpstr>
      <vt:lpstr>HP Simplified</vt:lpstr>
      <vt:lpstr>Wingdings</vt:lpstr>
      <vt:lpstr>Micro Focus Theme v5</vt:lpstr>
      <vt:lpstr>6_Office Theme</vt:lpstr>
      <vt:lpstr>49_HPE_Standard_Arial_16x9_v2</vt:lpstr>
      <vt:lpstr>38_HPE_Standard_Arial_16x9_v2</vt:lpstr>
      <vt:lpstr>HPE_Standard_Arial_16x9_v2</vt:lpstr>
      <vt:lpstr>1_HPE_Standard_Arial_16x9_v2</vt:lpstr>
      <vt:lpstr>50_HPE_Standard_Arial_16x9_v2</vt:lpstr>
      <vt:lpstr>51_HPE_Standard_Arial_16x9_v2</vt:lpstr>
      <vt:lpstr>ControlPoint Essentials Overview </vt:lpstr>
      <vt:lpstr>Agenda </vt:lpstr>
      <vt:lpstr>Trends  </vt:lpstr>
      <vt:lpstr>The data landscape has radically changed</vt:lpstr>
      <vt:lpstr>Information Management inflection points</vt:lpstr>
      <vt:lpstr>Customer Challenges </vt:lpstr>
      <vt:lpstr>Giving rise to three recurring questions</vt:lpstr>
      <vt:lpstr>Roles and Drivers</vt:lpstr>
      <vt:lpstr>Solution Capabilities</vt:lpstr>
      <vt:lpstr>ControlPoint</vt:lpstr>
      <vt:lpstr>Identify and eliminate redundant, obsolete and trivial data</vt:lpstr>
      <vt:lpstr>Identify and control business critical data across enterprise systems</vt:lpstr>
      <vt:lpstr>Value to Change</vt:lpstr>
      <vt:lpstr>ControlPoint Delivers Many Benefits</vt:lpstr>
      <vt:lpstr>Customer Success</vt:lpstr>
      <vt:lpstr>East Gippsland Water</vt:lpstr>
      <vt:lpstr>Summary</vt:lpstr>
      <vt:lpstr>ControlPoint</vt:lpstr>
      <vt:lpstr>Secure Content Management Suite</vt:lpstr>
      <vt:lpstr>Thank you</vt:lpstr>
    </vt:vector>
  </TitlesOfParts>
  <Company>Novell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Focus Presentation Template</dc:title>
  <dc:creator>Karlin Stokes</dc:creator>
  <cp:lastModifiedBy>Ranmal, Rajan</cp:lastModifiedBy>
  <cp:revision>613</cp:revision>
  <dcterms:created xsi:type="dcterms:W3CDTF">2017-10-11T15:55:15Z</dcterms:created>
  <dcterms:modified xsi:type="dcterms:W3CDTF">2018-12-10T17:03:46Z</dcterms:modified>
</cp:coreProperties>
</file>