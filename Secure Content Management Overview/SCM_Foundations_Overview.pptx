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2.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3.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4.xml" ContentType="application/vnd.openxmlformats-officedocument.theme+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theme/theme5.xml" ContentType="application/vnd.openxmlformats-officedocument.theme+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6.xml" ContentType="application/vnd.openxmlformats-officedocument.theme+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theme/theme7.xml" ContentType="application/vnd.openxmlformats-officedocument.theme+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theme/theme8.xml" ContentType="application/vnd.openxmlformats-officedocument.theme+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57" r:id="rId1"/>
    <p:sldMasterId id="2147483921" r:id="rId2"/>
    <p:sldMasterId id="2147483956" r:id="rId3"/>
    <p:sldMasterId id="2147484026" r:id="rId4"/>
    <p:sldMasterId id="2147484061" r:id="rId5"/>
    <p:sldMasterId id="2147484096" r:id="rId6"/>
    <p:sldMasterId id="2147484131" r:id="rId7"/>
    <p:sldMasterId id="2147484143" r:id="rId8"/>
    <p:sldMasterId id="2147484172" r:id="rId9"/>
  </p:sldMasterIdLst>
  <p:notesMasterIdLst>
    <p:notesMasterId r:id="rId35"/>
  </p:notesMasterIdLst>
  <p:sldIdLst>
    <p:sldId id="258" r:id="rId10"/>
    <p:sldId id="341" r:id="rId11"/>
    <p:sldId id="285" r:id="rId12"/>
    <p:sldId id="501" r:id="rId13"/>
    <p:sldId id="502" r:id="rId14"/>
    <p:sldId id="296" r:id="rId15"/>
    <p:sldId id="503" r:id="rId16"/>
    <p:sldId id="297" r:id="rId17"/>
    <p:sldId id="513" r:id="rId18"/>
    <p:sldId id="506" r:id="rId19"/>
    <p:sldId id="514" r:id="rId20"/>
    <p:sldId id="516" r:id="rId21"/>
    <p:sldId id="508" r:id="rId22"/>
    <p:sldId id="509" r:id="rId23"/>
    <p:sldId id="344" r:id="rId24"/>
    <p:sldId id="517" r:id="rId25"/>
    <p:sldId id="518" r:id="rId26"/>
    <p:sldId id="510" r:id="rId27"/>
    <p:sldId id="511" r:id="rId28"/>
    <p:sldId id="345" r:id="rId29"/>
    <p:sldId id="520" r:id="rId30"/>
    <p:sldId id="320" r:id="rId31"/>
    <p:sldId id="512" r:id="rId32"/>
    <p:sldId id="521" r:id="rId33"/>
    <p:sldId id="321" r:id="rId34"/>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4B4C221F-E14F-B142-A344-0B0DC7711EEF}">
          <p14:sldIdLst/>
        </p14:section>
        <p14:section name="Overview" id="{E4F0A0FA-C584-1348-8442-D84B69ABAF5D}">
          <p14:sldIdLst>
            <p14:sldId id="258"/>
            <p14:sldId id="341"/>
            <p14:sldId id="285"/>
            <p14:sldId id="501"/>
            <p14:sldId id="502"/>
            <p14:sldId id="296"/>
            <p14:sldId id="503"/>
            <p14:sldId id="297"/>
            <p14:sldId id="513"/>
            <p14:sldId id="506"/>
            <p14:sldId id="514"/>
            <p14:sldId id="516"/>
            <p14:sldId id="508"/>
            <p14:sldId id="509"/>
            <p14:sldId id="344"/>
            <p14:sldId id="517"/>
            <p14:sldId id="518"/>
            <p14:sldId id="510"/>
            <p14:sldId id="511"/>
            <p14:sldId id="345"/>
            <p14:sldId id="520"/>
            <p14:sldId id="320"/>
            <p14:sldId id="512"/>
            <p14:sldId id="521"/>
          </p14:sldIdLst>
        </p14:section>
        <p14:section name="Summary" id="{9F176DA3-0D70-CB43-9D31-9DE0E4828D73}">
          <p14:sldIdLst>
            <p14:sldId id="321"/>
          </p14:sldIdLst>
        </p14:section>
        <p14:section name="Appendix" id="{A5605A56-FE7F-D846-B21D-49C59850396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lin Stokes" initials="KS" lastIdx="2" clrIdx="0">
    <p:extLst/>
  </p:cmAuthor>
  <p:cmAuthor id="2" name="david groom" initials="dg"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A9EF"/>
    <a:srgbClr val="FFFFFF"/>
    <a:srgbClr val="2597EE"/>
    <a:srgbClr val="2190ED"/>
    <a:srgbClr val="3EB6F0"/>
    <a:srgbClr val="48C3F2"/>
    <a:srgbClr val="54C8DE"/>
    <a:srgbClr val="5BC8D1"/>
    <a:srgbClr val="65C9BF"/>
    <a:srgbClr val="96C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8" autoAdjust="0"/>
    <p:restoredTop sz="94683" autoAdjust="0"/>
  </p:normalViewPr>
  <p:slideViewPr>
    <p:cSldViewPr snapToGrid="0" showGuides="1">
      <p:cViewPr varScale="1">
        <p:scale>
          <a:sx n="116" d="100"/>
          <a:sy n="116" d="100"/>
        </p:scale>
        <p:origin x="384" y="108"/>
      </p:cViewPr>
      <p:guideLst>
        <p:guide orient="horz" pos="2160"/>
        <p:guide pos="3840"/>
      </p:guideLst>
    </p:cSldViewPr>
  </p:slideViewPr>
  <p:outlineViewPr>
    <p:cViewPr>
      <p:scale>
        <a:sx n="33" d="100"/>
        <a:sy n="33" d="100"/>
      </p:scale>
      <p:origin x="0" y="-20748"/>
    </p:cViewPr>
  </p:outlineViewPr>
  <p:notesTextViewPr>
    <p:cViewPr>
      <p:scale>
        <a:sx n="3" d="2"/>
        <a:sy n="3" d="2"/>
      </p:scale>
      <p:origin x="0" y="0"/>
    </p:cViewPr>
  </p:notesTextViewPr>
  <p:sorterViewPr>
    <p:cViewPr>
      <p:scale>
        <a:sx n="140" d="100"/>
        <a:sy n="140" d="100"/>
      </p:scale>
      <p:origin x="0" y="-7740"/>
    </p:cViewPr>
  </p:sorterViewPr>
  <p:notesViewPr>
    <p:cSldViewPr snapToGrid="0">
      <p:cViewPr varScale="1">
        <p:scale>
          <a:sx n="169" d="100"/>
          <a:sy n="169" d="100"/>
        </p:scale>
        <p:origin x="6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2.xml"/><Relationship Id="rId34" Type="http://schemas.openxmlformats.org/officeDocument/2006/relationships/slide" Target="slides/slide25.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commentAuthors" Target="commentAuthor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91440" rIns="91440" bIns="45720" rtlCol="0"/>
          <a:lstStyle>
            <a:lvl1pPr algn="l">
              <a:defRPr sz="10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91440" rIns="457200" bIns="91440" rtlCol="0"/>
          <a:lstStyle>
            <a:lvl1pPr algn="r">
              <a:defRPr sz="1000"/>
            </a:lvl1pPr>
          </a:lstStyle>
          <a:p>
            <a:fld id="{D6F4137A-32A9-4E3E-80A1-313294284C14}" type="datetimeFigureOut">
              <a:rPr lang="en-US" smtClean="0"/>
              <a:pPr/>
              <a:t>12/10/2018</a:t>
            </a:fld>
            <a:endParaRPr lang="en-US"/>
          </a:p>
        </p:txBody>
      </p:sp>
      <p:sp>
        <p:nvSpPr>
          <p:cNvPr id="4" name="Slide Image Placeholder 3"/>
          <p:cNvSpPr>
            <a:spLocks noGrp="1" noRot="1" noChangeAspect="1"/>
          </p:cNvSpPr>
          <p:nvPr>
            <p:ph type="sldImg" idx="2"/>
          </p:nvPr>
        </p:nvSpPr>
        <p:spPr>
          <a:xfrm>
            <a:off x="457200" y="457200"/>
            <a:ext cx="5943600" cy="3337560"/>
          </a:xfrm>
          <a:prstGeom prst="rect">
            <a:avLst/>
          </a:prstGeom>
          <a:noFill/>
          <a:ln w="127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3931920"/>
            <a:ext cx="5943600" cy="475488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13716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411480" bIns="137160" rtlCol="0" anchor="b"/>
          <a:lstStyle>
            <a:lvl1pPr algn="r">
              <a:defRPr sz="1200"/>
            </a:lvl1pPr>
          </a:lstStyle>
          <a:p>
            <a:fld id="{EF956D5C-5EF9-4233-82C8-1D8C4F6E2EDC}" type="slidenum">
              <a:rPr lang="en-US" smtClean="0"/>
              <a:t>‹#›</a:t>
            </a:fld>
            <a:endParaRPr lang="en-US"/>
          </a:p>
        </p:txBody>
      </p:sp>
    </p:spTree>
    <p:extLst>
      <p:ext uri="{BB962C8B-B14F-4D97-AF65-F5344CB8AC3E}">
        <p14:creationId xmlns:p14="http://schemas.microsoft.com/office/powerpoint/2010/main" val="1369405924"/>
      </p:ext>
    </p:extLst>
  </p:cSld>
  <p:clrMap bg1="lt1" tx1="dk1" bg2="lt2" tx2="dk2" accent1="accent1" accent2="accent2" accent3="accent3" accent4="accent4" accent5="accent5" accent6="accent6" hlink="hlink" folHlink="folHlink"/>
  <p:notesStyle>
    <a:lvl1pPr marL="0" algn="l" defTabSz="914377" rtl="0" eaLnBrk="1" latinLnBrk="0" hangingPunct="1">
      <a:lnSpc>
        <a:spcPct val="90000"/>
      </a:lnSpc>
      <a:defRPr sz="1000" kern="1200">
        <a:solidFill>
          <a:schemeClr val="tx1"/>
        </a:solidFill>
        <a:latin typeface="+mn-lt"/>
        <a:ea typeface="+mn-ea"/>
        <a:cs typeface="+mn-cs"/>
      </a:defRPr>
    </a:lvl1pPr>
    <a:lvl2pPr marL="457189" algn="l" defTabSz="914377" rtl="0" eaLnBrk="1" latinLnBrk="0" hangingPunct="1">
      <a:lnSpc>
        <a:spcPct val="90000"/>
      </a:lnSpc>
      <a:defRPr sz="1000" kern="1200">
        <a:solidFill>
          <a:schemeClr val="tx1"/>
        </a:solidFill>
        <a:latin typeface="+mn-lt"/>
        <a:ea typeface="+mn-ea"/>
        <a:cs typeface="+mn-cs"/>
      </a:defRPr>
    </a:lvl2pPr>
    <a:lvl3pPr marL="914377" algn="l" defTabSz="914377" rtl="0" eaLnBrk="1" latinLnBrk="0" hangingPunct="1">
      <a:lnSpc>
        <a:spcPct val="90000"/>
      </a:lnSpc>
      <a:defRPr sz="1000" kern="1200">
        <a:solidFill>
          <a:schemeClr val="tx1"/>
        </a:solidFill>
        <a:latin typeface="+mn-lt"/>
        <a:ea typeface="+mn-ea"/>
        <a:cs typeface="+mn-cs"/>
      </a:defRPr>
    </a:lvl3pPr>
    <a:lvl4pPr marL="1371566" algn="l" defTabSz="914377" rtl="0" eaLnBrk="1" latinLnBrk="0" hangingPunct="1">
      <a:lnSpc>
        <a:spcPct val="90000"/>
      </a:lnSpc>
      <a:defRPr sz="1000" kern="1200">
        <a:solidFill>
          <a:schemeClr val="tx1"/>
        </a:solidFill>
        <a:latin typeface="+mn-lt"/>
        <a:ea typeface="+mn-ea"/>
        <a:cs typeface="+mn-cs"/>
      </a:defRPr>
    </a:lvl4pPr>
    <a:lvl5pPr marL="1828754" algn="l" defTabSz="914377" rtl="0" eaLnBrk="1" latinLnBrk="0" hangingPunct="1">
      <a:lnSpc>
        <a:spcPct val="90000"/>
      </a:lnSpc>
      <a:defRPr sz="10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Welcome to the Secure Content Management Overview</a:t>
            </a:r>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1</a:t>
            </a:fld>
            <a:endParaRPr lang="en-US"/>
          </a:p>
        </p:txBody>
      </p:sp>
    </p:spTree>
    <p:extLst>
      <p:ext uri="{BB962C8B-B14F-4D97-AF65-F5344CB8AC3E}">
        <p14:creationId xmlns:p14="http://schemas.microsoft.com/office/powerpoint/2010/main" val="294821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In this session we will cover the following:</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a:t>
            </a:fld>
            <a:endParaRPr lang="en-US"/>
          </a:p>
        </p:txBody>
      </p:sp>
    </p:spTree>
    <p:extLst>
      <p:ext uri="{BB962C8B-B14F-4D97-AF65-F5344CB8AC3E}">
        <p14:creationId xmlns:p14="http://schemas.microsoft.com/office/powerpoint/2010/main" val="1914973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3</a:t>
            </a:fld>
            <a:endParaRPr lang="en-US"/>
          </a:p>
        </p:txBody>
      </p:sp>
    </p:spTree>
    <p:extLst>
      <p:ext uri="{BB962C8B-B14F-4D97-AF65-F5344CB8AC3E}">
        <p14:creationId xmlns:p14="http://schemas.microsoft.com/office/powerpoint/2010/main" val="1549280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Let’s think about  </a:t>
            </a:r>
            <a:r>
              <a:rPr lang="en-US" baseline="0" dirty="0" smtClean="0"/>
              <a:t>today’s information reality for customers:</a:t>
            </a:r>
          </a:p>
          <a:p>
            <a:endParaRPr lang="en-US" baseline="0" dirty="0" smtClean="0"/>
          </a:p>
          <a:p>
            <a:r>
              <a:rPr lang="en-US" baseline="0" dirty="0" smtClean="0"/>
              <a:t>Data is growing within the organization, it is doubling every 12-18 months. In addition there are new unstructured data types to manage</a:t>
            </a:r>
          </a:p>
          <a:p>
            <a:endParaRPr lang="en-US" baseline="0" dirty="0" smtClean="0"/>
          </a:p>
          <a:p>
            <a:r>
              <a:rPr lang="en-US" baseline="0" dirty="0" smtClean="0"/>
              <a:t>This data is everywhere. No longer is information stored in a central data center, this information can be on physical, mobile, cloud or endpoint devices so knowing where you data is has become a challenge</a:t>
            </a:r>
          </a:p>
          <a:p>
            <a:endParaRPr lang="en-US" baseline="0" dirty="0" smtClean="0"/>
          </a:p>
          <a:p>
            <a:r>
              <a:rPr lang="en-US" baseline="0" dirty="0" smtClean="0"/>
              <a:t>There are more litigations than ever before, the cases are becoming more complex and increasingly involves Electronically Stored Information or ESI which organizations have to find and present.</a:t>
            </a:r>
          </a:p>
          <a:p>
            <a:endParaRPr lang="en-US" baseline="0" dirty="0" smtClean="0"/>
          </a:p>
          <a:p>
            <a:r>
              <a:rPr lang="en-US" baseline="0" dirty="0" smtClean="0"/>
              <a:t>Regulations are also increasing and becoming more complicated. This means organizations have more and more rules to adhere to and need to prove they are compliant via audits and regulator checks. Failure to do so will now result in tougher sanctions.</a:t>
            </a:r>
          </a:p>
          <a:p>
            <a:endParaRPr lang="en-US" baseline="0" dirty="0" smtClean="0"/>
          </a:p>
          <a:p>
            <a:r>
              <a:rPr lang="en-US" baseline="0" dirty="0" smtClean="0"/>
              <a:t>In summary it is getting more difficult for customer to manually govern their data</a:t>
            </a:r>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5BFEAE42-E3FE-4405-B7FC-4425D05B92A0}" type="slidenum">
              <a:rPr lang="en-US">
                <a:solidFill>
                  <a:prstClr val="black"/>
                </a:solidFill>
                <a:latin typeface="Arial" panose="020B0604020202020204"/>
              </a:rPr>
              <a:pPr/>
              <a:t>4</a:t>
            </a:fld>
            <a:endParaRPr lang="en-US">
              <a:solidFill>
                <a:prstClr val="black"/>
              </a:solidFill>
              <a:latin typeface="Arial" panose="020B0604020202020204"/>
            </a:endParaRPr>
          </a:p>
        </p:txBody>
      </p:sp>
    </p:spTree>
    <p:extLst>
      <p:ext uri="{BB962C8B-B14F-4D97-AF65-F5344CB8AC3E}">
        <p14:creationId xmlns:p14="http://schemas.microsoft.com/office/powerpoint/2010/main" val="1017825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And Governing</a:t>
            </a:r>
            <a:r>
              <a:rPr lang="en-US" baseline="0" dirty="0" smtClean="0"/>
              <a:t> Data is key to managing risk. Here are some survey results from the IDC.</a:t>
            </a:r>
          </a:p>
          <a:p>
            <a:endParaRPr lang="en-US" baseline="0" dirty="0" smtClean="0"/>
          </a:p>
          <a:p>
            <a:r>
              <a:rPr lang="en-US" baseline="0" dirty="0" smtClean="0"/>
              <a:t>41% of organizations describe their email as chaotic</a:t>
            </a:r>
          </a:p>
          <a:p>
            <a:r>
              <a:rPr lang="en-US" baseline="0" dirty="0" smtClean="0"/>
              <a:t>20% of organizations say bad IG practices is the most likely cause of data loss</a:t>
            </a:r>
          </a:p>
          <a:p>
            <a:r>
              <a:rPr lang="en-US" baseline="0" dirty="0" smtClean="0"/>
              <a:t>45% of organizations says lack of IG leaves them open to litigation risks</a:t>
            </a:r>
          </a:p>
          <a:p>
            <a:r>
              <a:rPr lang="en-US" baseline="0" dirty="0" smtClean="0"/>
              <a:t>22% reported a negative financial impact from cases involving electronic records</a:t>
            </a:r>
            <a:endParaRPr lang="en-US" dirty="0"/>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5BFEAE42-E3FE-4405-B7FC-4425D05B92A0}" type="slidenum">
              <a:rPr lang="en-US">
                <a:solidFill>
                  <a:prstClr val="black"/>
                </a:solidFill>
                <a:latin typeface="Arial" panose="020B0604020202020204"/>
              </a:rPr>
              <a:pPr/>
              <a:t>5</a:t>
            </a:fld>
            <a:endParaRPr lang="en-US">
              <a:solidFill>
                <a:prstClr val="black"/>
              </a:solidFill>
              <a:latin typeface="Arial" panose="020B0604020202020204"/>
            </a:endParaRPr>
          </a:p>
        </p:txBody>
      </p:sp>
    </p:spTree>
    <p:extLst>
      <p:ext uri="{BB962C8B-B14F-4D97-AF65-F5344CB8AC3E}">
        <p14:creationId xmlns:p14="http://schemas.microsoft.com/office/powerpoint/2010/main" val="1507245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6</a:t>
            </a:fld>
            <a:endParaRPr lang="en-US"/>
          </a:p>
        </p:txBody>
      </p:sp>
    </p:spTree>
    <p:extLst>
      <p:ext uri="{BB962C8B-B14F-4D97-AF65-F5344CB8AC3E}">
        <p14:creationId xmlns:p14="http://schemas.microsoft.com/office/powerpoint/2010/main" val="2904734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7838" y="409575"/>
            <a:ext cx="4937125" cy="2776538"/>
          </a:xfrm>
        </p:spPr>
      </p:sp>
      <p:sp>
        <p:nvSpPr>
          <p:cNvPr id="3" name="Notes Placeholder 2"/>
          <p:cNvSpPr>
            <a:spLocks noGrp="1"/>
          </p:cNvSpPr>
          <p:nvPr>
            <p:ph type="body" idx="1"/>
          </p:nvPr>
        </p:nvSpPr>
        <p:spPr/>
        <p:txBody>
          <a:bodyPr/>
          <a:lstStyle/>
          <a:p>
            <a:r>
              <a:rPr lang="en-US" dirty="0" smtClean="0"/>
              <a:t>Organizations</a:t>
            </a:r>
            <a:r>
              <a:rPr lang="en-US" baseline="0" dirty="0" smtClean="0"/>
              <a:t> are looking to apply and enforce policies to both structured and unstructured information throughout it’s lifecycle to improve compliance state. In addition they are looking to reduce the cost and risk associated with managing legacy and rarely used databases and applications.</a:t>
            </a:r>
          </a:p>
          <a:p>
            <a:endParaRPr lang="en-US" baseline="0" dirty="0" smtClean="0"/>
          </a:p>
          <a:p>
            <a:r>
              <a:rPr lang="en-US" baseline="0" dirty="0" smtClean="0"/>
              <a:t>There are various personas within an organization who are looking to govern data more effectively. These can be grouped into three categories, the first being:</a:t>
            </a:r>
          </a:p>
          <a:p>
            <a:endParaRPr lang="en-US" baseline="0" dirty="0" smtClean="0"/>
          </a:p>
          <a:p>
            <a:pPr marL="0" indent="0" defTabSz="914400">
              <a:buFont typeface="Arial" panose="020B0604020202020204" pitchFamily="34" charset="0"/>
              <a:buNone/>
            </a:pPr>
            <a:r>
              <a:rPr lang="en-US" sz="1000" b="0" dirty="0" smtClean="0">
                <a:solidFill>
                  <a:srgbClr val="212E35"/>
                </a:solidFill>
              </a:rPr>
              <a:t>Director of Information Services/Records</a:t>
            </a:r>
            <a:r>
              <a:rPr lang="en-US" sz="1000" b="0" baseline="0" dirty="0" smtClean="0">
                <a:solidFill>
                  <a:srgbClr val="212E35"/>
                </a:solidFill>
              </a:rPr>
              <a:t> / </a:t>
            </a:r>
            <a:r>
              <a:rPr lang="en-US" sz="1000" b="0" dirty="0" smtClean="0">
                <a:solidFill>
                  <a:srgbClr val="212E35"/>
                </a:solidFill>
              </a:rPr>
              <a:t>Chief Compliance Officer</a:t>
            </a:r>
            <a:r>
              <a:rPr lang="en-US" sz="1000" b="0" baseline="0" dirty="0" smtClean="0">
                <a:solidFill>
                  <a:srgbClr val="212E35"/>
                </a:solidFill>
              </a:rPr>
              <a:t> / </a:t>
            </a:r>
            <a:r>
              <a:rPr lang="en-US" sz="1000" b="0" dirty="0" smtClean="0">
                <a:solidFill>
                  <a:srgbClr val="212E35"/>
                </a:solidFill>
              </a:rPr>
              <a:t>Chief Legal Officer</a:t>
            </a:r>
            <a:r>
              <a:rPr lang="en-US" sz="1000" b="0" baseline="0" dirty="0" smtClean="0">
                <a:solidFill>
                  <a:srgbClr val="212E35"/>
                </a:solidFill>
              </a:rPr>
              <a:t> / </a:t>
            </a:r>
            <a:r>
              <a:rPr lang="en-US" sz="1000" b="0" dirty="0" smtClean="0">
                <a:solidFill>
                  <a:srgbClr val="212E35"/>
                </a:solidFill>
              </a:rPr>
              <a:t>Chief Information Governance Officer – the</a:t>
            </a:r>
            <a:r>
              <a:rPr lang="en-US" sz="1000" b="0" baseline="0" dirty="0" smtClean="0">
                <a:solidFill>
                  <a:srgbClr val="212E35"/>
                </a:solidFill>
              </a:rPr>
              <a:t> challenges they face include not being able to find, classify or present information. Sensitive Data that may be sitting in repositories that no one is aware of and therefore isn’t being governed. Inefficient and inconsistent policy application as there are too many manual processes.</a:t>
            </a:r>
          </a:p>
          <a:p>
            <a:pPr marL="0" indent="0" defTabSz="914400">
              <a:buFont typeface="Arial" panose="020B0604020202020204" pitchFamily="34" charset="0"/>
              <a:buNone/>
            </a:pPr>
            <a:endParaRPr lang="en-US" sz="1000" b="0" baseline="0" dirty="0" smtClean="0">
              <a:solidFill>
                <a:srgbClr val="212E35"/>
              </a:solidFill>
            </a:endParaRPr>
          </a:p>
          <a:p>
            <a:pPr marL="0" indent="0" defTabSz="914400">
              <a:buFont typeface="Arial" panose="020B0604020202020204" pitchFamily="34" charset="0"/>
              <a:buNone/>
            </a:pPr>
            <a:r>
              <a:rPr lang="en-US" sz="1000" b="0" dirty="0" smtClean="0">
                <a:solidFill>
                  <a:srgbClr val="212E35"/>
                </a:solidFill>
              </a:rPr>
              <a:t>Chief Information Officer</a:t>
            </a:r>
            <a:r>
              <a:rPr lang="en-US" sz="1000" b="0" baseline="0" dirty="0" smtClean="0">
                <a:solidFill>
                  <a:srgbClr val="212E35"/>
                </a:solidFill>
              </a:rPr>
              <a:t> / </a:t>
            </a:r>
            <a:r>
              <a:rPr lang="en-US" sz="1000" b="0" dirty="0" smtClean="0">
                <a:solidFill>
                  <a:srgbClr val="212E35"/>
                </a:solidFill>
              </a:rPr>
              <a:t>Chief Information Security Officer – the challenges</a:t>
            </a:r>
            <a:r>
              <a:rPr lang="en-US" sz="1000" b="0" baseline="0" dirty="0" smtClean="0">
                <a:solidFill>
                  <a:srgbClr val="212E35"/>
                </a:solidFill>
              </a:rPr>
              <a:t> they face include, data growth outpacing budget, they are required to store and manage all of this information with less. Data that may be sitting in repositories that no one is aware of is also a concern as this increases the organization’s risk exposure</a:t>
            </a:r>
          </a:p>
          <a:p>
            <a:pPr marL="0" indent="0" defTabSz="914400">
              <a:buFont typeface="Arial" panose="020B0604020202020204" pitchFamily="34" charset="0"/>
              <a:buNone/>
            </a:pPr>
            <a:endParaRPr lang="en-US" sz="1000" b="0" baseline="0" dirty="0" smtClean="0">
              <a:solidFill>
                <a:srgbClr val="212E35"/>
              </a:solidFill>
            </a:endParaRPr>
          </a:p>
          <a:p>
            <a:pPr marL="0" indent="0" defTabSz="914400">
              <a:buFont typeface="Arial" panose="020B0604020202020204" pitchFamily="34" charset="0"/>
              <a:buNone/>
            </a:pPr>
            <a:r>
              <a:rPr lang="en-US" sz="1000" b="0" baseline="0" dirty="0" smtClean="0">
                <a:solidFill>
                  <a:srgbClr val="212E35"/>
                </a:solidFill>
              </a:rPr>
              <a:t>Finally we have the Application Manager and Line of business managers are concerned about costs of maintaining multiple applications, the performance of applications and not being able to respond to information requests in a timely manner.</a:t>
            </a:r>
          </a:p>
          <a:p>
            <a:pPr marL="0" indent="0" defTabSz="914400">
              <a:buFont typeface="Arial" panose="020B0604020202020204" pitchFamily="34" charset="0"/>
              <a:buNone/>
            </a:pPr>
            <a:endParaRPr lang="en-US" sz="1000" b="0" baseline="0" dirty="0" smtClean="0">
              <a:solidFill>
                <a:srgbClr val="212E35"/>
              </a:solidFill>
            </a:endParaRPr>
          </a:p>
          <a:p>
            <a:pPr marL="0" indent="0" defTabSz="914400">
              <a:buFont typeface="Arial" panose="020B0604020202020204" pitchFamily="34" charset="0"/>
              <a:buNone/>
            </a:pPr>
            <a:r>
              <a:rPr lang="en-US" sz="1000" b="0" baseline="0" dirty="0" smtClean="0">
                <a:solidFill>
                  <a:srgbClr val="212E35"/>
                </a:solidFill>
              </a:rPr>
              <a:t>All of these personas are looking for a solution to better govern their data but all have different drivers. Generally speaking when positioning the SCM suite the Personas on the left are the key buyers and individual on the left are key influencers. All three will benefit from the solution in their respective areas but Legal and Compliance are the budget holders for us.</a:t>
            </a:r>
          </a:p>
          <a:p>
            <a:pPr marL="285750" indent="-285750" defTabSz="914400">
              <a:buFont typeface="Arial" panose="020B0604020202020204" pitchFamily="34" charset="0"/>
              <a:buChar char="•"/>
            </a:pPr>
            <a:endParaRPr lang="en-US" sz="1000" b="1" baseline="0" dirty="0" smtClean="0">
              <a:solidFill>
                <a:srgbClr val="212E35"/>
              </a:solidFill>
            </a:endParaRPr>
          </a:p>
          <a:p>
            <a:pPr marL="285750" indent="-285750" defTabSz="914400">
              <a:buFont typeface="Arial" panose="020B0604020202020204" pitchFamily="34" charset="0"/>
              <a:buChar char="•"/>
            </a:pPr>
            <a:endParaRPr lang="en-US" sz="1000" b="1" dirty="0" smtClean="0">
              <a:solidFill>
                <a:srgbClr val="212E35"/>
              </a:solidFill>
            </a:endParaRPr>
          </a:p>
          <a:p>
            <a:pPr marL="285750" indent="-285750" defTabSz="914400">
              <a:buFont typeface="Arial" panose="020B0604020202020204" pitchFamily="34" charset="0"/>
              <a:buChar char="•"/>
            </a:pPr>
            <a:endParaRPr lang="en-US" sz="1000" b="1" dirty="0" smtClean="0">
              <a:solidFill>
                <a:srgbClr val="212E35"/>
              </a:solidFill>
            </a:endParaRPr>
          </a:p>
          <a:p>
            <a:endParaRPr lang="en-US" baseline="0" dirty="0" smtClean="0"/>
          </a:p>
          <a:p>
            <a:endParaRPr lang="en-US" dirty="0" smtClean="0"/>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5BFEAE42-E3FE-4405-B7FC-4425D05B92A0}" type="slidenum">
              <a:rPr lang="en-US">
                <a:solidFill>
                  <a:prstClr val="black"/>
                </a:solidFill>
                <a:latin typeface="Arial" panose="020B0604020202020204"/>
              </a:rPr>
              <a:pPr/>
              <a:t>7</a:t>
            </a:fld>
            <a:endParaRPr lang="en-US">
              <a:solidFill>
                <a:prstClr val="black"/>
              </a:solidFill>
              <a:latin typeface="Arial" panose="020B0604020202020204"/>
            </a:endParaRPr>
          </a:p>
        </p:txBody>
      </p:sp>
    </p:spTree>
    <p:extLst>
      <p:ext uri="{BB962C8B-B14F-4D97-AF65-F5344CB8AC3E}">
        <p14:creationId xmlns:p14="http://schemas.microsoft.com/office/powerpoint/2010/main" val="2979357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So let’s take a look at the SCM solution capabilities</a:t>
            </a:r>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8</a:t>
            </a:fld>
            <a:endParaRPr lang="en-US"/>
          </a:p>
        </p:txBody>
      </p:sp>
    </p:spTree>
    <p:extLst>
      <p:ext uri="{BB962C8B-B14F-4D97-AF65-F5344CB8AC3E}">
        <p14:creationId xmlns:p14="http://schemas.microsoft.com/office/powerpoint/2010/main" val="1495817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The SCM suite</a:t>
            </a:r>
            <a:r>
              <a:rPr lang="en-US" baseline="0" dirty="0" smtClean="0"/>
              <a:t> consists of four solutions, Content Manager, Control Point, Structured Data Manager and Voltage. Each of these solutions can be sold individually but when combined, all four can be part of a complete end to end information lifecycle management solution.</a:t>
            </a:r>
          </a:p>
          <a:p>
            <a:endParaRPr lang="en-US" baseline="0" dirty="0" smtClean="0"/>
          </a:p>
          <a:p>
            <a:r>
              <a:rPr lang="en-US" baseline="0" dirty="0" smtClean="0"/>
              <a:t>In this session we will provide an overview of Content Manager, Control Point, Structured Data Manager – as they can be sold individually look out for more in depth enablement modules for each solution.</a:t>
            </a:r>
          </a:p>
          <a:p>
            <a:endParaRPr lang="en-US" baseline="0" dirty="0" smtClean="0"/>
          </a:p>
          <a:p>
            <a:r>
              <a:rPr lang="en-US" baseline="0" dirty="0" smtClean="0"/>
              <a:t>As voltage is part of the security portfolio, please look out for a separate modules which cover this solution in more detail.</a:t>
            </a:r>
            <a:endParaRPr lang="en-US" dirty="0"/>
          </a:p>
        </p:txBody>
      </p:sp>
      <p:sp>
        <p:nvSpPr>
          <p:cNvPr id="4" name="Slide Number Placeholder 3"/>
          <p:cNvSpPr>
            <a:spLocks noGrp="1"/>
          </p:cNvSpPr>
          <p:nvPr>
            <p:ph type="sldNum" sz="quarter" idx="10"/>
          </p:nvPr>
        </p:nvSpPr>
        <p:spPr/>
        <p:txBody>
          <a:bodyPr/>
          <a:lstStyle/>
          <a:p>
            <a:fld id="{EF956D5C-5EF9-4233-82C8-1D8C4F6E2EDC}" type="slidenum">
              <a:rPr 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228114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7838" y="409575"/>
            <a:ext cx="4937125" cy="2776538"/>
          </a:xfrm>
        </p:spPr>
      </p:sp>
      <p:sp>
        <p:nvSpPr>
          <p:cNvPr id="3" name="Notes Placeholder 2"/>
          <p:cNvSpPr>
            <a:spLocks noGrp="1"/>
          </p:cNvSpPr>
          <p:nvPr>
            <p:ph type="body" idx="1"/>
          </p:nvPr>
        </p:nvSpPr>
        <p:spPr/>
        <p:txBody>
          <a:bodyPr/>
          <a:lstStyle/>
          <a:p>
            <a:r>
              <a:rPr lang="en-US" dirty="0" smtClean="0"/>
              <a:t>The first solution is Structured</a:t>
            </a:r>
            <a:r>
              <a:rPr lang="en-US" baseline="0" dirty="0" smtClean="0"/>
              <a:t> Data Manager, this helps customers relocate data from business applications whilst preserving data integrity and access. In essence, the business can search for information that was once held within multiple business applications whilst reducing the associated cost and risk of having multiple systems.</a:t>
            </a:r>
          </a:p>
          <a:p>
            <a:endParaRPr lang="en-US" baseline="0" dirty="0" smtClean="0"/>
          </a:p>
          <a:p>
            <a:r>
              <a:rPr lang="en-US" baseline="0" dirty="0" smtClean="0"/>
              <a:t>Some example use cases include:</a:t>
            </a:r>
          </a:p>
          <a:p>
            <a:pPr marL="342900" indent="-342900">
              <a:buFont typeface="+mj-lt"/>
              <a:buAutoNum type="arabicPeriod"/>
            </a:pPr>
            <a:r>
              <a:rPr lang="en-US" dirty="0" smtClean="0">
                <a:solidFill>
                  <a:srgbClr val="212E35"/>
                </a:solidFill>
              </a:rPr>
              <a:t>Reduce licensing &amp; maintenance costs by retiring legacy applications</a:t>
            </a:r>
          </a:p>
          <a:p>
            <a:pPr marL="342900" indent="-342900">
              <a:buFont typeface="+mj-lt"/>
              <a:buAutoNum type="arabicPeriod"/>
            </a:pPr>
            <a:r>
              <a:rPr lang="en-US" dirty="0" smtClean="0">
                <a:solidFill>
                  <a:srgbClr val="212E35"/>
                </a:solidFill>
              </a:rPr>
              <a:t>Improve backup / recovery times by better managing</a:t>
            </a:r>
            <a:r>
              <a:rPr lang="en-US" baseline="0" dirty="0" smtClean="0">
                <a:solidFill>
                  <a:srgbClr val="212E35"/>
                </a:solidFill>
              </a:rPr>
              <a:t> </a:t>
            </a:r>
            <a:r>
              <a:rPr lang="en-US" dirty="0" smtClean="0">
                <a:solidFill>
                  <a:srgbClr val="212E35"/>
                </a:solidFill>
              </a:rPr>
              <a:t>your data footprint</a:t>
            </a:r>
          </a:p>
          <a:p>
            <a:pPr marL="342900" indent="-342900">
              <a:buFont typeface="+mj-lt"/>
              <a:buAutoNum type="arabicPeriod"/>
            </a:pPr>
            <a:r>
              <a:rPr lang="en-US" dirty="0" smtClean="0">
                <a:solidFill>
                  <a:srgbClr val="212E35"/>
                </a:solidFill>
              </a:rPr>
              <a:t>Improve productivity by accessing data from multiple legacy systems on one platform</a:t>
            </a:r>
          </a:p>
          <a:p>
            <a:pPr marL="342900" indent="-342900">
              <a:buFont typeface="+mj-lt"/>
              <a:buAutoNum type="arabicPeriod"/>
            </a:pPr>
            <a:r>
              <a:rPr lang="en-US" dirty="0" smtClean="0">
                <a:solidFill>
                  <a:srgbClr val="212E35"/>
                </a:solidFill>
              </a:rPr>
              <a:t>Reduce risk by consolidating data from multiple applications for consistent policy application</a:t>
            </a:r>
          </a:p>
          <a:p>
            <a:pPr marL="342900" indent="-342900">
              <a:buFont typeface="+mj-lt"/>
              <a:buAutoNum type="arabicPeriod"/>
            </a:pPr>
            <a:r>
              <a:rPr lang="en-US" dirty="0" err="1" smtClean="0">
                <a:solidFill>
                  <a:srgbClr val="212E35"/>
                </a:solidFill>
              </a:rPr>
              <a:t>Analyse</a:t>
            </a:r>
            <a:r>
              <a:rPr lang="en-US" dirty="0" smtClean="0">
                <a:solidFill>
                  <a:srgbClr val="212E35"/>
                </a:solidFill>
              </a:rPr>
              <a:t> customer data more easily for potential revenue generation</a:t>
            </a:r>
          </a:p>
          <a:p>
            <a:pPr marL="342900" indent="-342900">
              <a:buFont typeface="+mj-lt"/>
              <a:buAutoNum type="arabicPeriod"/>
            </a:pPr>
            <a:r>
              <a:rPr lang="en-US" dirty="0" smtClean="0">
                <a:solidFill>
                  <a:srgbClr val="212E35"/>
                </a:solidFill>
              </a:rPr>
              <a:t>Accelerate transformation objectives e.g. migrate to cloud</a:t>
            </a:r>
          </a:p>
          <a:p>
            <a:pPr marL="342900" indent="-342900">
              <a:buFont typeface="+mj-lt"/>
              <a:buAutoNum type="arabicPeriod"/>
            </a:pPr>
            <a:endParaRPr lang="en-US" dirty="0" smtClean="0">
              <a:solidFill>
                <a:srgbClr val="212E35"/>
              </a:solidFill>
            </a:endParaRPr>
          </a:p>
          <a:p>
            <a:pPr marL="0" indent="0">
              <a:buFont typeface="+mj-lt"/>
              <a:buNone/>
            </a:pPr>
            <a:r>
              <a:rPr lang="en-US" dirty="0" smtClean="0">
                <a:solidFill>
                  <a:srgbClr val="212E35"/>
                </a:solidFill>
              </a:rPr>
              <a:t>At</a:t>
            </a:r>
            <a:r>
              <a:rPr lang="en-US" baseline="0" dirty="0" smtClean="0">
                <a:solidFill>
                  <a:srgbClr val="212E35"/>
                </a:solidFill>
              </a:rPr>
              <a:t> the bottom of the slide you will see some examples of what a customer was able to achieve using SDM, this includes retiring 70 applications, archiving over 23 billion rows of data, which reduced their storage by 48%, improved query times by 89% and reduced the time it took to complete a full back up by 37%</a:t>
            </a:r>
            <a:endParaRPr lang="en-US" dirty="0" smtClean="0">
              <a:solidFill>
                <a:srgbClr val="212E35"/>
              </a:solidFill>
            </a:endParaRPr>
          </a:p>
          <a:p>
            <a:pPr marL="171450" marR="0" lvl="0" indent="-171450" algn="l" defTabSz="914377" rtl="0" eaLnBrk="1" fontAlgn="auto" latinLnBrk="0" hangingPunct="1">
              <a:lnSpc>
                <a:spcPct val="90000"/>
              </a:lnSpc>
              <a:spcBef>
                <a:spcPts val="0"/>
              </a:spcBef>
              <a:spcAft>
                <a:spcPts val="0"/>
              </a:spcAft>
              <a:buClrTx/>
              <a:buSzTx/>
              <a:buFont typeface="Arial" panose="020B0604020202020204" pitchFamily="34" charset="0"/>
              <a:buChar char="•"/>
              <a:tabLst/>
              <a:defRPr/>
            </a:pPr>
            <a:endParaRPr lang="en-US" dirty="0" smtClean="0">
              <a:solidFill>
                <a:srgbClr val="212E35"/>
              </a:solidFill>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EB28D33E-CF53-459E-97F0-DC6DCDA89D11}" type="slidenum">
              <a:rPr lang="en-US">
                <a:solidFill>
                  <a:prstClr val="black"/>
                </a:solidFill>
                <a:latin typeface="Arial" panose="020B0604020202020204"/>
              </a:rPr>
              <a:pPr/>
              <a:t>10</a:t>
            </a:fld>
            <a:endParaRPr lang="en-US">
              <a:solidFill>
                <a:prstClr val="black"/>
              </a:solidFill>
              <a:latin typeface="Arial" panose="020B0604020202020204"/>
            </a:endParaRPr>
          </a:p>
        </p:txBody>
      </p:sp>
    </p:spTree>
    <p:extLst>
      <p:ext uri="{BB962C8B-B14F-4D97-AF65-F5344CB8AC3E}">
        <p14:creationId xmlns:p14="http://schemas.microsoft.com/office/powerpoint/2010/main" val="1469447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7838" y="409575"/>
            <a:ext cx="4937125" cy="2776538"/>
          </a:xfrm>
        </p:spPr>
      </p:sp>
      <p:sp>
        <p:nvSpPr>
          <p:cNvPr id="3" name="Notes Placeholder 2"/>
          <p:cNvSpPr>
            <a:spLocks noGrp="1"/>
          </p:cNvSpPr>
          <p:nvPr>
            <p:ph type="body" idx="1"/>
          </p:nvPr>
        </p:nvSpPr>
        <p:spPr/>
        <p:txBody>
          <a:bodyPr/>
          <a:lstStyle/>
          <a:p>
            <a:r>
              <a:rPr lang="en-US" dirty="0" smtClean="0"/>
              <a:t>Control</a:t>
            </a:r>
            <a:r>
              <a:rPr lang="en-US" baseline="0" dirty="0" smtClean="0"/>
              <a:t>Point is a solution that helps customers identify, analyze and control their unstructured data. </a:t>
            </a:r>
            <a:r>
              <a:rPr lang="en-US" baseline="0" dirty="0" err="1" smtClean="0"/>
              <a:t>ContolPoint</a:t>
            </a:r>
            <a:r>
              <a:rPr lang="en-US" baseline="0" dirty="0" smtClean="0"/>
              <a:t> can be directed toward data repositories and can analyze the files and tell you what information is being held there. In addition to reviewing the metadata ControlPoint also can analyze and understand the information within the file itself.</a:t>
            </a:r>
          </a:p>
          <a:p>
            <a:endParaRPr lang="en-US" baseline="0" dirty="0" smtClean="0"/>
          </a:p>
          <a:p>
            <a:r>
              <a:rPr lang="en-US" dirty="0" smtClean="0"/>
              <a:t>Some</a:t>
            </a:r>
            <a:r>
              <a:rPr lang="en-US" baseline="0" dirty="0" smtClean="0"/>
              <a:t> example use cases include:</a:t>
            </a:r>
          </a:p>
          <a:p>
            <a:pPr marL="342900" marR="0" lvl="0" indent="-342900" algn="l" defTabSz="914377" rtl="0" eaLnBrk="1" fontAlgn="auto" latinLnBrk="0" hangingPunct="1">
              <a:lnSpc>
                <a:spcPct val="90000"/>
              </a:lnSpc>
              <a:spcBef>
                <a:spcPts val="0"/>
              </a:spcBef>
              <a:spcAft>
                <a:spcPts val="0"/>
              </a:spcAft>
              <a:buClrTx/>
              <a:buSzTx/>
              <a:buFont typeface="+mj-lt"/>
              <a:buAutoNum type="arabicPeriod"/>
              <a:tabLst/>
              <a:defRPr/>
            </a:pPr>
            <a:r>
              <a:rPr lang="en-US" dirty="0" smtClean="0">
                <a:solidFill>
                  <a:srgbClr val="212E35"/>
                </a:solidFill>
              </a:rPr>
              <a:t>Reduce risk by identifying dark data </a:t>
            </a:r>
          </a:p>
          <a:p>
            <a:pPr marL="342900" marR="0" lvl="0" indent="-342900" algn="l" defTabSz="914377" rtl="0" eaLnBrk="1" fontAlgn="auto" latinLnBrk="0" hangingPunct="1">
              <a:lnSpc>
                <a:spcPct val="90000"/>
              </a:lnSpc>
              <a:spcBef>
                <a:spcPts val="0"/>
              </a:spcBef>
              <a:spcAft>
                <a:spcPts val="0"/>
              </a:spcAft>
              <a:buClrTx/>
              <a:buSzTx/>
              <a:buFont typeface="+mj-lt"/>
              <a:buAutoNum type="arabicPeriod"/>
              <a:tabLst/>
              <a:defRPr/>
            </a:pPr>
            <a:r>
              <a:rPr lang="en-US" dirty="0" smtClean="0">
                <a:solidFill>
                  <a:srgbClr val="212E35"/>
                </a:solidFill>
              </a:rPr>
              <a:t>Improve information search times by knowing what information is held across data silos</a:t>
            </a:r>
          </a:p>
          <a:p>
            <a:pPr marL="342900" marR="0" lvl="0" indent="-342900" algn="l" defTabSz="914377" rtl="0" eaLnBrk="1" fontAlgn="auto" latinLnBrk="0" hangingPunct="1">
              <a:lnSpc>
                <a:spcPct val="90000"/>
              </a:lnSpc>
              <a:spcBef>
                <a:spcPts val="0"/>
              </a:spcBef>
              <a:spcAft>
                <a:spcPts val="0"/>
              </a:spcAft>
              <a:buClrTx/>
              <a:buSzTx/>
              <a:buFont typeface="+mj-lt"/>
              <a:buAutoNum type="arabicPeriod"/>
              <a:tabLst/>
              <a:defRPr/>
            </a:pPr>
            <a:r>
              <a:rPr lang="en-US" dirty="0" err="1" smtClean="0">
                <a:solidFill>
                  <a:srgbClr val="212E35"/>
                </a:solidFill>
              </a:rPr>
              <a:t>Analyse</a:t>
            </a:r>
            <a:r>
              <a:rPr lang="en-US" dirty="0" smtClean="0">
                <a:solidFill>
                  <a:srgbClr val="212E35"/>
                </a:solidFill>
              </a:rPr>
              <a:t> and identify sensitive information</a:t>
            </a:r>
            <a:endParaRPr lang="en-GB" dirty="0" smtClean="0">
              <a:solidFill>
                <a:schemeClr val="bg1">
                  <a:lumMod val="50000"/>
                </a:schemeClr>
              </a:solidFill>
              <a:ea typeface="Roboto Light" charset="0"/>
              <a:cs typeface="Roboto Light" charset="0"/>
            </a:endParaRPr>
          </a:p>
          <a:p>
            <a:pPr marL="342900" indent="-342900">
              <a:buFont typeface="+mj-lt"/>
              <a:buAutoNum type="arabicPeriod"/>
            </a:pPr>
            <a:r>
              <a:rPr lang="en-US" dirty="0" smtClean="0">
                <a:solidFill>
                  <a:srgbClr val="212E35"/>
                </a:solidFill>
              </a:rPr>
              <a:t>Automatically apply policy to sensitive information</a:t>
            </a:r>
            <a:endParaRPr lang="en-GB" dirty="0" smtClean="0">
              <a:solidFill>
                <a:schemeClr val="bg1">
                  <a:lumMod val="50000"/>
                </a:schemeClr>
              </a:solidFill>
              <a:ea typeface="Roboto Light" charset="0"/>
              <a:cs typeface="Roboto Light" charset="0"/>
            </a:endParaRPr>
          </a:p>
          <a:p>
            <a:pPr marL="342900" indent="-342900">
              <a:buFont typeface="+mj-lt"/>
              <a:buAutoNum type="arabicPeriod"/>
            </a:pPr>
            <a:r>
              <a:rPr lang="en-US" dirty="0" smtClean="0">
                <a:solidFill>
                  <a:srgbClr val="212E35"/>
                </a:solidFill>
              </a:rPr>
              <a:t>Save cost by identifying Redundant</a:t>
            </a:r>
            <a:r>
              <a:rPr lang="en-US" baseline="0" dirty="0" smtClean="0">
                <a:solidFill>
                  <a:srgbClr val="212E35"/>
                </a:solidFill>
              </a:rPr>
              <a:t> </a:t>
            </a:r>
            <a:r>
              <a:rPr lang="en-US" dirty="0" smtClean="0">
                <a:solidFill>
                  <a:srgbClr val="212E35"/>
                </a:solidFill>
              </a:rPr>
              <a:t>Obsolete</a:t>
            </a:r>
            <a:r>
              <a:rPr lang="en-US" baseline="0" dirty="0" smtClean="0">
                <a:solidFill>
                  <a:srgbClr val="212E35"/>
                </a:solidFill>
              </a:rPr>
              <a:t> and </a:t>
            </a:r>
            <a:r>
              <a:rPr lang="en-US" dirty="0" smtClean="0">
                <a:solidFill>
                  <a:srgbClr val="212E35"/>
                </a:solidFill>
              </a:rPr>
              <a:t>Trivial data and migrate this to cheaper storage or dispose of it</a:t>
            </a:r>
          </a:p>
          <a:p>
            <a:pPr marL="342900" marR="0" lvl="0" indent="-342900" algn="l" defTabSz="914377" rtl="0" eaLnBrk="1" fontAlgn="auto" latinLnBrk="0" hangingPunct="1">
              <a:lnSpc>
                <a:spcPct val="90000"/>
              </a:lnSpc>
              <a:spcBef>
                <a:spcPts val="0"/>
              </a:spcBef>
              <a:spcAft>
                <a:spcPts val="0"/>
              </a:spcAft>
              <a:buClrTx/>
              <a:buSzTx/>
              <a:buFont typeface="+mj-lt"/>
              <a:buAutoNum type="arabicPeriod"/>
              <a:tabLst/>
              <a:defRPr/>
            </a:pPr>
            <a:r>
              <a:rPr lang="en-US" dirty="0" smtClean="0">
                <a:solidFill>
                  <a:srgbClr val="212E35"/>
                </a:solidFill>
              </a:rPr>
              <a:t>Reduce backup workloads by reducing your information footprint</a:t>
            </a:r>
          </a:p>
          <a:p>
            <a:pPr marL="342900" indent="-342900">
              <a:buFont typeface="+mj-lt"/>
              <a:buAutoNum type="arabicPeriod"/>
            </a:pPr>
            <a:endParaRPr lang="en-US" dirty="0" smtClean="0">
              <a:solidFill>
                <a:srgbClr val="212E35"/>
              </a:solidFill>
            </a:endParaRPr>
          </a:p>
          <a:p>
            <a:pPr marL="0" indent="0">
              <a:buFont typeface="+mj-lt"/>
              <a:buNone/>
            </a:pPr>
            <a:r>
              <a:rPr lang="en-US" dirty="0" smtClean="0">
                <a:solidFill>
                  <a:srgbClr val="212E35"/>
                </a:solidFill>
              </a:rPr>
              <a:t>Again at the bottom you will see some examples of what customers were able to </a:t>
            </a:r>
            <a:r>
              <a:rPr lang="en-US" dirty="0" err="1" smtClean="0">
                <a:solidFill>
                  <a:srgbClr val="212E35"/>
                </a:solidFill>
              </a:rPr>
              <a:t>achive</a:t>
            </a:r>
            <a:r>
              <a:rPr lang="en-US" baseline="0" dirty="0" smtClean="0">
                <a:solidFill>
                  <a:srgbClr val="212E35"/>
                </a:solidFill>
              </a:rPr>
              <a:t> with ControlPoint – these include a 40% improvement in information analysis, review and reporting times, a 60% reduction in tier 1 storage space and a 40% cost reduction in storage operations and legal exposure</a:t>
            </a:r>
            <a:endParaRPr lang="en-US" dirty="0" smtClean="0">
              <a:solidFill>
                <a:srgbClr val="212E35"/>
              </a:solidFill>
            </a:endParaRPr>
          </a:p>
          <a:p>
            <a:endParaRPr lang="en-US" dirty="0"/>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EB28D33E-CF53-459E-97F0-DC6DCDA89D11}" type="slidenum">
              <a:rPr lang="en-US">
                <a:solidFill>
                  <a:prstClr val="black"/>
                </a:solidFill>
                <a:latin typeface="Arial" panose="020B0604020202020204"/>
              </a:rPr>
              <a:pPr/>
              <a:t>11</a:t>
            </a:fld>
            <a:endParaRPr lang="en-US">
              <a:solidFill>
                <a:prstClr val="black"/>
              </a:solidFill>
              <a:latin typeface="Arial" panose="020B0604020202020204"/>
            </a:endParaRPr>
          </a:p>
        </p:txBody>
      </p:sp>
    </p:spTree>
    <p:extLst>
      <p:ext uri="{BB962C8B-B14F-4D97-AF65-F5344CB8AC3E}">
        <p14:creationId xmlns:p14="http://schemas.microsoft.com/office/powerpoint/2010/main" val="3195770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7838" y="409575"/>
            <a:ext cx="4937125" cy="2776538"/>
          </a:xfrm>
        </p:spPr>
      </p:sp>
      <p:sp>
        <p:nvSpPr>
          <p:cNvPr id="3" name="Notes Placeholder 2"/>
          <p:cNvSpPr>
            <a:spLocks noGrp="1"/>
          </p:cNvSpPr>
          <p:nvPr>
            <p:ph type="body" idx="1"/>
          </p:nvPr>
        </p:nvSpPr>
        <p:spPr/>
        <p:txBody>
          <a:bodyPr/>
          <a:lstStyle/>
          <a:p>
            <a:r>
              <a:rPr lang="en-US" dirty="0" smtClean="0"/>
              <a:t>Content</a:t>
            </a:r>
            <a:r>
              <a:rPr lang="en-US" baseline="0" dirty="0" smtClean="0"/>
              <a:t> Manager is an enterprise content manage system. Through a single solution, customers are able to apply, manage and enforce policies to all of their enterprise information. The policies can be based on internal requirements or by locals laws or regulations such as HIPPA, GDPR and so on. </a:t>
            </a:r>
          </a:p>
          <a:p>
            <a:endParaRPr lang="en-US" baseline="0" dirty="0" smtClean="0"/>
          </a:p>
          <a:p>
            <a:r>
              <a:rPr lang="en-US" baseline="0" dirty="0" smtClean="0"/>
              <a:t>Some example use cases include:</a:t>
            </a:r>
            <a:endParaRPr lang="en-GB" dirty="0" smtClean="0">
              <a:solidFill>
                <a:schemeClr val="bg1">
                  <a:lumMod val="50000"/>
                </a:schemeClr>
              </a:solidFill>
              <a:ea typeface="Roboto Light" charset="0"/>
              <a:cs typeface="Roboto Light" charset="0"/>
            </a:endParaRPr>
          </a:p>
          <a:p>
            <a:pPr marL="342900" indent="-342900">
              <a:buFont typeface="+mj-lt"/>
              <a:buAutoNum type="arabicPeriod"/>
            </a:pPr>
            <a:r>
              <a:rPr lang="en-US" dirty="0" smtClean="0">
                <a:solidFill>
                  <a:srgbClr val="212E35"/>
                </a:solidFill>
              </a:rPr>
              <a:t>Apply policies to your information at enterprise level</a:t>
            </a:r>
          </a:p>
          <a:p>
            <a:pPr marL="342900" indent="-342900">
              <a:buFont typeface="+mj-lt"/>
              <a:buAutoNum type="arabicPeriod"/>
            </a:pPr>
            <a:r>
              <a:rPr lang="en-US" dirty="0" smtClean="0">
                <a:solidFill>
                  <a:srgbClr val="212E35"/>
                </a:solidFill>
              </a:rPr>
              <a:t>Automatically classify business information at the point of creation</a:t>
            </a:r>
          </a:p>
          <a:p>
            <a:pPr marL="342900" indent="-342900">
              <a:buFont typeface="+mj-lt"/>
              <a:buAutoNum type="arabicPeriod"/>
            </a:pPr>
            <a:r>
              <a:rPr lang="en-US" dirty="0" smtClean="0">
                <a:solidFill>
                  <a:srgbClr val="212E35"/>
                </a:solidFill>
              </a:rPr>
              <a:t>Manage access to information with document check in/out and versioning</a:t>
            </a:r>
          </a:p>
          <a:p>
            <a:pPr marL="342900" indent="-342900">
              <a:buFont typeface="+mj-lt"/>
              <a:buAutoNum type="arabicPeriod"/>
            </a:pPr>
            <a:r>
              <a:rPr lang="en-US" dirty="0" smtClean="0">
                <a:solidFill>
                  <a:srgbClr val="212E35"/>
                </a:solidFill>
              </a:rPr>
              <a:t>Save costs by migrating content for long term retention to cheaper storage</a:t>
            </a:r>
          </a:p>
          <a:p>
            <a:pPr marL="342900" indent="-342900">
              <a:buFont typeface="+mj-lt"/>
              <a:buAutoNum type="arabicPeriod"/>
            </a:pPr>
            <a:r>
              <a:rPr lang="en-US" dirty="0" smtClean="0">
                <a:solidFill>
                  <a:srgbClr val="212E35"/>
                </a:solidFill>
              </a:rPr>
              <a:t>Dispose of information that you no longer are required to keep whilst retaining the necessary audit trails</a:t>
            </a:r>
          </a:p>
          <a:p>
            <a:pPr marL="342900" indent="-342900">
              <a:buFont typeface="+mj-lt"/>
              <a:buAutoNum type="arabicPeriod"/>
            </a:pPr>
            <a:r>
              <a:rPr lang="en-US" dirty="0" smtClean="0">
                <a:solidFill>
                  <a:srgbClr val="212E35"/>
                </a:solidFill>
              </a:rPr>
              <a:t>Improve productivity with simple contextual search</a:t>
            </a:r>
          </a:p>
          <a:p>
            <a:pPr marL="342900" indent="-342900">
              <a:buFont typeface="+mj-lt"/>
              <a:buAutoNum type="arabicPeriod"/>
            </a:pPr>
            <a:endParaRPr lang="en-US" dirty="0" smtClean="0">
              <a:solidFill>
                <a:srgbClr val="212E35"/>
              </a:solidFill>
            </a:endParaRPr>
          </a:p>
          <a:p>
            <a:pPr marL="0" indent="0">
              <a:buFont typeface="+mj-lt"/>
              <a:buNone/>
            </a:pPr>
            <a:r>
              <a:rPr lang="en-US" dirty="0" smtClean="0">
                <a:solidFill>
                  <a:srgbClr val="212E35"/>
                </a:solidFill>
              </a:rPr>
              <a:t>At the bottom</a:t>
            </a:r>
            <a:r>
              <a:rPr lang="en-US" baseline="0" dirty="0" smtClean="0">
                <a:solidFill>
                  <a:srgbClr val="212E35"/>
                </a:solidFill>
              </a:rPr>
              <a:t> you will see a survey result from Tech Validate. Customers were asked if Content Manager is considered a vital business application within their organization and 87% of them agreed. The participants of this survey included, Governments, Fortune 500 companies, Small and Large Enterprises and educational, cultural and non-profit organizations.</a:t>
            </a:r>
            <a:endParaRPr lang="en-US" dirty="0" smtClean="0">
              <a:solidFill>
                <a:srgbClr val="212E35"/>
              </a:solidFill>
            </a:endParaRPr>
          </a:p>
          <a:p>
            <a:endParaRPr lang="en-US" dirty="0"/>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EB28D33E-CF53-459E-97F0-DC6DCDA89D11}" type="slidenum">
              <a:rPr lang="en-US">
                <a:solidFill>
                  <a:prstClr val="black"/>
                </a:solidFill>
                <a:latin typeface="Arial" panose="020B0604020202020204"/>
              </a:rPr>
              <a:pPr/>
              <a:t>12</a:t>
            </a:fld>
            <a:endParaRPr lang="en-US">
              <a:solidFill>
                <a:prstClr val="black"/>
              </a:solidFill>
              <a:latin typeface="Arial" panose="020B0604020202020204"/>
            </a:endParaRPr>
          </a:p>
        </p:txBody>
      </p:sp>
    </p:spTree>
    <p:extLst>
      <p:ext uri="{BB962C8B-B14F-4D97-AF65-F5344CB8AC3E}">
        <p14:creationId xmlns:p14="http://schemas.microsoft.com/office/powerpoint/2010/main" val="357093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mentioned earlier</a:t>
            </a:r>
            <a:r>
              <a:rPr lang="en-US" baseline="0" dirty="0" smtClean="0"/>
              <a:t> the Secure Content Management Solutions can be sold individually or together as part of the SCM suite. Each solution has a number of use cases which may or may not be important to your customer at that time. It is important to understand there are a number of ways in which a customer may be able to use the SCM suite. In this slide we will go through one way in which a customer can adopt the suite.</a:t>
            </a:r>
          </a:p>
          <a:p>
            <a:endParaRPr lang="en-US" baseline="0" dirty="0" smtClean="0"/>
          </a:p>
          <a:p>
            <a:r>
              <a:rPr lang="en-US" baseline="0" dirty="0" smtClean="0"/>
              <a:t>A customer may be initially looking to reduce the risk and cost in maintaining multiple business applications. They may need to keep some of the data for reporting and want to delete the information they no longer require. Structured Data Manager can help them retire legacy applications and extract the data they need to keep and dispose of the data they on longer require.</a:t>
            </a:r>
          </a:p>
          <a:p>
            <a:endParaRPr lang="en-US" baseline="0" dirty="0" smtClean="0"/>
          </a:p>
          <a:p>
            <a:r>
              <a:rPr lang="en-US" baseline="0" dirty="0" smtClean="0"/>
              <a:t>The customer may then look to do the same with their unstructured data, remove anything they longer need. ControlPoint can analyze the unstructured data repositories and identify what can be disposed of. The remaining information may remain where it is.</a:t>
            </a:r>
          </a:p>
          <a:p>
            <a:endParaRPr lang="en-US" baseline="0" dirty="0" smtClean="0"/>
          </a:p>
          <a:p>
            <a:r>
              <a:rPr lang="en-US" baseline="0" dirty="0" smtClean="0"/>
              <a:t>Due to regulations the customer may need to better manage certain information. For example with GDPR organizations need to manage all information relating to an EU citizen. At this stage the customer has SDM and ControlPoint and can identify any information that is applicable to this new requirement. SDM and ControlPoint can find this information which needs to be monitored. This data can be managed in accordance with the rules with Content Manager. When there is no obligation to keep the data the data can be disposed of but all of the audit trails still remain.</a:t>
            </a:r>
          </a:p>
          <a:p>
            <a:endParaRPr lang="en-US" baseline="0" dirty="0" smtClean="0"/>
          </a:p>
          <a:p>
            <a:r>
              <a:rPr lang="en-US" baseline="0" dirty="0" smtClean="0"/>
              <a:t>Again it is important to remember this is just one example and this may vary depending on your customer, their requirements and what solutions they already have in place. This example is just to highlight the end-to-end enterprise lifecycle management capability of the SCM suite.</a:t>
            </a:r>
            <a:endParaRPr lang="en-US" dirty="0"/>
          </a:p>
        </p:txBody>
      </p:sp>
      <p:sp>
        <p:nvSpPr>
          <p:cNvPr id="4" name="Slide Number Placeholder 3"/>
          <p:cNvSpPr>
            <a:spLocks noGrp="1"/>
          </p:cNvSpPr>
          <p:nvPr>
            <p:ph type="sldNum" sz="quarter" idx="10"/>
          </p:nvPr>
        </p:nvSpPr>
        <p:spPr/>
        <p:txBody>
          <a:bodyPr/>
          <a:lstStyle/>
          <a:p>
            <a:fld id="{5BFEAE42-E3FE-4405-B7FC-4425D05B92A0}"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1114092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With our SCM suite</a:t>
            </a:r>
            <a:r>
              <a:rPr lang="en-US" baseline="0" dirty="0" smtClean="0"/>
              <a:t> we have a structured approach to information governance which can be applied to help facilitate compliance for any regulation or requirement. Whether it is GDPR which we mentioned in the previous slide, or HIPPA or PCI information it doesn’t matter as with SCM we have the same structured approach to governing data.</a:t>
            </a:r>
          </a:p>
          <a:p>
            <a:endParaRPr lang="en-US" baseline="0" dirty="0" smtClean="0"/>
          </a:p>
          <a:p>
            <a:r>
              <a:rPr lang="en-US" baseline="0" dirty="0" smtClean="0"/>
              <a:t>The SCM suite enables customer to review their unstructured and structured data repositories with SDM and CP to identify what data falls within scope of the new requirement and manage that data in accordance with the policies with Content Manager.</a:t>
            </a:r>
          </a:p>
          <a:p>
            <a:endParaRPr lang="en-US" baseline="0" dirty="0" smtClean="0"/>
          </a:p>
        </p:txBody>
      </p:sp>
      <p:sp>
        <p:nvSpPr>
          <p:cNvPr id="4" name="Slide Number Placeholder 3"/>
          <p:cNvSpPr>
            <a:spLocks noGrp="1"/>
          </p:cNvSpPr>
          <p:nvPr>
            <p:ph type="sldNum" sz="quarter" idx="10"/>
          </p:nvPr>
        </p:nvSpPr>
        <p:spPr/>
        <p:txBody>
          <a:bodyPr/>
          <a:lstStyle/>
          <a:p>
            <a:fld id="{5BFEAE42-E3FE-4405-B7FC-4425D05B92A0}"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3338607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2886872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Here</a:t>
            </a:r>
            <a:r>
              <a:rPr lang="en-US" baseline="0" dirty="0" smtClean="0"/>
              <a:t> are some examples of how customers are leveraging SCM to manage risk, reduce cost and drive efficiency and value. </a:t>
            </a:r>
          </a:p>
          <a:p>
            <a:endParaRPr lang="en-US" baseline="0" dirty="0" smtClean="0"/>
          </a:p>
          <a:p>
            <a:r>
              <a:rPr lang="en-US" baseline="0" dirty="0" smtClean="0"/>
              <a:t>Please pause this video to review the use cases and resume when you are ready to proceed.</a:t>
            </a:r>
            <a:endParaRPr lang="en-US" dirty="0"/>
          </a:p>
        </p:txBody>
      </p:sp>
      <p:sp>
        <p:nvSpPr>
          <p:cNvPr id="4" name="Slide Number Placeholder 3"/>
          <p:cNvSpPr>
            <a:spLocks noGrp="1"/>
          </p:cNvSpPr>
          <p:nvPr>
            <p:ph type="sldNum" sz="quarter" idx="10"/>
          </p:nvPr>
        </p:nvSpPr>
        <p:spPr/>
        <p:txBody>
          <a:bodyPr/>
          <a:lstStyle/>
          <a:p>
            <a:fld id="{EF956D5C-5EF9-4233-82C8-1D8C4F6E2EDC}"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423294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3362753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The International Criminal Court is an intergovernmental organization and international tribunal that is based in the Netherlands. The ICC has the jurisdiction to prosecute individuals for the international crimes of genocide, crimes against humanity, and war crimes. </a:t>
            </a:r>
          </a:p>
          <a:p>
            <a:endParaRPr lang="en-US" dirty="0" smtClean="0"/>
          </a:p>
          <a:p>
            <a:r>
              <a:rPr lang="en-US" dirty="0" smtClean="0"/>
              <a:t>The information they have can be of a extremely</a:t>
            </a:r>
            <a:r>
              <a:rPr lang="en-US" baseline="0" dirty="0" smtClean="0"/>
              <a:t> sensitive nature and they were looking for a solution to gain an understanding of their information architecture and ensure sensitive information is stored appropriately.</a:t>
            </a:r>
          </a:p>
          <a:p>
            <a:endParaRPr lang="en-US" baseline="0" dirty="0" smtClean="0"/>
          </a:p>
          <a:p>
            <a:r>
              <a:rPr lang="en-US" baseline="0" dirty="0" smtClean="0"/>
              <a:t>They were looking for a solution to identify records within their repositories and reduce the number of duplicates they had. These documents also had to be managed based on policies.</a:t>
            </a:r>
          </a:p>
          <a:p>
            <a:endParaRPr lang="en-US" baseline="0" dirty="0" smtClean="0"/>
          </a:p>
          <a:p>
            <a:r>
              <a:rPr lang="en-US" baseline="0" dirty="0" smtClean="0"/>
              <a:t>The ICC used control point to identify sensitive information and duplicates across their information architecture. The sensitive information was then migrated to content manager to ensure it was managed according to policy.</a:t>
            </a:r>
          </a:p>
          <a:p>
            <a:endParaRPr lang="en-US" baseline="0" dirty="0" smtClean="0"/>
          </a:p>
          <a:p>
            <a:r>
              <a:rPr lang="en-US" baseline="0" dirty="0" smtClean="0"/>
              <a:t>Here is an example of the solution architecture that was adopted.</a:t>
            </a:r>
          </a:p>
          <a:p>
            <a:endParaRPr lang="en-US" baseline="0" dirty="0" smtClean="0"/>
          </a:p>
          <a:p>
            <a:r>
              <a:rPr lang="en-US" baseline="0" dirty="0" smtClean="0"/>
              <a:t>Using the SCM solution, the ICC found that 30% of the data analyzed consisted of duplicate records. The remaining records were better classified which improved the overall management of information.</a:t>
            </a:r>
            <a:endParaRPr lang="en-US" dirty="0" smtClean="0"/>
          </a:p>
          <a:p>
            <a:endParaRPr lang="en-US" dirty="0" smtClean="0"/>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5BFEAE42-E3FE-4405-B7FC-4425D05B92A0}" type="slidenum">
              <a:rPr lang="en-US">
                <a:solidFill>
                  <a:prstClr val="black"/>
                </a:solidFill>
                <a:latin typeface="Arial" panose="020B0604020202020204"/>
              </a:rPr>
              <a:pPr/>
              <a:t>18</a:t>
            </a:fld>
            <a:endParaRPr lang="en-US">
              <a:solidFill>
                <a:prstClr val="black"/>
              </a:solidFill>
              <a:latin typeface="Arial" panose="020B0604020202020204"/>
            </a:endParaRPr>
          </a:p>
        </p:txBody>
      </p:sp>
    </p:spTree>
    <p:extLst>
      <p:ext uri="{BB962C8B-B14F-4D97-AF65-F5344CB8AC3E}">
        <p14:creationId xmlns:p14="http://schemas.microsoft.com/office/powerpoint/2010/main" val="17363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The</a:t>
            </a:r>
            <a:r>
              <a:rPr lang="en-US" baseline="0" dirty="0" smtClean="0"/>
              <a:t> US arm of BMW </a:t>
            </a:r>
            <a:r>
              <a:rPr lang="en-US" baseline="0" dirty="0" err="1" smtClean="0"/>
              <a:t>Fincial</a:t>
            </a:r>
            <a:r>
              <a:rPr lang="en-US" baseline="0" dirty="0" smtClean="0"/>
              <a:t> Services were looking for a solution that would preserve information about car load decisions to help make deals in the future whilst being able to ensure this information </a:t>
            </a:r>
            <a:r>
              <a:rPr lang="en-US" baseline="0" dirty="0" err="1" smtClean="0"/>
              <a:t>complys</a:t>
            </a:r>
            <a:r>
              <a:rPr lang="en-US" baseline="0" dirty="0" smtClean="0"/>
              <a:t> with US regulations, including those related to predatory lending.</a:t>
            </a:r>
          </a:p>
          <a:p>
            <a:endParaRPr lang="en-US" baseline="0" dirty="0" smtClean="0"/>
          </a:p>
          <a:p>
            <a:r>
              <a:rPr lang="en-US" baseline="0" dirty="0" smtClean="0"/>
              <a:t>They were looking for a solution that could capture both structured and structured data and apply retention policies to this information.</a:t>
            </a:r>
          </a:p>
          <a:p>
            <a:endParaRPr lang="en-US" baseline="0" dirty="0" smtClean="0"/>
          </a:p>
          <a:p>
            <a:pPr marL="0" marR="0" lvl="0" indent="0" algn="l" defTabSz="914377" rtl="0" eaLnBrk="1" fontAlgn="auto" latinLnBrk="0" hangingPunct="1">
              <a:lnSpc>
                <a:spcPct val="90000"/>
              </a:lnSpc>
              <a:spcBef>
                <a:spcPts val="0"/>
              </a:spcBef>
              <a:spcAft>
                <a:spcPts val="0"/>
              </a:spcAft>
              <a:buClrTx/>
              <a:buSzTx/>
              <a:buFontTx/>
              <a:buNone/>
              <a:tabLst/>
              <a:defRPr/>
            </a:pPr>
            <a:r>
              <a:rPr lang="en-US" baseline="0" dirty="0" smtClean="0"/>
              <a:t>BMW Financial services used the SCM to identify, classify and archive unstructured data with </a:t>
            </a:r>
            <a:r>
              <a:rPr lang="en-US" baseline="0" dirty="0" err="1" smtClean="0"/>
              <a:t>Structred</a:t>
            </a:r>
            <a:r>
              <a:rPr lang="en-US" baseline="0" dirty="0" smtClean="0"/>
              <a:t> Data Manager, </a:t>
            </a:r>
            <a:r>
              <a:rPr lang="en-US" dirty="0" smtClean="0"/>
              <a:t>identify, classify and archive unstructured data with Control Point and were able to secure and apply retention policies to the information with content manager</a:t>
            </a:r>
          </a:p>
          <a:p>
            <a:pPr marL="0" marR="0" lvl="0" indent="0" algn="l" defTabSz="914377" rtl="0" eaLnBrk="1" fontAlgn="auto" latinLnBrk="0" hangingPunct="1">
              <a:lnSpc>
                <a:spcPct val="90000"/>
              </a:lnSpc>
              <a:spcBef>
                <a:spcPts val="0"/>
              </a:spcBef>
              <a:spcAft>
                <a:spcPts val="0"/>
              </a:spcAft>
              <a:buClrTx/>
              <a:buSzTx/>
              <a:buFontTx/>
              <a:buNone/>
              <a:tabLst/>
              <a:defRPr/>
            </a:pPr>
            <a:endParaRPr lang="en-US" dirty="0" smtClean="0"/>
          </a:p>
          <a:p>
            <a:r>
              <a:rPr lang="en-US" baseline="0" dirty="0" smtClean="0"/>
              <a:t>Here is an example of the solution architecture that was adopted.</a:t>
            </a:r>
          </a:p>
          <a:p>
            <a:endParaRPr lang="en-US" baseline="0" dirty="0" smtClean="0"/>
          </a:p>
          <a:p>
            <a:r>
              <a:rPr lang="en-US" baseline="0" dirty="0" smtClean="0"/>
              <a:t>Using the SCM solution, BMW financial services were able to address their compliance requirements, use the records to help secure more deals in the future and remove the need to purchase additional solutions to manage their unstructured data. The use of the SCM suite has also attracted the attention within the wider BMW Group.</a:t>
            </a:r>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5BFEAE42-E3FE-4405-B7FC-4425D05B92A0}" type="slidenum">
              <a:rPr lang="en-US">
                <a:solidFill>
                  <a:prstClr val="black"/>
                </a:solidFill>
                <a:latin typeface="Arial" panose="020B0604020202020204"/>
              </a:rPr>
              <a:pPr/>
              <a:t>19</a:t>
            </a:fld>
            <a:endParaRPr lang="en-US">
              <a:solidFill>
                <a:prstClr val="black"/>
              </a:solidFill>
              <a:latin typeface="Arial" panose="020B0604020202020204"/>
            </a:endParaRPr>
          </a:p>
        </p:txBody>
      </p:sp>
    </p:spTree>
    <p:extLst>
      <p:ext uri="{BB962C8B-B14F-4D97-AF65-F5344CB8AC3E}">
        <p14:creationId xmlns:p14="http://schemas.microsoft.com/office/powerpoint/2010/main" val="29886026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3453305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There are a number of vendors</a:t>
            </a:r>
            <a:r>
              <a:rPr lang="en-US" baseline="0" dirty="0" smtClean="0"/>
              <a:t> that will compete with each of our SCM solutions. You can find the most up to date information on the Software Sales Portal.</a:t>
            </a:r>
          </a:p>
          <a:p>
            <a:endParaRPr lang="en-US" baseline="0" dirty="0" smtClean="0"/>
          </a:p>
          <a:p>
            <a:r>
              <a:rPr lang="en-US" baseline="0" dirty="0" smtClean="0"/>
              <a:t>From a SCM Standpoint, here are some of the our areas of strength:</a:t>
            </a:r>
          </a:p>
          <a:p>
            <a:endParaRPr lang="en-US" baseline="0" dirty="0" smtClean="0"/>
          </a:p>
          <a:p>
            <a:r>
              <a:rPr lang="en-US" baseline="0" dirty="0" smtClean="0"/>
              <a:t>We are one of the few vendors that can offer a complete end to end solution. This coupled with the wider MF Portfolio is what we should be talking about to our customers when positioning our solution.</a:t>
            </a:r>
          </a:p>
          <a:p>
            <a:endParaRPr lang="en-US" baseline="0" dirty="0" smtClean="0"/>
          </a:p>
          <a:p>
            <a:r>
              <a:rPr lang="en-US" baseline="0" dirty="0" smtClean="0"/>
              <a:t>Additionally the SCM portfolio is designed to work with existing solutions that customer may be using rather than requiring them to rip and replace what they have already invested in. </a:t>
            </a:r>
          </a:p>
          <a:p>
            <a:endParaRPr lang="en-US" baseline="0" dirty="0" smtClean="0"/>
          </a:p>
          <a:p>
            <a:pPr marL="0" marR="0" lvl="0" indent="0" algn="l" defTabSz="914377" rtl="0" eaLnBrk="1" fontAlgn="auto" latinLnBrk="0" hangingPunct="1">
              <a:lnSpc>
                <a:spcPct val="90000"/>
              </a:lnSpc>
              <a:spcBef>
                <a:spcPts val="0"/>
              </a:spcBef>
              <a:spcAft>
                <a:spcPts val="0"/>
              </a:spcAft>
              <a:buClrTx/>
              <a:buSzTx/>
              <a:buFontTx/>
              <a:buNone/>
              <a:tabLst/>
              <a:defRPr/>
            </a:pPr>
            <a:r>
              <a:rPr lang="en-US" baseline="0" dirty="0" smtClean="0"/>
              <a:t>Some vendors require customers to move their data to a central repository before being able to help govern this information. As a customer, having to find and migrate the data before you are able to manage it can be a huge task in itself which brings additional cost and risk. With the SCM portfolio this is not a requirement, customers can manage their data in place.</a:t>
            </a:r>
            <a:endParaRPr lang="en-US" dirty="0" smtClean="0"/>
          </a:p>
        </p:txBody>
      </p:sp>
      <p:sp>
        <p:nvSpPr>
          <p:cNvPr id="4" name="Slide Number Placeholder 3"/>
          <p:cNvSpPr>
            <a:spLocks noGrp="1"/>
          </p:cNvSpPr>
          <p:nvPr>
            <p:ph type="sldNum" sz="quarter" idx="10"/>
          </p:nvPr>
        </p:nvSpPr>
        <p:spPr/>
        <p:txBody>
          <a:bodyPr/>
          <a:lstStyle/>
          <a:p>
            <a:fld id="{EF956D5C-5EF9-4233-82C8-1D8C4F6E2EDC}"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3955267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To </a:t>
            </a:r>
            <a:r>
              <a:rPr lang="en-US" dirty="0" err="1" smtClean="0"/>
              <a:t>summarise</a:t>
            </a:r>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22</a:t>
            </a:fld>
            <a:endParaRPr lang="en-US"/>
          </a:p>
        </p:txBody>
      </p:sp>
    </p:spTree>
    <p:extLst>
      <p:ext uri="{BB962C8B-B14F-4D97-AF65-F5344CB8AC3E}">
        <p14:creationId xmlns:p14="http://schemas.microsoft.com/office/powerpoint/2010/main" val="2668651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noRot="1" noChangeAspect="1" noChangeArrowheads="1" noTextEdit="1"/>
          </p:cNvSpPr>
          <p:nvPr>
            <p:ph type="sldImg"/>
          </p:nvPr>
        </p:nvSpPr>
        <p:spPr bwMode="auto">
          <a:xfrm>
            <a:off x="441325" y="714375"/>
            <a:ext cx="6350000" cy="3571875"/>
          </a:xfrm>
          <a:noFill/>
          <a:ln>
            <a:solidFill>
              <a:srgbClr val="000000"/>
            </a:solidFill>
            <a:miter lim="800000"/>
            <a:headEnd/>
            <a:tailEnd/>
          </a:ln>
        </p:spPr>
      </p:sp>
      <p:sp>
        <p:nvSpPr>
          <p:cNvPr id="71683" name="Rectangle 3"/>
          <p:cNvSpPr>
            <a:spLocks noGrp="1" noChangeArrowheads="1"/>
          </p:cNvSpPr>
          <p:nvPr>
            <p:ph type="body" idx="1"/>
          </p:nvPr>
        </p:nvSpPr>
        <p:spPr>
          <a:ln/>
        </p:spPr>
        <p:txBody>
          <a:bodyPr>
            <a:normAutofit/>
          </a:bodyPr>
          <a:lstStyle/>
          <a:p>
            <a:pPr marL="0" marR="0" lvl="0" indent="0" algn="l" defTabSz="914377" rtl="0" eaLnBrk="1" fontAlgn="auto" latinLnBrk="0" hangingPunct="1">
              <a:lnSpc>
                <a:spcPct val="80000"/>
              </a:lnSpc>
              <a:spcBef>
                <a:spcPts val="0"/>
              </a:spcBef>
              <a:spcAft>
                <a:spcPts val="0"/>
              </a:spcAft>
              <a:buClrTx/>
              <a:buSzTx/>
              <a:buFontTx/>
              <a:buNone/>
              <a:tabLst/>
              <a:defRPr/>
            </a:pPr>
            <a:r>
              <a:rPr lang="en-US" sz="1100" dirty="0" smtClean="0">
                <a:solidFill>
                  <a:srgbClr val="212E35"/>
                </a:solidFill>
              </a:rPr>
              <a:t>Secure Content Management suite helps customers balance the requirements for collaboration and productivity with information security, privacy and compliance. </a:t>
            </a:r>
          </a:p>
          <a:p>
            <a:pPr marL="0" marR="0" lvl="0" indent="0" algn="l" defTabSz="914377" rtl="0" eaLnBrk="1" fontAlgn="auto" latinLnBrk="0" hangingPunct="1">
              <a:lnSpc>
                <a:spcPct val="80000"/>
              </a:lnSpc>
              <a:spcBef>
                <a:spcPts val="0"/>
              </a:spcBef>
              <a:spcAft>
                <a:spcPts val="0"/>
              </a:spcAft>
              <a:buClrTx/>
              <a:buSzTx/>
              <a:buFontTx/>
              <a:buNone/>
              <a:tabLst/>
              <a:defRPr/>
            </a:pPr>
            <a:endParaRPr lang="en-US" sz="1100" dirty="0" smtClean="0">
              <a:solidFill>
                <a:srgbClr val="212E35"/>
              </a:solidFill>
            </a:endParaRPr>
          </a:p>
          <a:p>
            <a:pPr marL="0" marR="0" lvl="0" indent="0" algn="l" defTabSz="914377" rtl="0" eaLnBrk="1" fontAlgn="auto" latinLnBrk="0" hangingPunct="1">
              <a:lnSpc>
                <a:spcPct val="80000"/>
              </a:lnSpc>
              <a:spcBef>
                <a:spcPts val="0"/>
              </a:spcBef>
              <a:spcAft>
                <a:spcPts val="0"/>
              </a:spcAft>
              <a:buClrTx/>
              <a:buSzTx/>
              <a:buFontTx/>
              <a:buNone/>
              <a:tabLst/>
              <a:defRPr/>
            </a:pPr>
            <a:r>
              <a:rPr lang="en-US" sz="1100" dirty="0" smtClean="0">
                <a:solidFill>
                  <a:srgbClr val="212E35"/>
                </a:solidFill>
              </a:rPr>
              <a:t>It helps customers </a:t>
            </a:r>
            <a:r>
              <a:rPr lang="en-US" sz="1100" dirty="0" smtClean="0"/>
              <a:t>identify,</a:t>
            </a:r>
            <a:r>
              <a:rPr lang="en-US" sz="1100" baseline="0" dirty="0" smtClean="0"/>
              <a:t> analyze and manage their business information from creation to disposal and helps organizations manage costs and risk whilst helping ensure compliance.</a:t>
            </a:r>
            <a:endParaRPr lang="en-US" sz="1100" dirty="0" smtClean="0">
              <a:solidFill>
                <a:srgbClr val="212E35"/>
              </a:solidFill>
            </a:endParaRPr>
          </a:p>
          <a:p>
            <a:pPr>
              <a:lnSpc>
                <a:spcPct val="80000"/>
              </a:lnSpc>
              <a:defRPr/>
            </a:pPr>
            <a:endParaRPr lang="en-US" sz="1100" dirty="0"/>
          </a:p>
        </p:txBody>
      </p:sp>
    </p:spTree>
    <p:extLst>
      <p:ext uri="{BB962C8B-B14F-4D97-AF65-F5344CB8AC3E}">
        <p14:creationId xmlns:p14="http://schemas.microsoft.com/office/powerpoint/2010/main" val="20588846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smtClean="0"/>
              <a:t>Now let’s complete a quick knowledge check</a:t>
            </a:r>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24</a:t>
            </a:fld>
            <a:endParaRPr lang="en-US"/>
          </a:p>
        </p:txBody>
      </p:sp>
    </p:spTree>
    <p:extLst>
      <p:ext uri="{BB962C8B-B14F-4D97-AF65-F5344CB8AC3E}">
        <p14:creationId xmlns:p14="http://schemas.microsoft.com/office/powerpoint/2010/main" val="519003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25</a:t>
            </a:fld>
            <a:endParaRPr lang="en-US"/>
          </a:p>
        </p:txBody>
      </p:sp>
    </p:spTree>
    <p:extLst>
      <p:ext uri="{BB962C8B-B14F-4D97-AF65-F5344CB8AC3E}">
        <p14:creationId xmlns:p14="http://schemas.microsoft.com/office/powerpoint/2010/main" val="3844644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8.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9.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417894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0">
              <a:schemeClr val="accent5">
                <a:lumMod val="100000"/>
              </a:schemeClr>
            </a:gs>
            <a:gs pos="37000">
              <a:schemeClr val="accent1"/>
            </a:gs>
            <a:gs pos="99000">
              <a:srgbClr val="0155EF"/>
            </a:gs>
          </a:gsLst>
          <a:lin ang="2700000" scaled="1"/>
          <a:tileRect/>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5000"/>
          </a:blip>
          <a:stretch>
            <a:fillRect/>
          </a:stretch>
        </p:blipFill>
        <p:spPr>
          <a:xfrm>
            <a:off x="-87780" y="0"/>
            <a:ext cx="11920244" cy="6858000"/>
          </a:xfrm>
          <a:prstGeom prst="rect">
            <a:avLst/>
          </a:prstGeom>
        </p:spPr>
      </p:pic>
      <p:sp>
        <p:nvSpPr>
          <p:cNvPr id="4" name="Rectangle 3"/>
          <p:cNvSpPr/>
          <p:nvPr userDrawn="1"/>
        </p:nvSpPr>
        <p:spPr>
          <a:xfrm>
            <a:off x="6097" y="0"/>
            <a:ext cx="12185904" cy="6858000"/>
          </a:xfrm>
          <a:prstGeom prst="rect">
            <a:avLst/>
          </a:prstGeom>
          <a:gradFill flip="none" rotWithShape="1">
            <a:gsLst>
              <a:gs pos="0">
                <a:schemeClr val="accent1">
                  <a:lumMod val="80000"/>
                  <a:lumOff val="20000"/>
                  <a:alpha val="34000"/>
                </a:schemeClr>
              </a:gs>
              <a:gs pos="100000">
                <a:schemeClr val="accent1">
                  <a:lumMod val="100000"/>
                  <a:alpha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w Subtitle">
    <p:bg>
      <p:bgPr>
        <a:gradFill flip="none" rotWithShape="1">
          <a:gsLst>
            <a:gs pos="0">
              <a:schemeClr val="accent5">
                <a:lumMod val="100000"/>
              </a:schemeClr>
            </a:gs>
            <a:gs pos="37000">
              <a:schemeClr val="accent1"/>
            </a:gs>
            <a:gs pos="99000">
              <a:srgbClr val="0155EF"/>
            </a:gs>
          </a:gsLst>
          <a:lin ang="2700000" scaled="1"/>
          <a:tileRect/>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5000"/>
          </a:blip>
          <a:stretch>
            <a:fillRect/>
          </a:stretch>
        </p:blipFill>
        <p:spPr>
          <a:xfrm>
            <a:off x="-87780" y="0"/>
            <a:ext cx="11920244" cy="6858000"/>
          </a:xfrm>
          <a:prstGeom prst="rect">
            <a:avLst/>
          </a:prstGeom>
        </p:spPr>
      </p:pic>
      <p:sp>
        <p:nvSpPr>
          <p:cNvPr id="4" name="Rectangle 3"/>
          <p:cNvSpPr/>
          <p:nvPr userDrawn="1"/>
        </p:nvSpPr>
        <p:spPr>
          <a:xfrm>
            <a:off x="6096" y="0"/>
            <a:ext cx="12204191" cy="6858000"/>
          </a:xfrm>
          <a:prstGeom prst="rect">
            <a:avLst/>
          </a:prstGeom>
          <a:gradFill flip="none" rotWithShape="1">
            <a:gsLst>
              <a:gs pos="0">
                <a:schemeClr val="accent1">
                  <a:lumMod val="80000"/>
                  <a:lumOff val="20000"/>
                  <a:alpha val="34000"/>
                </a:schemeClr>
              </a:gs>
              <a:gs pos="100000">
                <a:schemeClr val="accent1">
                  <a:lumMod val="100000"/>
                  <a:alpha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2446511"/>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
        <p:nvSpPr>
          <p:cNvPr id="3" name="Text Placeholder 2"/>
          <p:cNvSpPr>
            <a:spLocks noGrp="1"/>
          </p:cNvSpPr>
          <p:nvPr>
            <p:ph type="body" sz="quarter" idx="11"/>
          </p:nvPr>
        </p:nvSpPr>
        <p:spPr>
          <a:xfrm>
            <a:off x="950913" y="4411489"/>
            <a:ext cx="10314495" cy="512058"/>
          </a:xfrm>
        </p:spPr>
        <p:txBody>
          <a:bodyPr/>
          <a:lstStyle>
            <a:lvl1pPr marL="0" indent="0">
              <a:buNone/>
              <a:defRPr sz="3200">
                <a:solidFill>
                  <a:schemeClr val="bg1"/>
                </a:solidFill>
              </a:defRPr>
            </a:lvl1pPr>
          </a:lstStyle>
          <a:p>
            <a:pPr lvl="0"/>
            <a:r>
              <a:rPr lang="en-US"/>
              <a:t>Click to edit Master text styles</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Title Slide">
    <p:bg>
      <p:bgPr>
        <a:gradFill flip="none" rotWithShape="1">
          <a:gsLst>
            <a:gs pos="40000">
              <a:schemeClr val="accent1">
                <a:lumMod val="100000"/>
              </a:schemeClr>
            </a:gs>
            <a:gs pos="0">
              <a:schemeClr val="accent5"/>
            </a:gs>
            <a:gs pos="100000">
              <a:srgbClr val="0155EF"/>
            </a:gs>
          </a:gsLst>
          <a:lin ang="2700000" scaled="1"/>
          <a:tileRect/>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alphaModFix amt="5000"/>
          </a:blip>
          <a:stretch>
            <a:fillRect/>
          </a:stretch>
        </p:blipFill>
        <p:spPr>
          <a:xfrm>
            <a:off x="-87780" y="0"/>
            <a:ext cx="11916181" cy="6858001"/>
          </a:xfrm>
          <a:prstGeom prst="rect">
            <a:avLst/>
          </a:prstGeom>
        </p:spPr>
      </p:pic>
      <p:sp>
        <p:nvSpPr>
          <p:cNvPr id="26" name="Rectangle 25"/>
          <p:cNvSpPr/>
          <p:nvPr userDrawn="1"/>
        </p:nvSpPr>
        <p:spPr>
          <a:xfrm flipV="1">
            <a:off x="-12191" y="-1"/>
            <a:ext cx="12204191" cy="6858001"/>
          </a:xfrm>
          <a:prstGeom prst="rect">
            <a:avLst/>
          </a:prstGeom>
          <a:gradFill flip="none" rotWithShape="1">
            <a:gsLst>
              <a:gs pos="14000">
                <a:schemeClr val="accent1">
                  <a:lumMod val="80000"/>
                  <a:lumOff val="20000"/>
                  <a:alpha val="10000"/>
                </a:schemeClr>
              </a:gs>
              <a:gs pos="100000">
                <a:schemeClr val="accent1">
                  <a:lumMod val="100000"/>
                  <a:alpha val="5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41105"/>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2333175"/>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5176329"/>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Title Slide">
    <p:bg>
      <p:bgPr>
        <a:gradFill>
          <a:gsLst>
            <a:gs pos="0">
              <a:srgbClr val="1DBDFF"/>
            </a:gs>
            <a:gs pos="32000">
              <a:srgbClr val="1A8CFF"/>
            </a:gs>
            <a:gs pos="100000">
              <a:srgbClr val="752FB7"/>
            </a:gs>
          </a:gsLst>
          <a:lin ang="2700000" scaled="0"/>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alphaModFix amt="5000"/>
          </a:blip>
          <a:stretch>
            <a:fillRect/>
          </a:stretch>
        </p:blipFill>
        <p:spPr>
          <a:xfrm>
            <a:off x="-80465" y="0"/>
            <a:ext cx="11916181" cy="6858001"/>
          </a:xfrm>
          <a:prstGeom prst="rect">
            <a:avLst/>
          </a:prstGeom>
        </p:spPr>
      </p:pic>
      <p:sp>
        <p:nvSpPr>
          <p:cNvPr id="26" name="Rectangle 25"/>
          <p:cNvSpPr/>
          <p:nvPr userDrawn="1"/>
        </p:nvSpPr>
        <p:spPr>
          <a:xfrm flipV="1">
            <a:off x="-12191" y="-1"/>
            <a:ext cx="12204191" cy="6858001"/>
          </a:xfrm>
          <a:prstGeom prst="rect">
            <a:avLst/>
          </a:prstGeom>
          <a:gradFill flip="none" rotWithShape="1">
            <a:gsLst>
              <a:gs pos="14000">
                <a:schemeClr val="accent1">
                  <a:lumMod val="80000"/>
                  <a:lumOff val="20000"/>
                  <a:alpha val="10000"/>
                </a:schemeClr>
              </a:gs>
              <a:gs pos="100000">
                <a:schemeClr val="accent1">
                  <a:lumMod val="100000"/>
                  <a:alpha val="3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41105"/>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2333175"/>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5176329"/>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Title and Content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40529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INFOR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buSzPct val="80000"/>
              <a:defRPr sz="2000"/>
            </a:lvl1pPr>
            <a:lvl2pPr>
              <a:defRPr sz="1800"/>
            </a:lvl2pPr>
            <a:lvl3pPr>
              <a:defRPr sz="1600"/>
            </a:lvl3pPr>
            <a:lvl4pPr>
              <a:defRPr sz="1400"/>
            </a:lvl4pPr>
            <a:lvl5pPr>
              <a:defRPr sz="11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Forth level – avoid as too small </a:t>
            </a:r>
          </a:p>
        </p:txBody>
      </p:sp>
      <p:sp>
        <p:nvSpPr>
          <p:cNvPr id="5"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Placeholder 1"/>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Title and Content—INFORM</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240447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Autofit/>
          </a:bodyPr>
          <a:lstStyle>
            <a:lvl1pPr>
              <a:defRPr/>
            </a:lvl1pPr>
          </a:lstStyle>
          <a:p>
            <a:r>
              <a:rPr lang="en-US" dirty="0"/>
              <a:t>Content + Subtitle</a:t>
            </a:r>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ext Placeholder 2"/>
          <p:cNvSpPr>
            <a:spLocks noGrp="1"/>
          </p:cNvSpPr>
          <p:nvPr>
            <p:ph idx="1" hasCustomPrompt="1"/>
          </p:nvPr>
        </p:nvSpPr>
        <p:spPr>
          <a:xfrm>
            <a:off x="946786" y="1728000"/>
            <a:ext cx="10311765" cy="4452138"/>
          </a:xfrm>
          <a:prstGeom prst="rect">
            <a:avLst/>
          </a:prstGeom>
        </p:spPr>
        <p:txBody>
          <a:bodyPr vert="horz" lIns="0" tIns="45720" rIns="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000816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Subtitle—INFOR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rmAutofit/>
          </a:bodyPr>
          <a:lstStyle>
            <a:lvl1pPr>
              <a:buSzPct val="80000"/>
              <a:defRPr sz="2000"/>
            </a:lvl1pPr>
            <a:lvl2pPr>
              <a:defRPr sz="1800"/>
            </a:lvl2pPr>
            <a:lvl3pPr>
              <a:defRPr sz="1600"/>
            </a:lvl3pPr>
            <a:lvl4pPr>
              <a:defRPr sz="1400"/>
            </a:lvl4pPr>
            <a:lvl5pPr>
              <a:defRPr sz="11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Forth level – avoid as too small </a:t>
            </a:r>
          </a:p>
        </p:txBody>
      </p:sp>
      <p:sp>
        <p:nvSpPr>
          <p:cNvPr id="5"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1"/>
          <p:cNvSpPr>
            <a:spLocks noGrp="1"/>
          </p:cNvSpPr>
          <p:nvPr>
            <p:ph type="title" hasCustomPrompt="1"/>
          </p:nvPr>
        </p:nvSpPr>
        <p:spPr>
          <a:xfrm>
            <a:off x="946786" y="429275"/>
            <a:ext cx="10311765" cy="657844"/>
          </a:xfrm>
        </p:spPr>
        <p:txBody>
          <a:bodyPr>
            <a:normAutofit/>
          </a:bodyPr>
          <a:lstStyle>
            <a:lvl1pPr>
              <a:defRPr/>
            </a:lvl1pPr>
          </a:lstStyle>
          <a:p>
            <a:r>
              <a:rPr lang="en-US" dirty="0"/>
              <a:t>Content + Subtitle—INFORM</a:t>
            </a:r>
          </a:p>
        </p:txBody>
      </p:sp>
      <p:sp>
        <p:nvSpPr>
          <p:cNvPr id="8"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02981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6" name="Title Placeholder"/>
          <p:cNvSpPr>
            <a:spLocks noGrp="1"/>
          </p:cNvSpPr>
          <p:nvPr>
            <p:ph type="title" hasCustomPrompt="1"/>
          </p:nvPr>
        </p:nvSpPr>
        <p:spPr>
          <a:xfrm>
            <a:off x="946786" y="429768"/>
            <a:ext cx="10311765" cy="1080000"/>
          </a:xfrm>
          <a:prstGeom prst="rect">
            <a:avLst/>
          </a:prstGeom>
        </p:spPr>
        <p:txBody>
          <a:bodyPr vert="horz" lIns="0" tIns="45720" rIns="91440" bIns="45720" rtlCol="0" anchor="t">
            <a:noAutofit/>
          </a:bodyPr>
          <a:lstStyle/>
          <a:p>
            <a:r>
              <a:rPr lang="en-US" dirty="0"/>
              <a:t>Title Only</a:t>
            </a:r>
          </a:p>
        </p:txBody>
      </p:sp>
      <p:sp>
        <p:nvSpPr>
          <p:cNvPr id="7"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25104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6" name="Title 1"/>
          <p:cNvSpPr>
            <a:spLocks noGrp="1"/>
          </p:cNvSpPr>
          <p:nvPr>
            <p:ph type="title" hasCustomPrompt="1"/>
          </p:nvPr>
        </p:nvSpPr>
        <p:spPr>
          <a:xfrm>
            <a:off x="946786" y="429275"/>
            <a:ext cx="10311765" cy="657844"/>
          </a:xfrm>
        </p:spPr>
        <p:txBody>
          <a:bodyPr>
            <a:noAutofit/>
          </a:bodyPr>
          <a:lstStyle>
            <a:lvl1pPr>
              <a:defRPr/>
            </a:lvl1pPr>
          </a:lstStyle>
          <a:p>
            <a:r>
              <a:rPr lang="en-US" dirty="0"/>
              <a:t>Title + Subtitle Only </a:t>
            </a:r>
          </a:p>
        </p:txBody>
      </p:sp>
      <p:sp>
        <p:nvSpPr>
          <p:cNvPr id="7" name="subtitle"/>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61191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5"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923857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INFORM">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50976"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4" name="Content Placeholder 3"/>
          <p:cNvSpPr>
            <a:spLocks noGrp="1"/>
          </p:cNvSpPr>
          <p:nvPr>
            <p:ph sz="half" idx="2" hasCustomPrompt="1"/>
          </p:nvPr>
        </p:nvSpPr>
        <p:spPr>
          <a:xfrm>
            <a:off x="6229350"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itle Placeholder"/>
          <p:cNvSpPr>
            <a:spLocks noGrp="1"/>
          </p:cNvSpPr>
          <p:nvPr>
            <p:ph type="title" hasCustomPrompt="1"/>
          </p:nvPr>
        </p:nvSpPr>
        <p:spPr>
          <a:xfrm>
            <a:off x="946786" y="429768"/>
            <a:ext cx="10311765" cy="1080000"/>
          </a:xfrm>
          <a:prstGeom prst="rect">
            <a:avLst/>
          </a:prstGeom>
        </p:spPr>
        <p:txBody>
          <a:bodyPr vert="horz" lIns="0" tIns="45720" rIns="91440" bIns="45720" rtlCol="0" anchor="t">
            <a:noAutofit/>
          </a:bodyPr>
          <a:lstStyle>
            <a:lvl1pPr>
              <a:defRPr baseline="0"/>
            </a:lvl1pPr>
          </a:lstStyle>
          <a:p>
            <a:r>
              <a:rPr lang="en-US" dirty="0"/>
              <a:t>Two Columns—INFORM</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7687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 Subtitle—INFORM">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50976"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4" name="Content Placeholder 3"/>
          <p:cNvSpPr>
            <a:spLocks noGrp="1"/>
          </p:cNvSpPr>
          <p:nvPr>
            <p:ph sz="half" idx="2" hasCustomPrompt="1"/>
          </p:nvPr>
        </p:nvSpPr>
        <p:spPr>
          <a:xfrm>
            <a:off x="6229350"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Two Column with Subtitle—INFORM</a:t>
            </a:r>
          </a:p>
        </p:txBody>
      </p:sp>
      <p:sp>
        <p:nvSpPr>
          <p:cNvPr id="9"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99489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w Headings—INFORM">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0"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Two Columns with Headings—INFORM</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71803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s, Subtitle and Headings—INFORM">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Two Column with Subtitle and Headings—INFORM</a:t>
            </a:r>
          </a:p>
        </p:txBody>
      </p:sp>
      <p:sp>
        <p:nvSpPr>
          <p:cNvPr id="11"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0" name="Footer Placeholder"/>
          <p:cNvSpPr>
            <a:spLocks noGrp="1"/>
          </p:cNvSpPr>
          <p:nvPr>
            <p:ph type="ftr" sz="quarter" idx="14"/>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498061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1736725"/>
            <a:ext cx="3268376" cy="4440239"/>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1736725"/>
            <a:ext cx="3229804"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1736725"/>
            <a:ext cx="3367536"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a:lvl1pPr>
          </a:lstStyle>
          <a:p>
            <a:r>
              <a:rPr lang="en-US" dirty="0"/>
              <a:t>Three Column—INFORM</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17334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s, Subtitle—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1736725"/>
            <a:ext cx="3268376" cy="4440239"/>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1736725"/>
            <a:ext cx="3229804"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1736725"/>
            <a:ext cx="3367536"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Three Column with Subtitle—INFORM</a:t>
            </a:r>
          </a:p>
        </p:txBody>
      </p:sp>
      <p:sp>
        <p:nvSpPr>
          <p:cNvPr id="12" name="Text Placeholder 8"/>
          <p:cNvSpPr>
            <a:spLocks noGrp="1"/>
          </p:cNvSpPr>
          <p:nvPr>
            <p:ph type="body" sz="quarter" idx="13" hasCustomPrompt="1"/>
          </p:nvPr>
        </p:nvSpPr>
        <p:spPr>
          <a:xfrm>
            <a:off x="950976" y="1087119"/>
            <a:ext cx="1030757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82333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s w Heading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2205038"/>
            <a:ext cx="3268376" cy="3971926"/>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2205038"/>
            <a:ext cx="3229804"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2205038"/>
            <a:ext cx="3367536"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ext Placeholder 2"/>
          <p:cNvSpPr>
            <a:spLocks noGrp="1"/>
          </p:cNvSpPr>
          <p:nvPr>
            <p:ph type="body" idx="11" hasCustomPrompt="1"/>
          </p:nvPr>
        </p:nvSpPr>
        <p:spPr>
          <a:xfrm>
            <a:off x="946785" y="1736725"/>
            <a:ext cx="326837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2" name="Text Placeholder 2"/>
          <p:cNvSpPr>
            <a:spLocks noGrp="1"/>
          </p:cNvSpPr>
          <p:nvPr>
            <p:ph type="body" idx="12" hasCustomPrompt="1"/>
          </p:nvPr>
        </p:nvSpPr>
        <p:spPr>
          <a:xfrm>
            <a:off x="4427035" y="1736724"/>
            <a:ext cx="3229804"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3" name="Text Placeholder 2"/>
          <p:cNvSpPr>
            <a:spLocks noGrp="1"/>
          </p:cNvSpPr>
          <p:nvPr>
            <p:ph type="body" idx="13" hasCustomPrompt="1"/>
          </p:nvPr>
        </p:nvSpPr>
        <p:spPr>
          <a:xfrm>
            <a:off x="7868712" y="1736725"/>
            <a:ext cx="336753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4"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Three Column with Headings—INFORM</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70926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s, Subtitle and Heading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2205038"/>
            <a:ext cx="3268376" cy="3971926"/>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2205038"/>
            <a:ext cx="3229804"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2205038"/>
            <a:ext cx="3367536"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ext Placeholder 2"/>
          <p:cNvSpPr>
            <a:spLocks noGrp="1"/>
          </p:cNvSpPr>
          <p:nvPr>
            <p:ph type="body" idx="11" hasCustomPrompt="1"/>
          </p:nvPr>
        </p:nvSpPr>
        <p:spPr>
          <a:xfrm>
            <a:off x="946785" y="1736725"/>
            <a:ext cx="326837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2" name="Text Placeholder 2"/>
          <p:cNvSpPr>
            <a:spLocks noGrp="1"/>
          </p:cNvSpPr>
          <p:nvPr>
            <p:ph type="body" idx="12" hasCustomPrompt="1"/>
          </p:nvPr>
        </p:nvSpPr>
        <p:spPr>
          <a:xfrm>
            <a:off x="4427035" y="1736724"/>
            <a:ext cx="3229804"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3" name="Text Placeholder 2"/>
          <p:cNvSpPr>
            <a:spLocks noGrp="1"/>
          </p:cNvSpPr>
          <p:nvPr>
            <p:ph type="body" idx="13" hasCustomPrompt="1"/>
          </p:nvPr>
        </p:nvSpPr>
        <p:spPr>
          <a:xfrm>
            <a:off x="7868712" y="1736725"/>
            <a:ext cx="336753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0"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Three Column with Subtitle and Headings—INFORM</a:t>
            </a:r>
          </a:p>
        </p:txBody>
      </p:sp>
      <p:sp>
        <p:nvSpPr>
          <p:cNvPr id="15" name="Text Placeholder 8"/>
          <p:cNvSpPr>
            <a:spLocks noGrp="1"/>
          </p:cNvSpPr>
          <p:nvPr>
            <p:ph type="body" sz="quarter" idx="14" hasCustomPrompt="1"/>
          </p:nvPr>
        </p:nvSpPr>
        <p:spPr>
          <a:xfrm>
            <a:off x="950976" y="1087119"/>
            <a:ext cx="1030757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4"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844702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lstStyle>
            <a:lvl1pPr marL="0" indent="0">
              <a:spcAft>
                <a:spcPts val="600"/>
              </a:spcAft>
              <a:buFont typeface="Wingdings" panose="05000000000000000000" pitchFamily="2" charset="2"/>
              <a:buNone/>
              <a:defRPr sz="2400"/>
            </a:lvl1pPr>
            <a:lvl2pPr marL="346075" indent="0">
              <a:spcAft>
                <a:spcPts val="600"/>
              </a:spcAft>
              <a:buNone/>
              <a:defRPr sz="1800"/>
            </a:lvl2pPr>
            <a:lvl3pPr marL="574675" indent="0">
              <a:spcAft>
                <a:spcPts val="600"/>
              </a:spcAft>
              <a:buNone/>
              <a:defRPr sz="1600"/>
            </a:lvl3pPr>
            <a:lvl4pPr marL="744538" indent="0">
              <a:spcAft>
                <a:spcPts val="600"/>
              </a:spcAft>
              <a:buNone/>
              <a:defRPr sz="1600"/>
            </a:lvl4pPr>
            <a:lvl5pPr marL="922337" indent="0">
              <a:spcAft>
                <a:spcPts val="600"/>
              </a:spcAft>
              <a:buNone/>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Image Left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98950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Left with bullets">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lstStyle>
            <a:lvl1pPr marL="342900" indent="-342900">
              <a:spcAft>
                <a:spcPts val="600"/>
              </a:spcAft>
              <a:buFont typeface="Wingdings" panose="05000000000000000000" pitchFamily="2" charset="2"/>
              <a:buChar char="§"/>
              <a:defRPr sz="2400"/>
            </a:lvl1pPr>
            <a:lvl2pPr>
              <a:spcAft>
                <a:spcPts val="600"/>
              </a:spcAft>
              <a:defRPr sz="1800"/>
            </a:lvl2pPr>
            <a:lvl3pPr>
              <a:spcAft>
                <a:spcPts val="600"/>
              </a:spcAft>
              <a:defRPr sz="1600"/>
            </a:lvl3pPr>
            <a:lvl4pPr>
              <a:spcAft>
                <a:spcPts val="600"/>
              </a:spcAft>
              <a:defRPr sz="1600"/>
            </a:lvl4pPr>
            <a:lvl5pPr>
              <a:spcAft>
                <a:spcPts val="600"/>
              </a:spcAft>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Image Left with Bullets</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03125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Left with Bullets—INFORM">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noAutofit/>
          </a:bodyPr>
          <a:lstStyle>
            <a:lvl1pPr marL="342900" indent="-342900">
              <a:spcAft>
                <a:spcPts val="600"/>
              </a:spcAft>
              <a:buFont typeface="Wingdings" panose="05000000000000000000" pitchFamily="2" charset="2"/>
              <a:buChar char="§"/>
              <a:defRPr sz="2000"/>
            </a:lvl1pPr>
            <a:lvl2pPr>
              <a:spcAft>
                <a:spcPts val="600"/>
              </a:spcAft>
              <a:defRPr sz="1800"/>
            </a:lvl2pPr>
            <a:lvl3pPr>
              <a:spcAft>
                <a:spcPts val="600"/>
              </a:spcAft>
              <a:defRPr sz="1600"/>
            </a:lvl3pPr>
            <a:lvl4pPr>
              <a:spcAft>
                <a:spcPts val="600"/>
              </a:spcAft>
              <a:defRPr sz="1400"/>
            </a:lvl4pPr>
            <a:lvl5pPr>
              <a:spcAft>
                <a:spcPts val="600"/>
              </a:spcAft>
              <a:defRPr sz="14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p>
            <a:r>
              <a:rPr lang="en-US" dirty="0"/>
              <a:t>Image Left with Bullets—INFORM</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34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Right">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baseline="0"/>
            </a:lvl1pPr>
          </a:lstStyle>
          <a:p>
            <a:r>
              <a:rPr lang="en-US" dirty="0"/>
              <a:t>Image Right</a:t>
            </a:r>
          </a:p>
        </p:txBody>
      </p:sp>
      <p:sp>
        <p:nvSpPr>
          <p:cNvPr id="9" name="Content Placeholder 8"/>
          <p:cNvSpPr>
            <a:spLocks noGrp="1"/>
          </p:cNvSpPr>
          <p:nvPr>
            <p:ph sz="quarter" idx="14" hasCustomPrompt="1"/>
          </p:nvPr>
        </p:nvSpPr>
        <p:spPr>
          <a:xfrm>
            <a:off x="946786" y="1736725"/>
            <a:ext cx="3955414" cy="4443413"/>
          </a:xfrm>
        </p:spPr>
        <p:txBody>
          <a:bodyPr/>
          <a:lstStyle>
            <a:lvl1pPr marL="0" indent="0">
              <a:spcAft>
                <a:spcPts val="1200"/>
              </a:spcAft>
              <a:buNone/>
              <a:defRPr sz="2400"/>
            </a:lvl1pPr>
            <a:lvl2pPr marL="346075" indent="0">
              <a:spcAft>
                <a:spcPts val="1200"/>
              </a:spcAft>
              <a:buNone/>
              <a:defRPr sz="1800"/>
            </a:lvl2pPr>
            <a:lvl3pPr marL="574675" indent="0">
              <a:spcAft>
                <a:spcPts val="1200"/>
              </a:spcAft>
              <a:buNone/>
              <a:defRPr sz="1600"/>
            </a:lvl3pPr>
            <a:lvl4pPr marL="744538" indent="0">
              <a:spcAft>
                <a:spcPts val="1200"/>
              </a:spcAft>
              <a:buNone/>
              <a:defRPr sz="1600"/>
            </a:lvl4pPr>
            <a:lvl5pPr marL="922337" indent="0">
              <a:spcAft>
                <a:spcPts val="1200"/>
              </a:spcAft>
              <a:buNone/>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5189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Right with Bullets">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a:lvl1pPr>
          </a:lstStyle>
          <a:p>
            <a:r>
              <a:rPr lang="en-US" dirty="0"/>
              <a:t>Image Right with Bullets</a:t>
            </a:r>
          </a:p>
        </p:txBody>
      </p:sp>
      <p:sp>
        <p:nvSpPr>
          <p:cNvPr id="9" name="Content Placeholder 8"/>
          <p:cNvSpPr>
            <a:spLocks noGrp="1"/>
          </p:cNvSpPr>
          <p:nvPr>
            <p:ph sz="quarter" idx="14" hasCustomPrompt="1"/>
          </p:nvPr>
        </p:nvSpPr>
        <p:spPr>
          <a:xfrm>
            <a:off x="946786" y="1736725"/>
            <a:ext cx="3955414" cy="4443413"/>
          </a:xfrm>
        </p:spPr>
        <p:txBody>
          <a:bodyPr/>
          <a:lstStyle>
            <a:lvl1pPr>
              <a:spcAft>
                <a:spcPts val="1200"/>
              </a:spcAft>
              <a:defRPr sz="2400"/>
            </a:lvl1pPr>
            <a:lvl2pPr>
              <a:spcAft>
                <a:spcPts val="1200"/>
              </a:spcAft>
              <a:defRPr sz="1800"/>
            </a:lvl2pPr>
            <a:lvl3pPr>
              <a:spcAft>
                <a:spcPts val="1200"/>
              </a:spcAft>
              <a:defRPr sz="1600"/>
            </a:lvl3pPr>
            <a:lvl4pPr>
              <a:spcAft>
                <a:spcPts val="1200"/>
              </a:spcAft>
              <a:defRPr sz="1600"/>
            </a:lvl4pPr>
            <a:lvl5pPr>
              <a:spcAft>
                <a:spcPts val="1200"/>
              </a:spcAft>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Tree>
    <p:extLst>
      <p:ext uri="{BB962C8B-B14F-4D97-AF65-F5344CB8AC3E}">
        <p14:creationId xmlns:p14="http://schemas.microsoft.com/office/powerpoint/2010/main" val="238361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 Right with Bullets—INFORM ">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a:lvl1pPr>
          </a:lstStyle>
          <a:p>
            <a:r>
              <a:rPr lang="en-US" dirty="0"/>
              <a:t>Image Right with Bullets—INFORM</a:t>
            </a:r>
          </a:p>
        </p:txBody>
      </p:sp>
      <p:sp>
        <p:nvSpPr>
          <p:cNvPr id="9" name="Content Placeholder 8"/>
          <p:cNvSpPr>
            <a:spLocks noGrp="1"/>
          </p:cNvSpPr>
          <p:nvPr>
            <p:ph sz="quarter" idx="14" hasCustomPrompt="1"/>
          </p:nvPr>
        </p:nvSpPr>
        <p:spPr>
          <a:xfrm>
            <a:off x="946786" y="1736725"/>
            <a:ext cx="3955414" cy="4443413"/>
          </a:xfrm>
        </p:spPr>
        <p:txBody>
          <a:bodyPr/>
          <a:lstStyle>
            <a:lvl1pPr>
              <a:spcAft>
                <a:spcPts val="1200"/>
              </a:spcAft>
              <a:defRPr sz="2000"/>
            </a:lvl1pPr>
            <a:lvl2pPr>
              <a:spcAft>
                <a:spcPts val="1200"/>
              </a:spcAft>
              <a:defRPr sz="1800"/>
            </a:lvl2pPr>
            <a:lvl3pPr>
              <a:spcAft>
                <a:spcPts val="1200"/>
              </a:spcAft>
              <a:defRPr sz="1600"/>
            </a:lvl3pPr>
            <a:lvl4pPr>
              <a:spcAft>
                <a:spcPts val="1200"/>
              </a:spcAft>
              <a:defRPr sz="1400"/>
            </a:lvl4pPr>
            <a:lvl5pPr>
              <a:spcAft>
                <a:spcPts val="1200"/>
              </a:spcAft>
              <a:defRPr sz="14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090691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alf-Screen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47750" y="1987091"/>
            <a:ext cx="4383499" cy="3936380"/>
          </a:xfrm>
        </p:spPr>
        <p:txBody>
          <a:bodyPr/>
          <a:lstStyle>
            <a:lvl1pPr>
              <a:defRPr baseline="0"/>
            </a:lvl1pPr>
          </a:lstStyle>
          <a:p>
            <a:r>
              <a:rPr lang="en-US" dirty="0"/>
              <a:t>Half Screen Image Right 36 </a:t>
            </a:r>
            <a:r>
              <a:rPr lang="en-US" dirty="0" err="1"/>
              <a:t>pt</a:t>
            </a:r>
            <a:endParaRPr lang="en-US" dirty="0"/>
          </a:p>
        </p:txBody>
      </p:sp>
      <p:sp>
        <p:nvSpPr>
          <p:cNvPr id="4" name="Picture Placeholder 2"/>
          <p:cNvSpPr>
            <a:spLocks noGrp="1"/>
          </p:cNvSpPr>
          <p:nvPr>
            <p:ph type="pic" idx="11"/>
          </p:nvPr>
        </p:nvSpPr>
        <p:spPr bwMode="ltGray">
          <a:xfrm>
            <a:off x="6191251" y="1"/>
            <a:ext cx="6000750" cy="6857999"/>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Tree>
    <p:extLst>
      <p:ext uri="{BB962C8B-B14F-4D97-AF65-F5344CB8AC3E}">
        <p14:creationId xmlns:p14="http://schemas.microsoft.com/office/powerpoint/2010/main" val="254446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alf-Screen 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69250" y="1951465"/>
            <a:ext cx="4383499" cy="3936380"/>
          </a:xfrm>
        </p:spPr>
        <p:txBody>
          <a:bodyPr/>
          <a:lstStyle>
            <a:lvl1pPr>
              <a:defRPr/>
            </a:lvl1pPr>
          </a:lstStyle>
          <a:p>
            <a:r>
              <a:rPr lang="en-US" dirty="0"/>
              <a:t>Half Screen Image </a:t>
            </a:r>
            <a:br>
              <a:rPr lang="en-US" dirty="0"/>
            </a:br>
            <a:r>
              <a:rPr lang="en-US" dirty="0"/>
              <a:t>Left 36 </a:t>
            </a:r>
            <a:r>
              <a:rPr lang="en-US" dirty="0" err="1"/>
              <a:t>pt</a:t>
            </a:r>
            <a:endParaRPr lang="en-US" dirty="0"/>
          </a:p>
        </p:txBody>
      </p:sp>
      <p:sp>
        <p:nvSpPr>
          <p:cNvPr id="4" name="Picture Placeholder 2"/>
          <p:cNvSpPr>
            <a:spLocks noGrp="1"/>
          </p:cNvSpPr>
          <p:nvPr>
            <p:ph type="pic" idx="11"/>
          </p:nvPr>
        </p:nvSpPr>
        <p:spPr bwMode="ltGray">
          <a:xfrm>
            <a:off x="1" y="1"/>
            <a:ext cx="6000752" cy="6857999"/>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Tree>
    <p:extLst>
      <p:ext uri="{BB962C8B-B14F-4D97-AF65-F5344CB8AC3E}">
        <p14:creationId xmlns:p14="http://schemas.microsoft.com/office/powerpoint/2010/main" val="16878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screen  Image">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a:t>Click icon to add picture</a:t>
            </a:r>
            <a:endParaRPr lang="en-US" dirty="0"/>
          </a:p>
        </p:txBody>
      </p:sp>
      <p:sp>
        <p:nvSpPr>
          <p:cNvPr id="3" name="Rectangle 2"/>
          <p:cNvSpPr/>
          <p:nvPr userDrawn="1"/>
        </p:nvSpPr>
        <p:spPr>
          <a:xfrm>
            <a:off x="1041400" y="0"/>
            <a:ext cx="18034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764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rotWithShape="1">
          <a:blip r:embed="rId2">
            <a:alphaModFix amt="5000"/>
            <a:extLst/>
          </a:blip>
          <a:srcRect l="840" r="-840"/>
          <a:stretch/>
        </p:blipFill>
        <p:spPr>
          <a:xfrm>
            <a:off x="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dirty="0"/>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78517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2_Section Break w Mark">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grpSp>
        <p:nvGrpSpPr>
          <p:cNvPr id="13" name="Group 12"/>
          <p:cNvGrpSpPr/>
          <p:nvPr/>
        </p:nvGrpSpPr>
        <p:grpSpPr>
          <a:xfrm>
            <a:off x="943753" y="4240362"/>
            <a:ext cx="869950" cy="869950"/>
            <a:chOff x="3513138" y="642938"/>
            <a:chExt cx="869950" cy="869950"/>
          </a:xfrm>
          <a:solidFill>
            <a:schemeClr val="bg1"/>
          </a:solidFill>
        </p:grpSpPr>
        <p:sp>
          <p:nvSpPr>
            <p:cNvPr id="14" name="Freeform 13"/>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10" name="Freeform 9"/>
          <p:cNvSpPr>
            <a:spLocks/>
          </p:cNvSpPr>
          <p:nvPr/>
        </p:nvSpPr>
        <p:spPr bwMode="auto">
          <a:xfrm>
            <a:off x="943753" y="4408637"/>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userDrawn="1"/>
        </p:nvSpPr>
        <p:spPr bwMode="auto">
          <a:xfrm>
            <a:off x="943753" y="4408637"/>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23385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_Section Break w Mark">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4_Section Break w Mark">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3250134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5_Section Break w Mark">
    <p:bg>
      <p:bgPr>
        <a:gradFill>
          <a:gsLst>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9" name="Group 18"/>
          <p:cNvGrpSpPr/>
          <p:nvPr userDrawn="1"/>
        </p:nvGrpSpPr>
        <p:grpSpPr>
          <a:xfrm>
            <a:off x="956453" y="4240362"/>
            <a:ext cx="869950" cy="869950"/>
            <a:chOff x="3513138" y="642938"/>
            <a:chExt cx="869950" cy="869950"/>
          </a:xfrm>
          <a:solidFill>
            <a:schemeClr val="bg1"/>
          </a:solidFill>
        </p:grpSpPr>
        <p:sp>
          <p:nvSpPr>
            <p:cNvPr id="20" name="Freeform 19"/>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11558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6_Section Break w Mark">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7_Section Break w Mark">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Section Break w Numbers">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grpSp>
        <p:nvGrpSpPr>
          <p:cNvPr id="18" name="Group 17"/>
          <p:cNvGrpSpPr/>
          <p:nvPr userDrawn="1"/>
        </p:nvGrpSpPr>
        <p:grpSpPr>
          <a:xfrm>
            <a:off x="941823" y="4240362"/>
            <a:ext cx="869950" cy="869950"/>
            <a:chOff x="3513138" y="642938"/>
            <a:chExt cx="869950" cy="869950"/>
          </a:xfrm>
          <a:solidFill>
            <a:schemeClr val="bg1">
              <a:alpha val="5000"/>
            </a:schemeClr>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10"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Section Break w Numbers">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grpSp>
        <p:nvGrpSpPr>
          <p:cNvPr id="13" name="Group 12"/>
          <p:cNvGrpSpPr/>
          <p:nvPr/>
        </p:nvGrpSpPr>
        <p:grpSpPr>
          <a:xfrm>
            <a:off x="943753" y="4240362"/>
            <a:ext cx="869950" cy="869950"/>
            <a:chOff x="3513138" y="642938"/>
            <a:chExt cx="869950" cy="869950"/>
          </a:xfrm>
          <a:solidFill>
            <a:schemeClr val="bg1">
              <a:alpha val="5000"/>
            </a:schemeClr>
          </a:solidFill>
        </p:grpSpPr>
        <p:sp>
          <p:nvSpPr>
            <p:cNvPr id="14" name="Freeform 13"/>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16"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Section Break w Numbers">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3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Section Break w Numbers">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3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5_Section Break w Numbers">
    <p:bg>
      <p:bgPr>
        <a:gradFill>
          <a:gsLst>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9" name="Group 18"/>
          <p:cNvGrpSpPr/>
          <p:nvPr userDrawn="1"/>
        </p:nvGrpSpPr>
        <p:grpSpPr>
          <a:xfrm>
            <a:off x="956453" y="4240362"/>
            <a:ext cx="869950" cy="869950"/>
            <a:chOff x="3513138" y="642938"/>
            <a:chExt cx="869950" cy="869950"/>
          </a:xfrm>
          <a:solidFill>
            <a:schemeClr val="bg1">
              <a:alpha val="5000"/>
            </a:schemeClr>
          </a:solidFill>
        </p:grpSpPr>
        <p:sp>
          <p:nvSpPr>
            <p:cNvPr id="20" name="Freeform 19"/>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6_Section Break w Numbers">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5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7_Section Break w Numbers">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5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Blank Color">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Blank Color">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_Blank Color">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Blank Color">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5_Blank Color">
    <p:bg>
      <p:bgPr>
        <a:gradFill>
          <a:gsLst>
            <a:gs pos="23000">
              <a:srgbClr val="B81592"/>
            </a:gs>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6_Blank Color">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7_Blank_Color">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Blank_Gray">
    <p:bg>
      <p:bgPr>
        <a:gradFill>
          <a:gsLst>
            <a:gs pos="0">
              <a:schemeClr val="bg2">
                <a:lumMod val="95000"/>
                <a:lumOff val="5000"/>
              </a:schemeClr>
            </a:gs>
            <a:gs pos="100000">
              <a:schemeClr val="bg2"/>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Logo Slide">
    <p:bg>
      <p:bgPr>
        <a:gradFill flip="none" rotWithShape="1">
          <a:gsLst>
            <a:gs pos="0">
              <a:schemeClr val="accent5"/>
            </a:gs>
            <a:gs pos="47000">
              <a:schemeClr val="accent1">
                <a:lumMod val="90000"/>
                <a:lumOff val="10000"/>
              </a:schemeClr>
            </a:gs>
            <a:gs pos="100000">
              <a:schemeClr val="accent3"/>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6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4099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39163341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3351313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339961734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6408194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w Separate Subhead">
    <p:spTree>
      <p:nvGrpSpPr>
        <p:cNvPr id="1" name=""/>
        <p:cNvGrpSpPr/>
        <p:nvPr/>
      </p:nvGrpSpPr>
      <p:grpSpPr>
        <a:xfrm>
          <a:off x="0" y="0"/>
          <a:ext cx="0" cy="0"/>
          <a:chOff x="0" y="0"/>
          <a:chExt cx="0" cy="0"/>
        </a:xfrm>
      </p:grpSpPr>
      <p:sp>
        <p:nvSpPr>
          <p:cNvPr id="2" name="Title 1"/>
          <p:cNvSpPr>
            <a:spLocks noGrp="1"/>
          </p:cNvSpPr>
          <p:nvPr>
            <p:ph type="title"/>
          </p:nvPr>
        </p:nvSpPr>
        <p:spPr>
          <a:xfrm>
            <a:off x="946785" y="429272"/>
            <a:ext cx="10311765" cy="1076223"/>
          </a:xfrm>
        </p:spPr>
        <p:txBody>
          <a:bodyPr/>
          <a:lstStyle/>
          <a:p>
            <a:r>
              <a:rPr lang="en-US" smtClean="0"/>
              <a:t>Click to edit Master title style</a:t>
            </a:r>
            <a:endParaRPr lang="en-US" dirty="0"/>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5" name="Text Placeholder 8"/>
          <p:cNvSpPr>
            <a:spLocks noGrp="1"/>
          </p:cNvSpPr>
          <p:nvPr>
            <p:ph type="body" sz="quarter" idx="13" hasCustomPrompt="1"/>
          </p:nvPr>
        </p:nvSpPr>
        <p:spPr>
          <a:xfrm>
            <a:off x="946785" y="967383"/>
            <a:ext cx="10311765" cy="538112"/>
          </a:xfrm>
        </p:spPr>
        <p:txBody>
          <a:bodyPr anchor="t">
            <a:normAutofit/>
          </a:bodyPr>
          <a:lstStyle>
            <a:lvl1pPr marL="0" indent="0">
              <a:lnSpc>
                <a:spcPct val="90000"/>
              </a:lnSpc>
              <a:spcBef>
                <a:spcPts val="0"/>
              </a:spcBef>
              <a:buNone/>
              <a:defRPr lang="en-US" sz="2000" b="0" kern="1200" baseline="0" smtClean="0">
                <a:solidFill>
                  <a:schemeClr val="tx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(20pt)</a:t>
            </a:r>
          </a:p>
        </p:txBody>
      </p:sp>
      <p:sp>
        <p:nvSpPr>
          <p:cNvPr id="6" name="Content Placeholder 2"/>
          <p:cNvSpPr>
            <a:spLocks noGrp="1"/>
          </p:cNvSpPr>
          <p:nvPr>
            <p:ph idx="1"/>
          </p:nvPr>
        </p:nvSpPr>
        <p:spPr>
          <a:xfrm>
            <a:off x="946785" y="2043605"/>
            <a:ext cx="10311765" cy="413335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7802741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w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946150" y="2497873"/>
            <a:ext cx="10312400" cy="36790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13" hasCustomPrompt="1"/>
          </p:nvPr>
        </p:nvSpPr>
        <p:spPr>
          <a:xfrm>
            <a:off x="946150" y="1993265"/>
            <a:ext cx="10312400" cy="384175"/>
          </a:xfrm>
        </p:spPr>
        <p:txBody>
          <a:bodyPr/>
          <a:lstStyle>
            <a:lvl1pPr marL="0" indent="0">
              <a:buNone/>
              <a:defRPr b="1"/>
            </a:lvl1pPr>
            <a:lvl2pPr marL="228600" indent="0">
              <a:buNone/>
              <a:defRPr b="1"/>
            </a:lvl2pPr>
            <a:lvl3pPr marL="400050" indent="0">
              <a:buNone/>
              <a:defRPr b="1"/>
            </a:lvl3pPr>
            <a:lvl4pPr marL="571500" indent="0">
              <a:buNone/>
              <a:defRPr b="1"/>
            </a:lvl4pPr>
            <a:lvl5pPr marL="742950" indent="0">
              <a:buNone/>
              <a:defRPr b="1"/>
            </a:lvl5pPr>
          </a:lstStyle>
          <a:p>
            <a:pPr lvl="0"/>
            <a:r>
              <a:rPr lang="en-US" dirty="0" smtClean="0"/>
              <a:t>Click to edit Heading text styles</a:t>
            </a:r>
            <a:endParaRPr lang="en-US" dirty="0"/>
          </a:p>
        </p:txBody>
      </p:sp>
      <p:sp>
        <p:nvSpPr>
          <p:cNvPr id="7"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3573214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Header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tx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1370588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Header (Purpl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1"/>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0322049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Header (Indigo)">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0702765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Dk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3"/>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1111535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Header (Aquamarin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67532245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Header (Gray)">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3245999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6784" y="428625"/>
            <a:ext cx="10408603" cy="12620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946784" y="1828800"/>
            <a:ext cx="5081161"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42975" y="2447925"/>
            <a:ext cx="508497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828800"/>
            <a:ext cx="5086350"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447925"/>
            <a:ext cx="508635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Slide Number Placeholder 5"/>
          <p:cNvSpPr>
            <a:spLocks noGrp="1"/>
          </p:cNvSpPr>
          <p:nvPr>
            <p:ph type="sldNum" sz="quarter" idx="10"/>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55280756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42974" y="1825625"/>
            <a:ext cx="5084971"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7390" y="1825625"/>
            <a:ext cx="5081159"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1277991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Content Placeholder 2"/>
          <p:cNvSpPr>
            <a:spLocks noGrp="1"/>
          </p:cNvSpPr>
          <p:nvPr>
            <p:ph sz="half" idx="1"/>
          </p:nvPr>
        </p:nvSpPr>
        <p:spPr>
          <a:xfrm>
            <a:off x="946785" y="1825625"/>
            <a:ext cx="3268376" cy="4351338"/>
          </a:xfrm>
        </p:spPr>
        <p:txBody>
          <a:bodyPr/>
          <a:lstStyle>
            <a:lvl1pPr marL="228600" indent="-22860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3"/>
          <p:cNvSpPr>
            <a:spLocks noGrp="1"/>
          </p:cNvSpPr>
          <p:nvPr>
            <p:ph sz="half" idx="2"/>
          </p:nvPr>
        </p:nvSpPr>
        <p:spPr>
          <a:xfrm>
            <a:off x="4427034" y="1825625"/>
            <a:ext cx="3229804"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3"/>
          <p:cNvSpPr>
            <a:spLocks noGrp="1"/>
          </p:cNvSpPr>
          <p:nvPr>
            <p:ph sz="half" idx="10"/>
          </p:nvPr>
        </p:nvSpPr>
        <p:spPr>
          <a:xfrm>
            <a:off x="7868712" y="1825625"/>
            <a:ext cx="336753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7556308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1047749" y="1825626"/>
            <a:ext cx="6145191"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7400925" y="1816100"/>
            <a:ext cx="3857625"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42708637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266985" y="1825626"/>
            <a:ext cx="4991565"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946785" y="1825626"/>
            <a:ext cx="5063722"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10"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53017247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alf-Screen Image Right">
    <p:spTree>
      <p:nvGrpSpPr>
        <p:cNvPr id="1" name=""/>
        <p:cNvGrpSpPr/>
        <p:nvPr/>
      </p:nvGrpSpPr>
      <p:grpSpPr>
        <a:xfrm>
          <a:off x="0" y="0"/>
          <a:ext cx="0" cy="0"/>
          <a:chOff x="0" y="0"/>
          <a:chExt cx="0" cy="0"/>
        </a:xfrm>
      </p:grpSpPr>
      <p:sp>
        <p:nvSpPr>
          <p:cNvPr id="2" name="Title 1"/>
          <p:cNvSpPr>
            <a:spLocks noGrp="1"/>
          </p:cNvSpPr>
          <p:nvPr>
            <p:ph type="title"/>
          </p:nvPr>
        </p:nvSpPr>
        <p:spPr>
          <a:xfrm>
            <a:off x="1137424"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19125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8" name="Rectangle 7"/>
          <p:cNvSpPr/>
          <p:nvPr userDrawn="1"/>
        </p:nvSpPr>
        <p:spPr>
          <a:xfrm>
            <a:off x="0" y="0"/>
            <a:ext cx="1137424" cy="20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07735430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Half-Screen Image Left">
    <p:spTree>
      <p:nvGrpSpPr>
        <p:cNvPr id="1" name=""/>
        <p:cNvGrpSpPr/>
        <p:nvPr/>
      </p:nvGrpSpPr>
      <p:grpSpPr>
        <a:xfrm>
          <a:off x="0" y="0"/>
          <a:ext cx="0" cy="0"/>
          <a:chOff x="0" y="0"/>
          <a:chExt cx="0" cy="0"/>
        </a:xfrm>
      </p:grpSpPr>
      <p:sp>
        <p:nvSpPr>
          <p:cNvPr id="2" name="Title 1"/>
          <p:cNvSpPr>
            <a:spLocks noGrp="1"/>
          </p:cNvSpPr>
          <p:nvPr>
            <p:ph type="title"/>
          </p:nvPr>
        </p:nvSpPr>
        <p:spPr>
          <a:xfrm>
            <a:off x="6999876"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Tree>
    <p:extLst>
      <p:ext uri="{BB962C8B-B14F-4D97-AF65-F5344CB8AC3E}">
        <p14:creationId xmlns:p14="http://schemas.microsoft.com/office/powerpoint/2010/main" val="422796503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66665045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0338372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smtClean="0"/>
              <a:t>Drag picture to placeholder or click icon to add</a:t>
            </a:r>
            <a:endParaRPr lang="en-US" dirty="0"/>
          </a:p>
        </p:txBody>
      </p:sp>
    </p:spTree>
    <p:extLst>
      <p:ext uri="{BB962C8B-B14F-4D97-AF65-F5344CB8AC3E}">
        <p14:creationId xmlns:p14="http://schemas.microsoft.com/office/powerpoint/2010/main" val="8847439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13_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hasCustomPrompt="1"/>
          </p:nvPr>
        </p:nvSpPr>
        <p:spPr>
          <a:xfrm>
            <a:off x="914400" y="3614237"/>
            <a:ext cx="10579608" cy="1645920"/>
          </a:xfrm>
        </p:spPr>
        <p:txBody>
          <a:bodyPr anchor="t">
            <a:normAutofit/>
          </a:bodyPr>
          <a:lstStyle>
            <a:lvl1pPr algn="l">
              <a:defRPr sz="5400">
                <a:solidFill>
                  <a:schemeClr val="bg1"/>
                </a:solidFill>
              </a:defRPr>
            </a:lvl1pPr>
          </a:lstStyle>
          <a:p>
            <a:r>
              <a:rPr lang="en-US" dirty="0" smtClean="0"/>
              <a:t>Thank you.</a:t>
            </a:r>
            <a:endParaRPr lang="en-US" dirty="0"/>
          </a:p>
        </p:txBody>
      </p:sp>
      <p:sp>
        <p:nvSpPr>
          <p:cNvPr id="3" name="Subtitle 2"/>
          <p:cNvSpPr>
            <a:spLocks noGrp="1"/>
          </p:cNvSpPr>
          <p:nvPr>
            <p:ph type="subTitle" idx="1" hasCustomPrompt="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smtClean="0"/>
              <a:t>www.microfocus.com</a:t>
            </a:r>
            <a:endParaRPr lang="en-US" dirty="0"/>
          </a:p>
        </p:txBody>
      </p:sp>
    </p:spTree>
    <p:extLst>
      <p:ext uri="{BB962C8B-B14F-4D97-AF65-F5344CB8AC3E}">
        <p14:creationId xmlns:p14="http://schemas.microsoft.com/office/powerpoint/2010/main" val="220305612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title (28pt)</a:t>
            </a:r>
            <a:endParaRPr lang="en-US" dirty="0"/>
          </a:p>
        </p:txBody>
      </p:sp>
      <p:sp>
        <p:nvSpPr>
          <p:cNvPr id="9" name="Text Placeholder 8"/>
          <p:cNvSpPr>
            <a:spLocks noGrp="1"/>
          </p:cNvSpPr>
          <p:nvPr>
            <p:ph type="body" sz="quarter" idx="13" hasCustomPrompt="1"/>
          </p:nvPr>
        </p:nvSpPr>
        <p:spPr>
          <a:xfrm>
            <a:off x="1166287" y="1249433"/>
            <a:ext cx="10092264" cy="588892"/>
          </a:xfrm>
        </p:spPr>
        <p:txBody>
          <a:bodyPr anchor="t"/>
          <a:lstStyle>
            <a:lvl1pPr marL="0" indent="0">
              <a:lnSpc>
                <a:spcPct val="90000"/>
              </a:lnSpc>
              <a:spcBef>
                <a:spcPts val="0"/>
              </a:spcBef>
              <a:buNone/>
              <a:defRPr lang="en-US" sz="2000" b="1" kern="1200" baseline="0" smtClean="0">
                <a:solidFill>
                  <a:schemeClr val="accent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(15pt)</a:t>
            </a:r>
          </a:p>
        </p:txBody>
      </p:sp>
      <p:sp>
        <p:nvSpPr>
          <p:cNvPr id="10" name="Content Placeholder 2"/>
          <p:cNvSpPr>
            <a:spLocks noGrp="1"/>
          </p:cNvSpPr>
          <p:nvPr>
            <p:ph idx="1" hasCustomPrompt="1"/>
          </p:nvPr>
        </p:nvSpPr>
        <p:spPr>
          <a:xfrm>
            <a:off x="954133" y="1819275"/>
            <a:ext cx="10304417" cy="4245885"/>
          </a:xfrm>
        </p:spPr>
        <p:txBody>
          <a:bodyPr/>
          <a:lstStyle>
            <a:lvl3pPr marL="304792" indent="-152396">
              <a:defRPr/>
            </a:lvl3pPr>
          </a:lstStyle>
          <a:p>
            <a:pPr lvl="0"/>
            <a:r>
              <a:rPr lang="en-US" dirty="0" smtClean="0"/>
              <a:t>First level bullet (18pt)</a:t>
            </a:r>
          </a:p>
          <a:p>
            <a:pPr lvl="1"/>
            <a:r>
              <a:rPr lang="en-US" dirty="0" smtClean="0"/>
              <a:t>Second level bullet (14pt)</a:t>
            </a:r>
          </a:p>
          <a:p>
            <a:pPr lvl="2"/>
            <a:r>
              <a:rPr lang="en-US" dirty="0" smtClean="0"/>
              <a:t>Third level bullet (12pt)</a:t>
            </a:r>
          </a:p>
          <a:p>
            <a:pPr lvl="3"/>
            <a:r>
              <a:rPr lang="en-US" dirty="0" smtClean="0"/>
              <a:t>Fourth level (11pt)</a:t>
            </a:r>
          </a:p>
          <a:p>
            <a:pPr lvl="4"/>
            <a:r>
              <a:rPr lang="en-US" dirty="0" smtClean="0"/>
              <a:t>Fifth level (10pt)</a:t>
            </a:r>
            <a:endParaRPr lang="en-US" dirty="0"/>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9685956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Tree>
    <p:extLst>
      <p:ext uri="{BB962C8B-B14F-4D97-AF65-F5344CB8AC3E}">
        <p14:creationId xmlns:p14="http://schemas.microsoft.com/office/powerpoint/2010/main" val="290532927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rmAutofit/>
          </a:bodyPr>
          <a:lstStyle>
            <a:lvl1pPr>
              <a:defRPr/>
            </a:lvl1pPr>
          </a:lstStyle>
          <a:p>
            <a:r>
              <a:rPr lang="en-US" dirty="0" smtClean="0"/>
              <a:t>Content + Subtitle</a:t>
            </a:r>
            <a:endParaRPr lang="en-US" dirty="0"/>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8" name="Text Placeholder 2"/>
          <p:cNvSpPr>
            <a:spLocks noGrp="1"/>
          </p:cNvSpPr>
          <p:nvPr>
            <p:ph idx="1"/>
          </p:nvPr>
        </p:nvSpPr>
        <p:spPr>
          <a:xfrm>
            <a:off x="946786" y="1728000"/>
            <a:ext cx="10311765" cy="44521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1058728707"/>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cSld name="Title Slide with Name">
    <p:bg>
      <p:bgPr>
        <a:gradFill>
          <a:gsLst>
            <a:gs pos="0">
              <a:schemeClr val="tx2">
                <a:lumMod val="80000"/>
                <a:lumOff val="20000"/>
              </a:schemeClr>
            </a:gs>
            <a:gs pos="37000">
              <a:schemeClr val="tx2">
                <a:lumMod val="90000"/>
                <a:lumOff val="10000"/>
              </a:schemeClr>
            </a:gs>
            <a:gs pos="100000">
              <a:srgbClr val="0056EF"/>
            </a:gs>
          </a:gsLst>
          <a:lin ang="2700000" scaled="0"/>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10000"/>
          </a:blip>
          <a:stretch>
            <a:fillRect/>
          </a:stretch>
        </p:blipFill>
        <p:spPr>
          <a:xfrm>
            <a:off x="-87780" y="0"/>
            <a:ext cx="11920244" cy="6858000"/>
          </a:xfrm>
          <a:prstGeom prst="rect">
            <a:avLst/>
          </a:prstGeom>
        </p:spPr>
      </p:pic>
      <p:sp>
        <p:nvSpPr>
          <p:cNvPr id="4" name="Rectangle 3"/>
          <p:cNvSpPr/>
          <p:nvPr userDrawn="1"/>
        </p:nvSpPr>
        <p:spPr>
          <a:xfrm>
            <a:off x="0" y="0"/>
            <a:ext cx="12204191" cy="6858000"/>
          </a:xfrm>
          <a:prstGeom prst="rect">
            <a:avLst/>
          </a:prstGeom>
          <a:gradFill flip="none" rotWithShape="1">
            <a:gsLst>
              <a:gs pos="0">
                <a:schemeClr val="accent4">
                  <a:alpha val="86000"/>
                </a:schemeClr>
              </a:gs>
              <a:gs pos="45000">
                <a:schemeClr val="tx2">
                  <a:alpha val="50000"/>
                </a:schemeClr>
              </a:gs>
              <a:gs pos="100000">
                <a:srgbClr val="0155E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smtClean="0"/>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smtClean="0"/>
              <a:t>Speaker Name</a:t>
            </a:r>
            <a:endParaRPr dirty="0"/>
          </a:p>
          <a:p>
            <a:pPr lvl="1"/>
            <a:r>
              <a:rPr lang="en-US" dirty="0" smtClean="0"/>
              <a:t>Title/Company</a:t>
            </a:r>
            <a:endParaRPr dirty="0"/>
          </a:p>
          <a:p>
            <a:pPr lvl="2"/>
            <a:r>
              <a:rPr lang="en-US" dirty="0" smtClean="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spTree>
    <p:extLst>
      <p:ext uri="{BB962C8B-B14F-4D97-AF65-F5344CB8AC3E}">
        <p14:creationId xmlns:p14="http://schemas.microsoft.com/office/powerpoint/2010/main" val="26789979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smtClean="0"/>
              <a:t>First level 28 </a:t>
            </a:r>
            <a:r>
              <a:rPr lang="en-US" dirty="0" err="1" smtClean="0"/>
              <a:t>pt</a:t>
            </a:r>
            <a:endParaRPr lang="en-US" dirty="0" smtClean="0"/>
          </a:p>
          <a:p>
            <a:pPr lvl="1"/>
            <a:r>
              <a:rPr lang="en-US" dirty="0" smtClean="0"/>
              <a:t>Second level 20 </a:t>
            </a:r>
            <a:r>
              <a:rPr lang="en-US" dirty="0" err="1" smtClean="0"/>
              <a:t>pt</a:t>
            </a:r>
            <a:endParaRPr lang="en-US" dirty="0" smtClean="0"/>
          </a:p>
          <a:p>
            <a:pPr lvl="2"/>
            <a:r>
              <a:rPr lang="en-US" dirty="0" smtClean="0"/>
              <a:t>Third level 18 </a:t>
            </a:r>
            <a:r>
              <a:rPr lang="en-US" dirty="0" err="1" smtClean="0"/>
              <a:t>pt</a:t>
            </a:r>
            <a:endParaRPr lang="en-US" dirty="0" smtClean="0"/>
          </a:p>
          <a:p>
            <a:pPr lvl="3"/>
            <a:r>
              <a:rPr lang="en-US" dirty="0" smtClean="0"/>
              <a:t>Fourth level 16 </a:t>
            </a:r>
            <a:r>
              <a:rPr lang="en-US" dirty="0" err="1" smtClean="0"/>
              <a:t>pt</a:t>
            </a:r>
            <a:endParaRPr lang="en-US" dirty="0" smtClean="0"/>
          </a:p>
          <a:p>
            <a:pPr lvl="4"/>
            <a:r>
              <a:rPr lang="en-US" dirty="0" smtClean="0"/>
              <a:t>Fifth level – avoid as too small</a:t>
            </a:r>
            <a:endParaRPr lang="en-US" dirty="0"/>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7"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smtClean="0"/>
              <a:t>Click to edit Master title style</a:t>
            </a:r>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1610648792"/>
      </p:ext>
    </p:extLst>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cSld name="Logo Slide">
    <p:bg>
      <p:bgPr>
        <a:gradFill flip="none" rotWithShape="1">
          <a:gsLst>
            <a:gs pos="0">
              <a:schemeClr val="accent5"/>
            </a:gs>
            <a:gs pos="47000">
              <a:schemeClr val="tx2">
                <a:lumMod val="85000"/>
                <a:lumOff val="15000"/>
              </a:schemeClr>
            </a:gs>
            <a:gs pos="100000">
              <a:schemeClr val="accent2"/>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Tree>
    <p:extLst>
      <p:ext uri="{BB962C8B-B14F-4D97-AF65-F5344CB8AC3E}">
        <p14:creationId xmlns:p14="http://schemas.microsoft.com/office/powerpoint/2010/main" val="38057045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pPr defTabSz="914400"/>
            <a:fld id="{8F030E74-B79E-47A7-AA1C-BA3D00CC0B4A}" type="datetime4">
              <a:rPr lang="en-US">
                <a:solidFill>
                  <a:prstClr val="black"/>
                </a:solidFill>
              </a:rPr>
              <a:pPr defTabSz="914400"/>
              <a:t>December 10, 2018</a:t>
            </a:fld>
            <a:endParaRPr>
              <a:solidFill>
                <a:prstClr val="black"/>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pPr defTabSz="914400"/>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3621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wo Content and Headings">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a:solidFill>
                <a:prstClr val="white">
                  <a:lumMod val="75000"/>
                </a:prstClr>
              </a:solidFill>
            </a:endParaRPr>
          </a:p>
        </p:txBody>
      </p:sp>
      <p:sp>
        <p:nvSpPr>
          <p:cNvPr id="10"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a:t>Click to edit Master title style</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srgbClr val="212E35">
                  <a:tint val="75000"/>
                </a:srgbClr>
              </a:solidFill>
            </a:endParaRPr>
          </a:p>
        </p:txBody>
      </p:sp>
    </p:spTree>
    <p:extLst>
      <p:ext uri="{BB962C8B-B14F-4D97-AF65-F5344CB8AC3E}">
        <p14:creationId xmlns:p14="http://schemas.microsoft.com/office/powerpoint/2010/main" val="2688158804"/>
      </p:ext>
    </p:extLst>
  </p:cSld>
  <p:clrMapOvr>
    <a:masterClrMapping/>
  </p:clrMapOvr>
  <p:extLst mod="1">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bwMode="black">
          <a:xfrm>
            <a:off x="441961" y="1001854"/>
            <a:ext cx="10822941" cy="369332"/>
          </a:xfrm>
          <a:prstGeom prst="rect">
            <a:avLst/>
          </a:prstGeom>
        </p:spPr>
        <p:txBody>
          <a:bodyPr>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smtClean="0"/>
              <a:t>Click to edit Master subtitle style</a:t>
            </a:r>
            <a:endParaRPr lang="en-US" noProof="0" dirty="0"/>
          </a:p>
        </p:txBody>
      </p:sp>
      <p:sp>
        <p:nvSpPr>
          <p:cNvPr id="7" name="Title 6"/>
          <p:cNvSpPr>
            <a:spLocks noGrp="1"/>
          </p:cNvSpPr>
          <p:nvPr>
            <p:ph type="title"/>
          </p:nvPr>
        </p:nvSpPr>
        <p:spPr bwMode="black">
          <a:xfrm>
            <a:off x="441961" y="313419"/>
            <a:ext cx="10822941" cy="574516"/>
          </a:xfrm>
        </p:spPr>
        <p:txBody>
          <a:bodyPr>
            <a:noAutofit/>
          </a:bodyPr>
          <a:lstStyle>
            <a:lvl1pPr>
              <a:defRPr b="1" i="0">
                <a:solidFill>
                  <a:srgbClr val="000000"/>
                </a:solidFill>
                <a:latin typeface="HP Simplified" pitchFamily="34" charset="0"/>
                <a:cs typeface="HP Simplified" pitchFamily="34" charset="0"/>
              </a:defRPr>
            </a:lvl1pPr>
          </a:lstStyle>
          <a:p>
            <a:r>
              <a:rPr lang="en-US" noProof="0" smtClean="0"/>
              <a:t>Click to edit Master title style</a:t>
            </a:r>
            <a:endParaRPr lang="en-US" noProof="0" dirty="0"/>
          </a:p>
        </p:txBody>
      </p:sp>
      <p:sp>
        <p:nvSpPr>
          <p:cNvPr id="6" name="Content Placeholder 5"/>
          <p:cNvSpPr>
            <a:spLocks noGrp="1"/>
          </p:cNvSpPr>
          <p:nvPr>
            <p:ph sz="quarter" idx="10"/>
          </p:nvPr>
        </p:nvSpPr>
        <p:spPr>
          <a:xfrm>
            <a:off x="438913" y="1584962"/>
            <a:ext cx="10826496" cy="4305300"/>
          </a:xfrm>
        </p:spPr>
        <p:txBody>
          <a:bodyPr>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69429041"/>
      </p:ext>
    </p:extLst>
  </p:cSld>
  <p:clrMapOvr>
    <a:masterClrMapping/>
  </p:clrMapOvr>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a:xfrm>
            <a:off x="5598212" y="6426104"/>
            <a:ext cx="995578" cy="210312"/>
          </a:xfrm>
          <a:prstGeom prst="rect">
            <a:avLst/>
          </a:prstGeom>
        </p:spPr>
        <p:txBody>
          <a:bodyPr/>
          <a:lstStyle/>
          <a:p>
            <a:pPr defTabSz="914400"/>
            <a:fld id="{1D654495-4BF5-4727-99D4-DFD1D0597350}"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11"/>
          </p:nvPr>
        </p:nvSpPr>
        <p:spPr>
          <a:xfrm>
            <a:off x="6934200" y="6426104"/>
            <a:ext cx="4025198" cy="210312"/>
          </a:xfrm>
          <a:prstGeom prst="rect">
            <a:avLst/>
          </a:prstGeom>
        </p:spPr>
        <p:txBody>
          <a:body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280783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tx">
  <p:cSld name="3_Title Only - Strategy">
    <p:bg>
      <p:bgPr>
        <a:solidFill>
          <a:srgbClr val="FFFFFF"/>
        </a:solidFill>
        <a:effectLst/>
      </p:bgPr>
    </p:bg>
    <p:spTree>
      <p:nvGrpSpPr>
        <p:cNvPr id="1" name=""/>
        <p:cNvGrpSpPr/>
        <p:nvPr/>
      </p:nvGrpSpPr>
      <p:grpSpPr>
        <a:xfrm>
          <a:off x="0" y="0"/>
          <a:ext cx="0" cy="0"/>
          <a:chOff x="0" y="0"/>
          <a:chExt cx="0" cy="0"/>
        </a:xfrm>
      </p:grpSpPr>
      <p:pic>
        <p:nvPicPr>
          <p:cNvPr id="741" name="Picture 3" descr="Picture 3"/>
          <p:cNvPicPr>
            <a:picLocks noChangeAspect="1"/>
          </p:cNvPicPr>
          <p:nvPr/>
        </p:nvPicPr>
        <p:blipFill>
          <a:blip r:embed="rId2">
            <a:alphaModFix amt="28000"/>
            <a:extLst/>
          </a:blip>
          <a:srcRect r="224" b="416"/>
          <a:stretch>
            <a:fillRect/>
          </a:stretch>
        </p:blipFill>
        <p:spPr>
          <a:xfrm rot="10800000">
            <a:off x="-25400" y="-1"/>
            <a:ext cx="12217401" cy="6858001"/>
          </a:xfrm>
          <a:prstGeom prst="rect">
            <a:avLst/>
          </a:prstGeom>
          <a:ln w="12700">
            <a:miter lim="400000"/>
          </a:ln>
        </p:spPr>
      </p:pic>
      <p:sp>
        <p:nvSpPr>
          <p:cNvPr id="742" name="Rectangle 4"/>
          <p:cNvSpPr/>
          <p:nvPr/>
        </p:nvSpPr>
        <p:spPr>
          <a:xfrm>
            <a:off x="-25400" y="-2"/>
            <a:ext cx="12217400" cy="6858001"/>
          </a:xfrm>
          <a:prstGeom prst="rect">
            <a:avLst/>
          </a:prstGeom>
          <a:gradFill>
            <a:gsLst>
              <a:gs pos="42000">
                <a:srgbClr val="FFFFFF">
                  <a:alpha val="98000"/>
                </a:srgbClr>
              </a:gs>
              <a:gs pos="84000">
                <a:srgbClr val="FFFFFF">
                  <a:alpha val="43000"/>
                </a:srgbClr>
              </a:gs>
            </a:gsLst>
            <a:lin ang="2639999"/>
          </a:gradFill>
          <a:ln w="12700">
            <a:miter lim="400000"/>
          </a:ln>
        </p:spPr>
        <p:txBody>
          <a:bodyPr lIns="45719" rIns="45719" anchor="ctr"/>
          <a:lstStyle/>
          <a:p>
            <a:pPr algn="ctr">
              <a:defRPr>
                <a:solidFill>
                  <a:srgbClr val="FFFFFF"/>
                </a:solidFill>
              </a:defRPr>
            </a:pPr>
            <a:endParaRPr>
              <a:solidFill>
                <a:srgbClr val="FFFFFF"/>
              </a:solidFill>
            </a:endParaRPr>
          </a:p>
        </p:txBody>
      </p:sp>
      <p:sp>
        <p:nvSpPr>
          <p:cNvPr id="743" name="Title Text"/>
          <p:cNvSpPr txBox="1">
            <a:spLocks noGrp="1"/>
          </p:cNvSpPr>
          <p:nvPr>
            <p:ph type="title"/>
          </p:nvPr>
        </p:nvSpPr>
        <p:spPr>
          <a:xfrm>
            <a:off x="946785" y="429272"/>
            <a:ext cx="10311766" cy="974663"/>
          </a:xfrm>
          <a:prstGeom prst="rect">
            <a:avLst/>
          </a:prstGeom>
        </p:spPr>
        <p:txBody>
          <a:bodyPr/>
          <a:lstStyle/>
          <a:p>
            <a:r>
              <a:rPr lang="en-US" smtClean="0"/>
              <a:t>Click to edit Master title style</a:t>
            </a:r>
            <a:endParaRPr/>
          </a:p>
        </p:txBody>
      </p:sp>
      <p:sp>
        <p:nvSpPr>
          <p:cNvPr id="744" name="Slide Number"/>
          <p:cNvSpPr txBox="1">
            <a:spLocks noGrp="1"/>
          </p:cNvSpPr>
          <p:nvPr>
            <p:ph type="sldNum" sz="quarter" idx="2"/>
          </p:nvPr>
        </p:nvSpPr>
        <p:spPr>
          <a:xfrm>
            <a:off x="231632" y="6406532"/>
            <a:ext cx="245750" cy="256541"/>
          </a:xfrm>
          <a:prstGeom prst="rect">
            <a:avLst/>
          </a:prstGeom>
        </p:spPr>
        <p:txBody>
          <a:bodyPr/>
          <a:lstStyle/>
          <a:p>
            <a:fld id="{86CB4B4D-7CA3-9044-876B-883B54F8677D}" type="slidenum">
              <a:rPr>
                <a:solidFill>
                  <a:prstClr val="white">
                    <a:lumMod val="75000"/>
                  </a:prstClr>
                </a:solidFill>
              </a:rPr>
              <a:pPr/>
              <a:t>‹#›</a:t>
            </a:fld>
            <a:endParaRPr>
              <a:solidFill>
                <a:prstClr val="white">
                  <a:lumMod val="75000"/>
                </a:prstClr>
              </a:solidFill>
            </a:endParaRPr>
          </a:p>
        </p:txBody>
      </p:sp>
      <p:grpSp>
        <p:nvGrpSpPr>
          <p:cNvPr id="758" name="Group 5"/>
          <p:cNvGrpSpPr/>
          <p:nvPr/>
        </p:nvGrpSpPr>
        <p:grpSpPr>
          <a:xfrm>
            <a:off x="11311010" y="6527385"/>
            <a:ext cx="740367" cy="179272"/>
            <a:chOff x="0" y="0"/>
            <a:chExt cx="740366" cy="179271"/>
          </a:xfrm>
        </p:grpSpPr>
        <p:sp>
          <p:nvSpPr>
            <p:cNvPr id="745" name="Freeform 5"/>
            <p:cNvSpPr/>
            <p:nvPr/>
          </p:nvSpPr>
          <p:spPr>
            <a:xfrm>
              <a:off x="-1" y="37251"/>
              <a:ext cx="142021" cy="1420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5311" y="0"/>
                  </a:lnTo>
                  <a:lnTo>
                    <a:pt x="5311" y="16289"/>
                  </a:lnTo>
                  <a:lnTo>
                    <a:pt x="21600" y="16289"/>
                  </a:lnTo>
                  <a:lnTo>
                    <a:pt x="21600" y="21600"/>
                  </a:lnTo>
                  <a:lnTo>
                    <a:pt x="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6" name="Freeform 6"/>
            <p:cNvSpPr/>
            <p:nvPr/>
          </p:nvSpPr>
          <p:spPr>
            <a:xfrm>
              <a:off x="34922" y="4656"/>
              <a:ext cx="142021" cy="139693"/>
            </a:xfrm>
            <a:custGeom>
              <a:avLst/>
              <a:gdLst/>
              <a:ahLst/>
              <a:cxnLst>
                <a:cxn ang="0">
                  <a:pos x="wd2" y="hd2"/>
                </a:cxn>
                <a:cxn ang="5400000">
                  <a:pos x="wd2" y="hd2"/>
                </a:cxn>
                <a:cxn ang="10800000">
                  <a:pos x="wd2" y="hd2"/>
                </a:cxn>
                <a:cxn ang="16200000">
                  <a:pos x="wd2" y="hd2"/>
                </a:cxn>
              </a:cxnLst>
              <a:rect l="0" t="0" r="r" b="b"/>
              <a:pathLst>
                <a:path w="21600" h="21600" extrusionOk="0">
                  <a:moveTo>
                    <a:pt x="0" y="5040"/>
                  </a:moveTo>
                  <a:lnTo>
                    <a:pt x="0" y="0"/>
                  </a:lnTo>
                  <a:lnTo>
                    <a:pt x="21600" y="0"/>
                  </a:lnTo>
                  <a:lnTo>
                    <a:pt x="21600" y="21600"/>
                  </a:lnTo>
                  <a:lnTo>
                    <a:pt x="16289" y="21600"/>
                  </a:lnTo>
                  <a:lnTo>
                    <a:pt x="16289" y="5040"/>
                  </a:lnTo>
                  <a:lnTo>
                    <a:pt x="0" y="504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7" name="Freeform 7"/>
            <p:cNvSpPr/>
            <p:nvPr/>
          </p:nvSpPr>
          <p:spPr>
            <a:xfrm>
              <a:off x="216522" y="4656"/>
              <a:ext cx="81487"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17897" y="0"/>
                  </a:lnTo>
                  <a:lnTo>
                    <a:pt x="11109" y="10800"/>
                  </a:lnTo>
                  <a:lnTo>
                    <a:pt x="4320" y="0"/>
                  </a:lnTo>
                  <a:lnTo>
                    <a:pt x="0" y="0"/>
                  </a:lnTo>
                  <a:lnTo>
                    <a:pt x="0" y="21600"/>
                  </a:lnTo>
                  <a:lnTo>
                    <a:pt x="4320" y="21600"/>
                  </a:lnTo>
                  <a:lnTo>
                    <a:pt x="4320" y="7425"/>
                  </a:lnTo>
                  <a:lnTo>
                    <a:pt x="9874" y="16200"/>
                  </a:lnTo>
                  <a:lnTo>
                    <a:pt x="12343" y="16200"/>
                  </a:lnTo>
                  <a:lnTo>
                    <a:pt x="17897" y="7425"/>
                  </a:lnTo>
                  <a:lnTo>
                    <a:pt x="17897" y="21600"/>
                  </a:lnTo>
                  <a:lnTo>
                    <a:pt x="2160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8" name="Freeform 8"/>
            <p:cNvSpPr/>
            <p:nvPr/>
          </p:nvSpPr>
          <p:spPr>
            <a:xfrm>
              <a:off x="337588" y="4656"/>
              <a:ext cx="13970" cy="74503"/>
            </a:xfrm>
            <a:prstGeom prst="rect">
              <a:avLst/>
            </a:pr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9" name="Freeform 9"/>
            <p:cNvSpPr/>
            <p:nvPr/>
          </p:nvSpPr>
          <p:spPr>
            <a:xfrm>
              <a:off x="391136" y="4656"/>
              <a:ext cx="72175"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14850"/>
                  </a:lnTo>
                  <a:lnTo>
                    <a:pt x="17419" y="14850"/>
                  </a:lnTo>
                  <a:lnTo>
                    <a:pt x="17419" y="17550"/>
                  </a:lnTo>
                  <a:lnTo>
                    <a:pt x="4181" y="17550"/>
                  </a:lnTo>
                  <a:lnTo>
                    <a:pt x="4181" y="4050"/>
                  </a:lnTo>
                  <a:lnTo>
                    <a:pt x="17419" y="4050"/>
                  </a:lnTo>
                  <a:lnTo>
                    <a:pt x="17419" y="6075"/>
                  </a:lnTo>
                  <a:lnTo>
                    <a:pt x="21600" y="6750"/>
                  </a:lnTo>
                  <a:lnTo>
                    <a:pt x="21600" y="0"/>
                  </a:lnTo>
                  <a:lnTo>
                    <a:pt x="0" y="0"/>
                  </a:lnTo>
                  <a:lnTo>
                    <a:pt x="0" y="20925"/>
                  </a:lnTo>
                  <a:lnTo>
                    <a:pt x="2090" y="21600"/>
                  </a:lnTo>
                  <a:lnTo>
                    <a:pt x="19510" y="21600"/>
                  </a:lnTo>
                  <a:lnTo>
                    <a:pt x="21600" y="20925"/>
                  </a:lnTo>
                  <a:lnTo>
                    <a:pt x="21600" y="19575"/>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0" name="Freeform 10"/>
            <p:cNvSpPr/>
            <p:nvPr/>
          </p:nvSpPr>
          <p:spPr>
            <a:xfrm>
              <a:off x="502890"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4850" y="12825"/>
                  </a:lnTo>
                  <a:lnTo>
                    <a:pt x="19575" y="12825"/>
                  </a:lnTo>
                  <a:lnTo>
                    <a:pt x="20925" y="12150"/>
                  </a:lnTo>
                  <a:lnTo>
                    <a:pt x="21600" y="10800"/>
                  </a:lnTo>
                  <a:lnTo>
                    <a:pt x="21600" y="2025"/>
                  </a:lnTo>
                  <a:lnTo>
                    <a:pt x="20925" y="0"/>
                  </a:lnTo>
                  <a:lnTo>
                    <a:pt x="0" y="0"/>
                  </a:lnTo>
                  <a:lnTo>
                    <a:pt x="0" y="21600"/>
                  </a:lnTo>
                  <a:lnTo>
                    <a:pt x="4050" y="21600"/>
                  </a:lnTo>
                  <a:lnTo>
                    <a:pt x="4050" y="12825"/>
                  </a:lnTo>
                  <a:lnTo>
                    <a:pt x="9450" y="12825"/>
                  </a:lnTo>
                  <a:lnTo>
                    <a:pt x="16200" y="21600"/>
                  </a:lnTo>
                  <a:lnTo>
                    <a:pt x="21600" y="21600"/>
                  </a:lnTo>
                  <a:close/>
                  <a:moveTo>
                    <a:pt x="4050" y="4050"/>
                  </a:moveTo>
                  <a:lnTo>
                    <a:pt x="16875" y="4050"/>
                  </a:lnTo>
                  <a:lnTo>
                    <a:pt x="16875" y="8775"/>
                  </a:lnTo>
                  <a:lnTo>
                    <a:pt x="4050" y="8775"/>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1" name="Freeform 11"/>
            <p:cNvSpPr/>
            <p:nvPr/>
          </p:nvSpPr>
          <p:spPr>
            <a:xfrm>
              <a:off x="614643"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2025"/>
                  </a:lnTo>
                  <a:lnTo>
                    <a:pt x="20925" y="0"/>
                  </a:lnTo>
                  <a:lnTo>
                    <a:pt x="675" y="0"/>
                  </a:lnTo>
                  <a:lnTo>
                    <a:pt x="0" y="2025"/>
                  </a:lnTo>
                  <a:lnTo>
                    <a:pt x="0" y="19575"/>
                  </a:lnTo>
                  <a:lnTo>
                    <a:pt x="675" y="20925"/>
                  </a:lnTo>
                  <a:lnTo>
                    <a:pt x="2025" y="21600"/>
                  </a:lnTo>
                  <a:lnTo>
                    <a:pt x="19575" y="21600"/>
                  </a:lnTo>
                  <a:lnTo>
                    <a:pt x="20925" y="20925"/>
                  </a:lnTo>
                  <a:lnTo>
                    <a:pt x="21600" y="19575"/>
                  </a:lnTo>
                  <a:close/>
                  <a:moveTo>
                    <a:pt x="4050" y="4050"/>
                  </a:moveTo>
                  <a:lnTo>
                    <a:pt x="17550" y="4050"/>
                  </a:lnTo>
                  <a:lnTo>
                    <a:pt x="17550" y="17550"/>
                  </a:lnTo>
                  <a:lnTo>
                    <a:pt x="4050" y="17550"/>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2" name="Freeform 12"/>
            <p:cNvSpPr/>
            <p:nvPr/>
          </p:nvSpPr>
          <p:spPr>
            <a:xfrm>
              <a:off x="216522"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4582"/>
                  </a:moveTo>
                  <a:lnTo>
                    <a:pt x="21600" y="0"/>
                  </a:lnTo>
                  <a:lnTo>
                    <a:pt x="0" y="0"/>
                  </a:lnTo>
                  <a:lnTo>
                    <a:pt x="0" y="21600"/>
                  </a:lnTo>
                  <a:lnTo>
                    <a:pt x="4725" y="21600"/>
                  </a:lnTo>
                  <a:lnTo>
                    <a:pt x="4725" y="13091"/>
                  </a:lnTo>
                  <a:lnTo>
                    <a:pt x="17550" y="13091"/>
                  </a:lnTo>
                  <a:lnTo>
                    <a:pt x="17550" y="8509"/>
                  </a:lnTo>
                  <a:lnTo>
                    <a:pt x="4725" y="8509"/>
                  </a:lnTo>
                  <a:lnTo>
                    <a:pt x="4725" y="4582"/>
                  </a:lnTo>
                  <a:lnTo>
                    <a:pt x="2160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3" name="Freeform 13"/>
            <p:cNvSpPr/>
            <p:nvPr/>
          </p:nvSpPr>
          <p:spPr>
            <a:xfrm>
              <a:off x="311978"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2618"/>
                  </a:lnTo>
                  <a:lnTo>
                    <a:pt x="20925" y="655"/>
                  </a:lnTo>
                  <a:lnTo>
                    <a:pt x="19575" y="0"/>
                  </a:lnTo>
                  <a:lnTo>
                    <a:pt x="2025" y="0"/>
                  </a:lnTo>
                  <a:lnTo>
                    <a:pt x="675" y="655"/>
                  </a:lnTo>
                  <a:lnTo>
                    <a:pt x="0" y="2618"/>
                  </a:lnTo>
                  <a:lnTo>
                    <a:pt x="0" y="19636"/>
                  </a:lnTo>
                  <a:lnTo>
                    <a:pt x="675" y="20945"/>
                  </a:lnTo>
                  <a:lnTo>
                    <a:pt x="2025" y="21600"/>
                  </a:lnTo>
                  <a:lnTo>
                    <a:pt x="19575" y="21600"/>
                  </a:lnTo>
                  <a:lnTo>
                    <a:pt x="20925" y="20945"/>
                  </a:lnTo>
                  <a:lnTo>
                    <a:pt x="21600" y="19636"/>
                  </a:lnTo>
                  <a:close/>
                  <a:moveTo>
                    <a:pt x="4050" y="4582"/>
                  </a:moveTo>
                  <a:lnTo>
                    <a:pt x="17550" y="4582"/>
                  </a:lnTo>
                  <a:lnTo>
                    <a:pt x="17550" y="17018"/>
                  </a:lnTo>
                  <a:lnTo>
                    <a:pt x="4050" y="17018"/>
                  </a:lnTo>
                  <a:lnTo>
                    <a:pt x="405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4" name="Freeform 14"/>
            <p:cNvSpPr/>
            <p:nvPr/>
          </p:nvSpPr>
          <p:spPr>
            <a:xfrm>
              <a:off x="412090"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4400"/>
                  </a:lnTo>
                  <a:lnTo>
                    <a:pt x="17550" y="15055"/>
                  </a:lnTo>
                  <a:lnTo>
                    <a:pt x="17550" y="17018"/>
                  </a:lnTo>
                  <a:lnTo>
                    <a:pt x="4725" y="17018"/>
                  </a:lnTo>
                  <a:lnTo>
                    <a:pt x="4725" y="4582"/>
                  </a:lnTo>
                  <a:lnTo>
                    <a:pt x="17550" y="4582"/>
                  </a:lnTo>
                  <a:lnTo>
                    <a:pt x="17550" y="6545"/>
                  </a:lnTo>
                  <a:lnTo>
                    <a:pt x="21600" y="7200"/>
                  </a:lnTo>
                  <a:lnTo>
                    <a:pt x="21600" y="2618"/>
                  </a:lnTo>
                  <a:lnTo>
                    <a:pt x="20925" y="655"/>
                  </a:lnTo>
                  <a:lnTo>
                    <a:pt x="19575" y="0"/>
                  </a:lnTo>
                  <a:lnTo>
                    <a:pt x="2700" y="0"/>
                  </a:lnTo>
                  <a:lnTo>
                    <a:pt x="675" y="655"/>
                  </a:lnTo>
                  <a:lnTo>
                    <a:pt x="0" y="2618"/>
                  </a:lnTo>
                  <a:lnTo>
                    <a:pt x="0" y="19636"/>
                  </a:lnTo>
                  <a:lnTo>
                    <a:pt x="675" y="20945"/>
                  </a:lnTo>
                  <a:lnTo>
                    <a:pt x="2700"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5" name="Freeform 15"/>
            <p:cNvSpPr/>
            <p:nvPr/>
          </p:nvSpPr>
          <p:spPr>
            <a:xfrm>
              <a:off x="514531"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0"/>
                  </a:lnTo>
                  <a:lnTo>
                    <a:pt x="16875" y="0"/>
                  </a:lnTo>
                  <a:lnTo>
                    <a:pt x="16875" y="17018"/>
                  </a:lnTo>
                  <a:lnTo>
                    <a:pt x="4050" y="17018"/>
                  </a:lnTo>
                  <a:lnTo>
                    <a:pt x="4050" y="0"/>
                  </a:lnTo>
                  <a:lnTo>
                    <a:pt x="0" y="0"/>
                  </a:lnTo>
                  <a:lnTo>
                    <a:pt x="0" y="19636"/>
                  </a:lnTo>
                  <a:lnTo>
                    <a:pt x="675" y="20945"/>
                  </a:lnTo>
                  <a:lnTo>
                    <a:pt x="2025" y="21600"/>
                  </a:lnTo>
                  <a:lnTo>
                    <a:pt x="18900"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6" name="Freeform 16"/>
            <p:cNvSpPr/>
            <p:nvPr/>
          </p:nvSpPr>
          <p:spPr>
            <a:xfrm>
              <a:off x="614643"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1127"/>
                  </a:lnTo>
                  <a:lnTo>
                    <a:pt x="20925" y="9164"/>
                  </a:lnTo>
                  <a:lnTo>
                    <a:pt x="19575" y="8509"/>
                  </a:lnTo>
                  <a:lnTo>
                    <a:pt x="4050" y="8509"/>
                  </a:lnTo>
                  <a:lnTo>
                    <a:pt x="4050" y="4582"/>
                  </a:lnTo>
                  <a:lnTo>
                    <a:pt x="17550" y="4582"/>
                  </a:lnTo>
                  <a:lnTo>
                    <a:pt x="17550" y="6545"/>
                  </a:lnTo>
                  <a:lnTo>
                    <a:pt x="21600" y="7200"/>
                  </a:lnTo>
                  <a:lnTo>
                    <a:pt x="21600" y="2618"/>
                  </a:lnTo>
                  <a:lnTo>
                    <a:pt x="20925" y="655"/>
                  </a:lnTo>
                  <a:lnTo>
                    <a:pt x="19575" y="0"/>
                  </a:lnTo>
                  <a:lnTo>
                    <a:pt x="2025" y="0"/>
                  </a:lnTo>
                  <a:lnTo>
                    <a:pt x="675" y="655"/>
                  </a:lnTo>
                  <a:lnTo>
                    <a:pt x="0" y="2618"/>
                  </a:lnTo>
                  <a:lnTo>
                    <a:pt x="0" y="10473"/>
                  </a:lnTo>
                  <a:lnTo>
                    <a:pt x="675" y="12436"/>
                  </a:lnTo>
                  <a:lnTo>
                    <a:pt x="2025" y="13091"/>
                  </a:lnTo>
                  <a:lnTo>
                    <a:pt x="17550" y="13091"/>
                  </a:lnTo>
                  <a:lnTo>
                    <a:pt x="17550" y="17018"/>
                  </a:lnTo>
                  <a:lnTo>
                    <a:pt x="4050" y="17018"/>
                  </a:lnTo>
                  <a:lnTo>
                    <a:pt x="4050" y="15055"/>
                  </a:lnTo>
                  <a:lnTo>
                    <a:pt x="0" y="14400"/>
                  </a:lnTo>
                  <a:lnTo>
                    <a:pt x="0" y="19636"/>
                  </a:lnTo>
                  <a:lnTo>
                    <a:pt x="675" y="20945"/>
                  </a:lnTo>
                  <a:lnTo>
                    <a:pt x="2025"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7" name="Freeform 17"/>
            <p:cNvSpPr/>
            <p:nvPr/>
          </p:nvSpPr>
          <p:spPr>
            <a:xfrm>
              <a:off x="707771" y="-1"/>
              <a:ext cx="32596" cy="3259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6171" y="20057"/>
                  </a:lnTo>
                  <a:lnTo>
                    <a:pt x="3086" y="18514"/>
                  </a:lnTo>
                  <a:lnTo>
                    <a:pt x="0" y="13886"/>
                  </a:lnTo>
                  <a:lnTo>
                    <a:pt x="0" y="6171"/>
                  </a:lnTo>
                  <a:lnTo>
                    <a:pt x="6171" y="0"/>
                  </a:lnTo>
                  <a:lnTo>
                    <a:pt x="13886" y="0"/>
                  </a:lnTo>
                  <a:lnTo>
                    <a:pt x="18514" y="3086"/>
                  </a:lnTo>
                  <a:lnTo>
                    <a:pt x="20057" y="6171"/>
                  </a:lnTo>
                  <a:lnTo>
                    <a:pt x="21600" y="10800"/>
                  </a:lnTo>
                  <a:lnTo>
                    <a:pt x="20057" y="13886"/>
                  </a:lnTo>
                  <a:lnTo>
                    <a:pt x="18514" y="18514"/>
                  </a:lnTo>
                  <a:lnTo>
                    <a:pt x="13886" y="20057"/>
                  </a:lnTo>
                  <a:lnTo>
                    <a:pt x="10800" y="21600"/>
                  </a:lnTo>
                  <a:close/>
                  <a:moveTo>
                    <a:pt x="10800" y="0"/>
                  </a:moveTo>
                  <a:lnTo>
                    <a:pt x="6171" y="1543"/>
                  </a:lnTo>
                  <a:lnTo>
                    <a:pt x="3086" y="3086"/>
                  </a:lnTo>
                  <a:lnTo>
                    <a:pt x="1543" y="6171"/>
                  </a:lnTo>
                  <a:lnTo>
                    <a:pt x="0" y="10800"/>
                  </a:lnTo>
                  <a:lnTo>
                    <a:pt x="3086" y="16971"/>
                  </a:lnTo>
                  <a:lnTo>
                    <a:pt x="6171" y="18514"/>
                  </a:lnTo>
                  <a:lnTo>
                    <a:pt x="10800" y="20057"/>
                  </a:lnTo>
                  <a:lnTo>
                    <a:pt x="16971" y="16971"/>
                  </a:lnTo>
                  <a:lnTo>
                    <a:pt x="20057" y="10800"/>
                  </a:lnTo>
                  <a:lnTo>
                    <a:pt x="18514" y="6171"/>
                  </a:lnTo>
                  <a:lnTo>
                    <a:pt x="16971" y="3086"/>
                  </a:lnTo>
                  <a:lnTo>
                    <a:pt x="10800" y="0"/>
                  </a:lnTo>
                  <a:close/>
                  <a:moveTo>
                    <a:pt x="12343" y="16971"/>
                  </a:moveTo>
                  <a:lnTo>
                    <a:pt x="10800" y="10800"/>
                  </a:lnTo>
                  <a:lnTo>
                    <a:pt x="7714" y="10800"/>
                  </a:lnTo>
                  <a:lnTo>
                    <a:pt x="7714" y="16971"/>
                  </a:lnTo>
                  <a:lnTo>
                    <a:pt x="6171" y="16971"/>
                  </a:lnTo>
                  <a:lnTo>
                    <a:pt x="6171" y="3086"/>
                  </a:lnTo>
                  <a:lnTo>
                    <a:pt x="10800" y="3086"/>
                  </a:lnTo>
                  <a:lnTo>
                    <a:pt x="13886" y="4629"/>
                  </a:lnTo>
                  <a:lnTo>
                    <a:pt x="13886" y="9257"/>
                  </a:lnTo>
                  <a:lnTo>
                    <a:pt x="12343" y="10800"/>
                  </a:lnTo>
                  <a:lnTo>
                    <a:pt x="13886" y="16971"/>
                  </a:lnTo>
                  <a:lnTo>
                    <a:pt x="12343" y="16971"/>
                  </a:lnTo>
                  <a:close/>
                  <a:moveTo>
                    <a:pt x="7714" y="9257"/>
                  </a:moveTo>
                  <a:lnTo>
                    <a:pt x="12343" y="9257"/>
                  </a:lnTo>
                  <a:lnTo>
                    <a:pt x="12343" y="6171"/>
                  </a:lnTo>
                  <a:lnTo>
                    <a:pt x="9257" y="4629"/>
                  </a:lnTo>
                  <a:lnTo>
                    <a:pt x="7714" y="4629"/>
                  </a:lnTo>
                  <a:lnTo>
                    <a:pt x="7714" y="9257"/>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grpSp>
      <p:sp>
        <p:nvSpPr>
          <p:cNvPr id="759" name="Rectangle 20"/>
          <p:cNvSpPr/>
          <p:nvPr/>
        </p:nvSpPr>
        <p:spPr>
          <a:xfrm>
            <a:off x="1048005" y="0"/>
            <a:ext cx="1799696" cy="151844"/>
          </a:xfrm>
          <a:prstGeom prst="rect">
            <a:avLst/>
          </a:prstGeom>
          <a:solidFill>
            <a:srgbClr val="231CA5"/>
          </a:solidFill>
          <a:ln w="12700">
            <a:miter lim="400000"/>
          </a:ln>
        </p:spPr>
        <p:txBody>
          <a:bodyPr lIns="45719" rIns="45719" anchor="ctr"/>
          <a:lstStyle/>
          <a:p>
            <a:pPr algn="ctr">
              <a:defRPr>
                <a:solidFill>
                  <a:srgbClr val="FFFFFF"/>
                </a:solidFill>
              </a:defRPr>
            </a:pPr>
            <a:endParaRPr>
              <a:solidFill>
                <a:srgbClr val="FFFFFF"/>
              </a:solidFill>
            </a:endParaRPr>
          </a:p>
        </p:txBody>
      </p:sp>
    </p:spTree>
    <p:extLst>
      <p:ext uri="{BB962C8B-B14F-4D97-AF65-F5344CB8AC3E}">
        <p14:creationId xmlns:p14="http://schemas.microsoft.com/office/powerpoint/2010/main" val="2771949770"/>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168234911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260805886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91754812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39518295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w Separate Subhead">
    <p:spTree>
      <p:nvGrpSpPr>
        <p:cNvPr id="1" name=""/>
        <p:cNvGrpSpPr/>
        <p:nvPr/>
      </p:nvGrpSpPr>
      <p:grpSpPr>
        <a:xfrm>
          <a:off x="0" y="0"/>
          <a:ext cx="0" cy="0"/>
          <a:chOff x="0" y="0"/>
          <a:chExt cx="0" cy="0"/>
        </a:xfrm>
      </p:grpSpPr>
      <p:sp>
        <p:nvSpPr>
          <p:cNvPr id="2" name="Title 1"/>
          <p:cNvSpPr>
            <a:spLocks noGrp="1"/>
          </p:cNvSpPr>
          <p:nvPr>
            <p:ph type="title"/>
          </p:nvPr>
        </p:nvSpPr>
        <p:spPr>
          <a:xfrm>
            <a:off x="946785" y="429272"/>
            <a:ext cx="10311765" cy="1076223"/>
          </a:xfrm>
        </p:spPr>
        <p:txBody>
          <a:bodyPr/>
          <a:lstStyle/>
          <a:p>
            <a:r>
              <a:rPr lang="en-US" smtClean="0"/>
              <a:t>Click to edit Master title style</a:t>
            </a:r>
            <a:endParaRPr lang="en-US" dirty="0"/>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5" name="Text Placeholder 8"/>
          <p:cNvSpPr>
            <a:spLocks noGrp="1"/>
          </p:cNvSpPr>
          <p:nvPr>
            <p:ph type="body" sz="quarter" idx="13" hasCustomPrompt="1"/>
          </p:nvPr>
        </p:nvSpPr>
        <p:spPr>
          <a:xfrm>
            <a:off x="946785" y="967383"/>
            <a:ext cx="10311765" cy="538112"/>
          </a:xfrm>
        </p:spPr>
        <p:txBody>
          <a:bodyPr anchor="t">
            <a:normAutofit/>
          </a:bodyPr>
          <a:lstStyle>
            <a:lvl1pPr marL="0" indent="0">
              <a:lnSpc>
                <a:spcPct val="90000"/>
              </a:lnSpc>
              <a:spcBef>
                <a:spcPts val="0"/>
              </a:spcBef>
              <a:buNone/>
              <a:defRPr lang="en-US" sz="2000" b="0" kern="1200" baseline="0" smtClean="0">
                <a:solidFill>
                  <a:schemeClr val="tx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(20pt)</a:t>
            </a:r>
          </a:p>
        </p:txBody>
      </p:sp>
      <p:sp>
        <p:nvSpPr>
          <p:cNvPr id="6" name="Content Placeholder 2"/>
          <p:cNvSpPr>
            <a:spLocks noGrp="1"/>
          </p:cNvSpPr>
          <p:nvPr>
            <p:ph idx="1"/>
          </p:nvPr>
        </p:nvSpPr>
        <p:spPr>
          <a:xfrm>
            <a:off x="946785" y="2043605"/>
            <a:ext cx="10311765" cy="413335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1629625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w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946150" y="2497873"/>
            <a:ext cx="10312400" cy="36790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13" hasCustomPrompt="1"/>
          </p:nvPr>
        </p:nvSpPr>
        <p:spPr>
          <a:xfrm>
            <a:off x="946150" y="1993265"/>
            <a:ext cx="10312400" cy="384175"/>
          </a:xfrm>
        </p:spPr>
        <p:txBody>
          <a:bodyPr/>
          <a:lstStyle>
            <a:lvl1pPr marL="0" indent="0">
              <a:buNone/>
              <a:defRPr b="1"/>
            </a:lvl1pPr>
            <a:lvl2pPr marL="228600" indent="0">
              <a:buNone/>
              <a:defRPr b="1"/>
            </a:lvl2pPr>
            <a:lvl3pPr marL="400050" indent="0">
              <a:buNone/>
              <a:defRPr b="1"/>
            </a:lvl3pPr>
            <a:lvl4pPr marL="571500" indent="0">
              <a:buNone/>
              <a:defRPr b="1"/>
            </a:lvl4pPr>
            <a:lvl5pPr marL="742950" indent="0">
              <a:buNone/>
              <a:defRPr b="1"/>
            </a:lvl5pPr>
          </a:lstStyle>
          <a:p>
            <a:pPr lvl="0"/>
            <a:r>
              <a:rPr lang="en-US" dirty="0" smtClean="0"/>
              <a:t>Click to edit Heading text styles</a:t>
            </a:r>
            <a:endParaRPr lang="en-US" dirty="0"/>
          </a:p>
        </p:txBody>
      </p:sp>
      <p:sp>
        <p:nvSpPr>
          <p:cNvPr id="7"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11985328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ection Header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tx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85340750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Header (Purpl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1"/>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04558582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Header (Indigo)">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419562518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tion Header (Dk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3"/>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0820947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Header (Aquamarin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28225079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Header (Gray)">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17244181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6784" y="428625"/>
            <a:ext cx="10408603" cy="12620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946784" y="1828800"/>
            <a:ext cx="5081161"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42975" y="2447925"/>
            <a:ext cx="508497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828800"/>
            <a:ext cx="5086350"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447925"/>
            <a:ext cx="508635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Slide Number Placeholder 5"/>
          <p:cNvSpPr>
            <a:spLocks noGrp="1"/>
          </p:cNvSpPr>
          <p:nvPr>
            <p:ph type="sldNum" sz="quarter" idx="10"/>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42311567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42974" y="1825625"/>
            <a:ext cx="5084971"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7390" y="1825625"/>
            <a:ext cx="5081159"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6926093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Content Placeholder 2"/>
          <p:cNvSpPr>
            <a:spLocks noGrp="1"/>
          </p:cNvSpPr>
          <p:nvPr>
            <p:ph sz="half" idx="1"/>
          </p:nvPr>
        </p:nvSpPr>
        <p:spPr>
          <a:xfrm>
            <a:off x="946785" y="1825625"/>
            <a:ext cx="3268376" cy="4351338"/>
          </a:xfrm>
        </p:spPr>
        <p:txBody>
          <a:bodyPr/>
          <a:lstStyle>
            <a:lvl1pPr marL="228600" indent="-22860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3"/>
          <p:cNvSpPr>
            <a:spLocks noGrp="1"/>
          </p:cNvSpPr>
          <p:nvPr>
            <p:ph sz="half" idx="2"/>
          </p:nvPr>
        </p:nvSpPr>
        <p:spPr>
          <a:xfrm>
            <a:off x="4427034" y="1825625"/>
            <a:ext cx="3229804"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3"/>
          <p:cNvSpPr>
            <a:spLocks noGrp="1"/>
          </p:cNvSpPr>
          <p:nvPr>
            <p:ph sz="half" idx="10"/>
          </p:nvPr>
        </p:nvSpPr>
        <p:spPr>
          <a:xfrm>
            <a:off x="7868712" y="1825625"/>
            <a:ext cx="336753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7723855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1047749" y="1825626"/>
            <a:ext cx="6145191"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7400925" y="1816100"/>
            <a:ext cx="3857625"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87364178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266985" y="1825626"/>
            <a:ext cx="4991565"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946785" y="1825626"/>
            <a:ext cx="5063722"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10"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23593962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Half-Screen Image Right">
    <p:spTree>
      <p:nvGrpSpPr>
        <p:cNvPr id="1" name=""/>
        <p:cNvGrpSpPr/>
        <p:nvPr/>
      </p:nvGrpSpPr>
      <p:grpSpPr>
        <a:xfrm>
          <a:off x="0" y="0"/>
          <a:ext cx="0" cy="0"/>
          <a:chOff x="0" y="0"/>
          <a:chExt cx="0" cy="0"/>
        </a:xfrm>
      </p:grpSpPr>
      <p:sp>
        <p:nvSpPr>
          <p:cNvPr id="2" name="Title 1"/>
          <p:cNvSpPr>
            <a:spLocks noGrp="1"/>
          </p:cNvSpPr>
          <p:nvPr>
            <p:ph type="title"/>
          </p:nvPr>
        </p:nvSpPr>
        <p:spPr>
          <a:xfrm>
            <a:off x="1137424"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19125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8" name="Rectangle 7"/>
          <p:cNvSpPr/>
          <p:nvPr userDrawn="1"/>
        </p:nvSpPr>
        <p:spPr>
          <a:xfrm>
            <a:off x="0" y="0"/>
            <a:ext cx="1137424" cy="20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49661348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Half-Screen Image Left">
    <p:spTree>
      <p:nvGrpSpPr>
        <p:cNvPr id="1" name=""/>
        <p:cNvGrpSpPr/>
        <p:nvPr/>
      </p:nvGrpSpPr>
      <p:grpSpPr>
        <a:xfrm>
          <a:off x="0" y="0"/>
          <a:ext cx="0" cy="0"/>
          <a:chOff x="0" y="0"/>
          <a:chExt cx="0" cy="0"/>
        </a:xfrm>
      </p:grpSpPr>
      <p:sp>
        <p:nvSpPr>
          <p:cNvPr id="2" name="Title 1"/>
          <p:cNvSpPr>
            <a:spLocks noGrp="1"/>
          </p:cNvSpPr>
          <p:nvPr>
            <p:ph type="title"/>
          </p:nvPr>
        </p:nvSpPr>
        <p:spPr>
          <a:xfrm>
            <a:off x="6999876"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Tree>
    <p:extLst>
      <p:ext uri="{BB962C8B-B14F-4D97-AF65-F5344CB8AC3E}">
        <p14:creationId xmlns:p14="http://schemas.microsoft.com/office/powerpoint/2010/main" val="118870093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852348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43040319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smtClean="0"/>
              <a:t>Drag picture to placeholder or click icon to add</a:t>
            </a:r>
            <a:endParaRPr lang="en-US" dirty="0"/>
          </a:p>
        </p:txBody>
      </p:sp>
    </p:spTree>
    <p:extLst>
      <p:ext uri="{BB962C8B-B14F-4D97-AF65-F5344CB8AC3E}">
        <p14:creationId xmlns:p14="http://schemas.microsoft.com/office/powerpoint/2010/main" val="236482452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 preserve="1">
  <p:cSld name="13_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hasCustomPrompt="1"/>
          </p:nvPr>
        </p:nvSpPr>
        <p:spPr>
          <a:xfrm>
            <a:off x="914400" y="3614237"/>
            <a:ext cx="10579608" cy="1645920"/>
          </a:xfrm>
        </p:spPr>
        <p:txBody>
          <a:bodyPr anchor="t">
            <a:normAutofit/>
          </a:bodyPr>
          <a:lstStyle>
            <a:lvl1pPr algn="l">
              <a:defRPr sz="5400">
                <a:solidFill>
                  <a:schemeClr val="bg1"/>
                </a:solidFill>
              </a:defRPr>
            </a:lvl1pPr>
          </a:lstStyle>
          <a:p>
            <a:r>
              <a:rPr lang="en-US" dirty="0" smtClean="0"/>
              <a:t>Thank you.</a:t>
            </a:r>
            <a:endParaRPr lang="en-US" dirty="0"/>
          </a:p>
        </p:txBody>
      </p:sp>
      <p:sp>
        <p:nvSpPr>
          <p:cNvPr id="3" name="Subtitle 2"/>
          <p:cNvSpPr>
            <a:spLocks noGrp="1"/>
          </p:cNvSpPr>
          <p:nvPr>
            <p:ph type="subTitle" idx="1" hasCustomPrompt="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smtClean="0"/>
              <a:t>www.microfocus.com</a:t>
            </a:r>
            <a:endParaRPr lang="en-US" dirty="0"/>
          </a:p>
        </p:txBody>
      </p:sp>
    </p:spTree>
    <p:extLst>
      <p:ext uri="{BB962C8B-B14F-4D97-AF65-F5344CB8AC3E}">
        <p14:creationId xmlns:p14="http://schemas.microsoft.com/office/powerpoint/2010/main" val="139641526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title (28pt)</a:t>
            </a:r>
            <a:endParaRPr lang="en-US" dirty="0"/>
          </a:p>
        </p:txBody>
      </p:sp>
      <p:sp>
        <p:nvSpPr>
          <p:cNvPr id="9" name="Text Placeholder 8"/>
          <p:cNvSpPr>
            <a:spLocks noGrp="1"/>
          </p:cNvSpPr>
          <p:nvPr>
            <p:ph type="body" sz="quarter" idx="13" hasCustomPrompt="1"/>
          </p:nvPr>
        </p:nvSpPr>
        <p:spPr>
          <a:xfrm>
            <a:off x="1166287" y="1249433"/>
            <a:ext cx="10092264" cy="588892"/>
          </a:xfrm>
        </p:spPr>
        <p:txBody>
          <a:bodyPr anchor="t"/>
          <a:lstStyle>
            <a:lvl1pPr marL="0" indent="0">
              <a:lnSpc>
                <a:spcPct val="90000"/>
              </a:lnSpc>
              <a:spcBef>
                <a:spcPts val="0"/>
              </a:spcBef>
              <a:buNone/>
              <a:defRPr lang="en-US" sz="2000" b="1" kern="1200" baseline="0" smtClean="0">
                <a:solidFill>
                  <a:schemeClr val="accent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(15pt)</a:t>
            </a:r>
          </a:p>
        </p:txBody>
      </p:sp>
      <p:sp>
        <p:nvSpPr>
          <p:cNvPr id="10" name="Content Placeholder 2"/>
          <p:cNvSpPr>
            <a:spLocks noGrp="1"/>
          </p:cNvSpPr>
          <p:nvPr>
            <p:ph idx="1" hasCustomPrompt="1"/>
          </p:nvPr>
        </p:nvSpPr>
        <p:spPr>
          <a:xfrm>
            <a:off x="954133" y="1819275"/>
            <a:ext cx="10304417" cy="4245885"/>
          </a:xfrm>
        </p:spPr>
        <p:txBody>
          <a:bodyPr/>
          <a:lstStyle>
            <a:lvl3pPr marL="304792" indent="-152396">
              <a:defRPr/>
            </a:lvl3pPr>
          </a:lstStyle>
          <a:p>
            <a:pPr lvl="0"/>
            <a:r>
              <a:rPr lang="en-US" dirty="0" smtClean="0"/>
              <a:t>First level bullet (18pt)</a:t>
            </a:r>
          </a:p>
          <a:p>
            <a:pPr lvl="1"/>
            <a:r>
              <a:rPr lang="en-US" dirty="0" smtClean="0"/>
              <a:t>Second level bullet (14pt)</a:t>
            </a:r>
          </a:p>
          <a:p>
            <a:pPr lvl="2"/>
            <a:r>
              <a:rPr lang="en-US" dirty="0" smtClean="0"/>
              <a:t>Third level bullet (12pt)</a:t>
            </a:r>
          </a:p>
          <a:p>
            <a:pPr lvl="3"/>
            <a:r>
              <a:rPr lang="en-US" dirty="0" smtClean="0"/>
              <a:t>Fourth level (11pt)</a:t>
            </a:r>
          </a:p>
          <a:p>
            <a:pPr lvl="4"/>
            <a:r>
              <a:rPr lang="en-US" dirty="0" smtClean="0"/>
              <a:t>Fifth level (10pt)</a:t>
            </a:r>
            <a:endParaRPr lang="en-US" dirty="0"/>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519571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Tree>
    <p:extLst>
      <p:ext uri="{BB962C8B-B14F-4D97-AF65-F5344CB8AC3E}">
        <p14:creationId xmlns:p14="http://schemas.microsoft.com/office/powerpoint/2010/main" val="128581840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rmAutofit/>
          </a:bodyPr>
          <a:lstStyle>
            <a:lvl1pPr>
              <a:defRPr/>
            </a:lvl1pPr>
          </a:lstStyle>
          <a:p>
            <a:r>
              <a:rPr lang="en-US" dirty="0" smtClean="0"/>
              <a:t>Content + Subtitle</a:t>
            </a:r>
            <a:endParaRPr lang="en-US" dirty="0"/>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8" name="Text Placeholder 2"/>
          <p:cNvSpPr>
            <a:spLocks noGrp="1"/>
          </p:cNvSpPr>
          <p:nvPr>
            <p:ph idx="1"/>
          </p:nvPr>
        </p:nvSpPr>
        <p:spPr>
          <a:xfrm>
            <a:off x="946786" y="1728000"/>
            <a:ext cx="10311765" cy="44521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2945781499"/>
      </p:ext>
    </p:extLst>
  </p:cSld>
  <p:clrMapOvr>
    <a:masterClrMapping/>
  </p:clrMapOvr>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cSld name="Title Slide with Name">
    <p:bg>
      <p:bgPr>
        <a:gradFill>
          <a:gsLst>
            <a:gs pos="0">
              <a:schemeClr val="tx2">
                <a:lumMod val="80000"/>
                <a:lumOff val="20000"/>
              </a:schemeClr>
            </a:gs>
            <a:gs pos="37000">
              <a:schemeClr val="tx2">
                <a:lumMod val="90000"/>
                <a:lumOff val="10000"/>
              </a:schemeClr>
            </a:gs>
            <a:gs pos="100000">
              <a:srgbClr val="0056EF"/>
            </a:gs>
          </a:gsLst>
          <a:lin ang="2700000" scaled="0"/>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10000"/>
          </a:blip>
          <a:stretch>
            <a:fillRect/>
          </a:stretch>
        </p:blipFill>
        <p:spPr>
          <a:xfrm>
            <a:off x="-87780" y="0"/>
            <a:ext cx="11920244" cy="6858000"/>
          </a:xfrm>
          <a:prstGeom prst="rect">
            <a:avLst/>
          </a:prstGeom>
        </p:spPr>
      </p:pic>
      <p:sp>
        <p:nvSpPr>
          <p:cNvPr id="4" name="Rectangle 3"/>
          <p:cNvSpPr/>
          <p:nvPr userDrawn="1"/>
        </p:nvSpPr>
        <p:spPr>
          <a:xfrm>
            <a:off x="0" y="0"/>
            <a:ext cx="12204191" cy="6858000"/>
          </a:xfrm>
          <a:prstGeom prst="rect">
            <a:avLst/>
          </a:prstGeom>
          <a:gradFill flip="none" rotWithShape="1">
            <a:gsLst>
              <a:gs pos="0">
                <a:schemeClr val="accent4">
                  <a:alpha val="86000"/>
                </a:schemeClr>
              </a:gs>
              <a:gs pos="45000">
                <a:schemeClr val="tx2">
                  <a:alpha val="50000"/>
                </a:schemeClr>
              </a:gs>
              <a:gs pos="100000">
                <a:srgbClr val="0155E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smtClean="0"/>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smtClean="0"/>
              <a:t>Speaker Name</a:t>
            </a:r>
            <a:endParaRPr dirty="0"/>
          </a:p>
          <a:p>
            <a:pPr lvl="1"/>
            <a:r>
              <a:rPr lang="en-US" dirty="0" smtClean="0"/>
              <a:t>Title/Company</a:t>
            </a:r>
            <a:endParaRPr dirty="0"/>
          </a:p>
          <a:p>
            <a:pPr lvl="2"/>
            <a:r>
              <a:rPr lang="en-US" dirty="0" smtClean="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spTree>
    <p:extLst>
      <p:ext uri="{BB962C8B-B14F-4D97-AF65-F5344CB8AC3E}">
        <p14:creationId xmlns:p14="http://schemas.microsoft.com/office/powerpoint/2010/main" val="408661227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smtClean="0"/>
              <a:t>First level 28 </a:t>
            </a:r>
            <a:r>
              <a:rPr lang="en-US" dirty="0" err="1" smtClean="0"/>
              <a:t>pt</a:t>
            </a:r>
            <a:endParaRPr lang="en-US" dirty="0" smtClean="0"/>
          </a:p>
          <a:p>
            <a:pPr lvl="1"/>
            <a:r>
              <a:rPr lang="en-US" dirty="0" smtClean="0"/>
              <a:t>Second level 20 </a:t>
            </a:r>
            <a:r>
              <a:rPr lang="en-US" dirty="0" err="1" smtClean="0"/>
              <a:t>pt</a:t>
            </a:r>
            <a:endParaRPr lang="en-US" dirty="0" smtClean="0"/>
          </a:p>
          <a:p>
            <a:pPr lvl="2"/>
            <a:r>
              <a:rPr lang="en-US" dirty="0" smtClean="0"/>
              <a:t>Third level 18 </a:t>
            </a:r>
            <a:r>
              <a:rPr lang="en-US" dirty="0" err="1" smtClean="0"/>
              <a:t>pt</a:t>
            </a:r>
            <a:endParaRPr lang="en-US" dirty="0" smtClean="0"/>
          </a:p>
          <a:p>
            <a:pPr lvl="3"/>
            <a:r>
              <a:rPr lang="en-US" dirty="0" smtClean="0"/>
              <a:t>Fourth level 16 </a:t>
            </a:r>
            <a:r>
              <a:rPr lang="en-US" dirty="0" err="1" smtClean="0"/>
              <a:t>pt</a:t>
            </a:r>
            <a:endParaRPr lang="en-US" dirty="0" smtClean="0"/>
          </a:p>
          <a:p>
            <a:pPr lvl="4"/>
            <a:r>
              <a:rPr lang="en-US" dirty="0" smtClean="0"/>
              <a:t>Fifth level – avoid as too small</a:t>
            </a:r>
            <a:endParaRPr lang="en-US" dirty="0"/>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7"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smtClean="0"/>
              <a:t>Click to edit Master title style</a:t>
            </a:r>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3816345013"/>
      </p:ext>
    </p:extLst>
  </p:cSld>
  <p:clrMapOvr>
    <a:masterClrMapping/>
  </p:clrMapOvr>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cSld name="Logo Slide">
    <p:bg>
      <p:bgPr>
        <a:gradFill flip="none" rotWithShape="1">
          <a:gsLst>
            <a:gs pos="0">
              <a:schemeClr val="accent5"/>
            </a:gs>
            <a:gs pos="47000">
              <a:schemeClr val="tx2">
                <a:lumMod val="85000"/>
                <a:lumOff val="15000"/>
              </a:schemeClr>
            </a:gs>
            <a:gs pos="100000">
              <a:schemeClr val="accent2"/>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Tree>
    <p:extLst>
      <p:ext uri="{BB962C8B-B14F-4D97-AF65-F5344CB8AC3E}">
        <p14:creationId xmlns:p14="http://schemas.microsoft.com/office/powerpoint/2010/main" val="1920402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pPr defTabSz="914400"/>
            <a:fld id="{8F030E74-B79E-47A7-AA1C-BA3D00CC0B4A}" type="datetime4">
              <a:rPr lang="en-US">
                <a:solidFill>
                  <a:prstClr val="black"/>
                </a:solidFill>
              </a:rPr>
              <a:pPr defTabSz="914400"/>
              <a:t>December 10, 2018</a:t>
            </a:fld>
            <a:endParaRPr>
              <a:solidFill>
                <a:prstClr val="black"/>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pPr defTabSz="914400"/>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0076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Two Content and Headings">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a:solidFill>
                <a:prstClr val="white">
                  <a:lumMod val="75000"/>
                </a:prstClr>
              </a:solidFill>
            </a:endParaRPr>
          </a:p>
        </p:txBody>
      </p:sp>
      <p:sp>
        <p:nvSpPr>
          <p:cNvPr id="10"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a:t>Click to edit Master title style</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srgbClr val="212E35">
                  <a:tint val="75000"/>
                </a:srgbClr>
              </a:solidFill>
            </a:endParaRPr>
          </a:p>
        </p:txBody>
      </p:sp>
    </p:spTree>
    <p:extLst>
      <p:ext uri="{BB962C8B-B14F-4D97-AF65-F5344CB8AC3E}">
        <p14:creationId xmlns:p14="http://schemas.microsoft.com/office/powerpoint/2010/main" val="2953904333"/>
      </p:ext>
    </p:extLst>
  </p:cSld>
  <p:clrMapOvr>
    <a:masterClrMapping/>
  </p:clrMapOvr>
  <p:extLst mod="1">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bwMode="black">
          <a:xfrm>
            <a:off x="441961" y="1001854"/>
            <a:ext cx="10822941" cy="369332"/>
          </a:xfrm>
          <a:prstGeom prst="rect">
            <a:avLst/>
          </a:prstGeom>
        </p:spPr>
        <p:txBody>
          <a:bodyPr>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smtClean="0"/>
              <a:t>Click to edit Master subtitle style</a:t>
            </a:r>
            <a:endParaRPr lang="en-US" noProof="0" dirty="0"/>
          </a:p>
        </p:txBody>
      </p:sp>
      <p:sp>
        <p:nvSpPr>
          <p:cNvPr id="7" name="Title 6"/>
          <p:cNvSpPr>
            <a:spLocks noGrp="1"/>
          </p:cNvSpPr>
          <p:nvPr>
            <p:ph type="title"/>
          </p:nvPr>
        </p:nvSpPr>
        <p:spPr bwMode="black">
          <a:xfrm>
            <a:off x="441961" y="313419"/>
            <a:ext cx="10822941" cy="574516"/>
          </a:xfrm>
        </p:spPr>
        <p:txBody>
          <a:bodyPr>
            <a:noAutofit/>
          </a:bodyPr>
          <a:lstStyle>
            <a:lvl1pPr>
              <a:defRPr b="1" i="0">
                <a:solidFill>
                  <a:srgbClr val="000000"/>
                </a:solidFill>
                <a:latin typeface="HP Simplified" pitchFamily="34" charset="0"/>
                <a:cs typeface="HP Simplified" pitchFamily="34" charset="0"/>
              </a:defRPr>
            </a:lvl1pPr>
          </a:lstStyle>
          <a:p>
            <a:r>
              <a:rPr lang="en-US" noProof="0" smtClean="0"/>
              <a:t>Click to edit Master title style</a:t>
            </a:r>
            <a:endParaRPr lang="en-US" noProof="0" dirty="0"/>
          </a:p>
        </p:txBody>
      </p:sp>
      <p:sp>
        <p:nvSpPr>
          <p:cNvPr id="6" name="Content Placeholder 5"/>
          <p:cNvSpPr>
            <a:spLocks noGrp="1"/>
          </p:cNvSpPr>
          <p:nvPr>
            <p:ph sz="quarter" idx="10"/>
          </p:nvPr>
        </p:nvSpPr>
        <p:spPr>
          <a:xfrm>
            <a:off x="438913" y="1584962"/>
            <a:ext cx="10826496" cy="4305300"/>
          </a:xfrm>
        </p:spPr>
        <p:txBody>
          <a:bodyPr>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76852537"/>
      </p:ext>
    </p:extLst>
  </p:cSld>
  <p:clrMapOvr>
    <a:masterClrMapping/>
  </p:clrMapOvr>
  <p:hf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a:xfrm>
            <a:off x="5598212" y="6426104"/>
            <a:ext cx="995578" cy="210312"/>
          </a:xfrm>
          <a:prstGeom prst="rect">
            <a:avLst/>
          </a:prstGeom>
        </p:spPr>
        <p:txBody>
          <a:bodyPr/>
          <a:lstStyle/>
          <a:p>
            <a:pPr defTabSz="914400"/>
            <a:fld id="{1D654495-4BF5-4727-99D4-DFD1D0597350}"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11"/>
          </p:nvPr>
        </p:nvSpPr>
        <p:spPr>
          <a:xfrm>
            <a:off x="6934200" y="6426104"/>
            <a:ext cx="4025198" cy="210312"/>
          </a:xfrm>
          <a:prstGeom prst="rect">
            <a:avLst/>
          </a:prstGeom>
        </p:spPr>
        <p:txBody>
          <a:body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082393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tx">
  <p:cSld name="3_Title Only - Strategy">
    <p:bg>
      <p:bgPr>
        <a:solidFill>
          <a:srgbClr val="FFFFFF"/>
        </a:solidFill>
        <a:effectLst/>
      </p:bgPr>
    </p:bg>
    <p:spTree>
      <p:nvGrpSpPr>
        <p:cNvPr id="1" name=""/>
        <p:cNvGrpSpPr/>
        <p:nvPr/>
      </p:nvGrpSpPr>
      <p:grpSpPr>
        <a:xfrm>
          <a:off x="0" y="0"/>
          <a:ext cx="0" cy="0"/>
          <a:chOff x="0" y="0"/>
          <a:chExt cx="0" cy="0"/>
        </a:xfrm>
      </p:grpSpPr>
      <p:pic>
        <p:nvPicPr>
          <p:cNvPr id="741" name="Picture 3" descr="Picture 3"/>
          <p:cNvPicPr>
            <a:picLocks noChangeAspect="1"/>
          </p:cNvPicPr>
          <p:nvPr/>
        </p:nvPicPr>
        <p:blipFill>
          <a:blip r:embed="rId2">
            <a:alphaModFix amt="28000"/>
            <a:extLst/>
          </a:blip>
          <a:srcRect r="224" b="416"/>
          <a:stretch>
            <a:fillRect/>
          </a:stretch>
        </p:blipFill>
        <p:spPr>
          <a:xfrm rot="10800000">
            <a:off x="-25400" y="-1"/>
            <a:ext cx="12217401" cy="6858001"/>
          </a:xfrm>
          <a:prstGeom prst="rect">
            <a:avLst/>
          </a:prstGeom>
          <a:ln w="12700">
            <a:miter lim="400000"/>
          </a:ln>
        </p:spPr>
      </p:pic>
      <p:sp>
        <p:nvSpPr>
          <p:cNvPr id="742" name="Rectangle 4"/>
          <p:cNvSpPr/>
          <p:nvPr/>
        </p:nvSpPr>
        <p:spPr>
          <a:xfrm>
            <a:off x="-25400" y="-2"/>
            <a:ext cx="12217400" cy="6858001"/>
          </a:xfrm>
          <a:prstGeom prst="rect">
            <a:avLst/>
          </a:prstGeom>
          <a:gradFill>
            <a:gsLst>
              <a:gs pos="42000">
                <a:srgbClr val="FFFFFF">
                  <a:alpha val="98000"/>
                </a:srgbClr>
              </a:gs>
              <a:gs pos="84000">
                <a:srgbClr val="FFFFFF">
                  <a:alpha val="43000"/>
                </a:srgbClr>
              </a:gs>
            </a:gsLst>
            <a:lin ang="2639999"/>
          </a:gradFill>
          <a:ln w="12700">
            <a:miter lim="400000"/>
          </a:ln>
        </p:spPr>
        <p:txBody>
          <a:bodyPr lIns="45719" rIns="45719" anchor="ctr"/>
          <a:lstStyle/>
          <a:p>
            <a:pPr algn="ctr">
              <a:defRPr>
                <a:solidFill>
                  <a:srgbClr val="FFFFFF"/>
                </a:solidFill>
              </a:defRPr>
            </a:pPr>
            <a:endParaRPr>
              <a:solidFill>
                <a:srgbClr val="FFFFFF"/>
              </a:solidFill>
            </a:endParaRPr>
          </a:p>
        </p:txBody>
      </p:sp>
      <p:sp>
        <p:nvSpPr>
          <p:cNvPr id="743" name="Title Text"/>
          <p:cNvSpPr txBox="1">
            <a:spLocks noGrp="1"/>
          </p:cNvSpPr>
          <p:nvPr>
            <p:ph type="title"/>
          </p:nvPr>
        </p:nvSpPr>
        <p:spPr>
          <a:xfrm>
            <a:off x="946785" y="429272"/>
            <a:ext cx="10311766" cy="974663"/>
          </a:xfrm>
          <a:prstGeom prst="rect">
            <a:avLst/>
          </a:prstGeom>
        </p:spPr>
        <p:txBody>
          <a:bodyPr/>
          <a:lstStyle/>
          <a:p>
            <a:r>
              <a:rPr lang="en-US" smtClean="0"/>
              <a:t>Click to edit Master title style</a:t>
            </a:r>
            <a:endParaRPr/>
          </a:p>
        </p:txBody>
      </p:sp>
      <p:sp>
        <p:nvSpPr>
          <p:cNvPr id="744" name="Slide Number"/>
          <p:cNvSpPr txBox="1">
            <a:spLocks noGrp="1"/>
          </p:cNvSpPr>
          <p:nvPr>
            <p:ph type="sldNum" sz="quarter" idx="2"/>
          </p:nvPr>
        </p:nvSpPr>
        <p:spPr>
          <a:xfrm>
            <a:off x="231632" y="6406532"/>
            <a:ext cx="245750" cy="256541"/>
          </a:xfrm>
          <a:prstGeom prst="rect">
            <a:avLst/>
          </a:prstGeom>
        </p:spPr>
        <p:txBody>
          <a:bodyPr/>
          <a:lstStyle/>
          <a:p>
            <a:fld id="{86CB4B4D-7CA3-9044-876B-883B54F8677D}" type="slidenum">
              <a:rPr>
                <a:solidFill>
                  <a:prstClr val="white">
                    <a:lumMod val="75000"/>
                  </a:prstClr>
                </a:solidFill>
              </a:rPr>
              <a:pPr/>
              <a:t>‹#›</a:t>
            </a:fld>
            <a:endParaRPr>
              <a:solidFill>
                <a:prstClr val="white">
                  <a:lumMod val="75000"/>
                </a:prstClr>
              </a:solidFill>
            </a:endParaRPr>
          </a:p>
        </p:txBody>
      </p:sp>
      <p:grpSp>
        <p:nvGrpSpPr>
          <p:cNvPr id="758" name="Group 5"/>
          <p:cNvGrpSpPr/>
          <p:nvPr/>
        </p:nvGrpSpPr>
        <p:grpSpPr>
          <a:xfrm>
            <a:off x="11311010" y="6527385"/>
            <a:ext cx="740367" cy="179272"/>
            <a:chOff x="0" y="0"/>
            <a:chExt cx="740366" cy="179271"/>
          </a:xfrm>
        </p:grpSpPr>
        <p:sp>
          <p:nvSpPr>
            <p:cNvPr id="745" name="Freeform 5"/>
            <p:cNvSpPr/>
            <p:nvPr/>
          </p:nvSpPr>
          <p:spPr>
            <a:xfrm>
              <a:off x="-1" y="37251"/>
              <a:ext cx="142021" cy="1420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5311" y="0"/>
                  </a:lnTo>
                  <a:lnTo>
                    <a:pt x="5311" y="16289"/>
                  </a:lnTo>
                  <a:lnTo>
                    <a:pt x="21600" y="16289"/>
                  </a:lnTo>
                  <a:lnTo>
                    <a:pt x="21600" y="21600"/>
                  </a:lnTo>
                  <a:lnTo>
                    <a:pt x="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6" name="Freeform 6"/>
            <p:cNvSpPr/>
            <p:nvPr/>
          </p:nvSpPr>
          <p:spPr>
            <a:xfrm>
              <a:off x="34922" y="4656"/>
              <a:ext cx="142021" cy="139693"/>
            </a:xfrm>
            <a:custGeom>
              <a:avLst/>
              <a:gdLst/>
              <a:ahLst/>
              <a:cxnLst>
                <a:cxn ang="0">
                  <a:pos x="wd2" y="hd2"/>
                </a:cxn>
                <a:cxn ang="5400000">
                  <a:pos x="wd2" y="hd2"/>
                </a:cxn>
                <a:cxn ang="10800000">
                  <a:pos x="wd2" y="hd2"/>
                </a:cxn>
                <a:cxn ang="16200000">
                  <a:pos x="wd2" y="hd2"/>
                </a:cxn>
              </a:cxnLst>
              <a:rect l="0" t="0" r="r" b="b"/>
              <a:pathLst>
                <a:path w="21600" h="21600" extrusionOk="0">
                  <a:moveTo>
                    <a:pt x="0" y="5040"/>
                  </a:moveTo>
                  <a:lnTo>
                    <a:pt x="0" y="0"/>
                  </a:lnTo>
                  <a:lnTo>
                    <a:pt x="21600" y="0"/>
                  </a:lnTo>
                  <a:lnTo>
                    <a:pt x="21600" y="21600"/>
                  </a:lnTo>
                  <a:lnTo>
                    <a:pt x="16289" y="21600"/>
                  </a:lnTo>
                  <a:lnTo>
                    <a:pt x="16289" y="5040"/>
                  </a:lnTo>
                  <a:lnTo>
                    <a:pt x="0" y="504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7" name="Freeform 7"/>
            <p:cNvSpPr/>
            <p:nvPr/>
          </p:nvSpPr>
          <p:spPr>
            <a:xfrm>
              <a:off x="216522" y="4656"/>
              <a:ext cx="81487"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17897" y="0"/>
                  </a:lnTo>
                  <a:lnTo>
                    <a:pt x="11109" y="10800"/>
                  </a:lnTo>
                  <a:lnTo>
                    <a:pt x="4320" y="0"/>
                  </a:lnTo>
                  <a:lnTo>
                    <a:pt x="0" y="0"/>
                  </a:lnTo>
                  <a:lnTo>
                    <a:pt x="0" y="21600"/>
                  </a:lnTo>
                  <a:lnTo>
                    <a:pt x="4320" y="21600"/>
                  </a:lnTo>
                  <a:lnTo>
                    <a:pt x="4320" y="7425"/>
                  </a:lnTo>
                  <a:lnTo>
                    <a:pt x="9874" y="16200"/>
                  </a:lnTo>
                  <a:lnTo>
                    <a:pt x="12343" y="16200"/>
                  </a:lnTo>
                  <a:lnTo>
                    <a:pt x="17897" y="7425"/>
                  </a:lnTo>
                  <a:lnTo>
                    <a:pt x="17897" y="21600"/>
                  </a:lnTo>
                  <a:lnTo>
                    <a:pt x="2160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8" name="Freeform 8"/>
            <p:cNvSpPr/>
            <p:nvPr/>
          </p:nvSpPr>
          <p:spPr>
            <a:xfrm>
              <a:off x="337588" y="4656"/>
              <a:ext cx="13970" cy="74503"/>
            </a:xfrm>
            <a:prstGeom prst="rect">
              <a:avLst/>
            </a:pr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9" name="Freeform 9"/>
            <p:cNvSpPr/>
            <p:nvPr/>
          </p:nvSpPr>
          <p:spPr>
            <a:xfrm>
              <a:off x="391136" y="4656"/>
              <a:ext cx="72175"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14850"/>
                  </a:lnTo>
                  <a:lnTo>
                    <a:pt x="17419" y="14850"/>
                  </a:lnTo>
                  <a:lnTo>
                    <a:pt x="17419" y="17550"/>
                  </a:lnTo>
                  <a:lnTo>
                    <a:pt x="4181" y="17550"/>
                  </a:lnTo>
                  <a:lnTo>
                    <a:pt x="4181" y="4050"/>
                  </a:lnTo>
                  <a:lnTo>
                    <a:pt x="17419" y="4050"/>
                  </a:lnTo>
                  <a:lnTo>
                    <a:pt x="17419" y="6075"/>
                  </a:lnTo>
                  <a:lnTo>
                    <a:pt x="21600" y="6750"/>
                  </a:lnTo>
                  <a:lnTo>
                    <a:pt x="21600" y="0"/>
                  </a:lnTo>
                  <a:lnTo>
                    <a:pt x="0" y="0"/>
                  </a:lnTo>
                  <a:lnTo>
                    <a:pt x="0" y="20925"/>
                  </a:lnTo>
                  <a:lnTo>
                    <a:pt x="2090" y="21600"/>
                  </a:lnTo>
                  <a:lnTo>
                    <a:pt x="19510" y="21600"/>
                  </a:lnTo>
                  <a:lnTo>
                    <a:pt x="21600" y="20925"/>
                  </a:lnTo>
                  <a:lnTo>
                    <a:pt x="21600" y="19575"/>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0" name="Freeform 10"/>
            <p:cNvSpPr/>
            <p:nvPr/>
          </p:nvSpPr>
          <p:spPr>
            <a:xfrm>
              <a:off x="502890"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4850" y="12825"/>
                  </a:lnTo>
                  <a:lnTo>
                    <a:pt x="19575" y="12825"/>
                  </a:lnTo>
                  <a:lnTo>
                    <a:pt x="20925" y="12150"/>
                  </a:lnTo>
                  <a:lnTo>
                    <a:pt x="21600" y="10800"/>
                  </a:lnTo>
                  <a:lnTo>
                    <a:pt x="21600" y="2025"/>
                  </a:lnTo>
                  <a:lnTo>
                    <a:pt x="20925" y="0"/>
                  </a:lnTo>
                  <a:lnTo>
                    <a:pt x="0" y="0"/>
                  </a:lnTo>
                  <a:lnTo>
                    <a:pt x="0" y="21600"/>
                  </a:lnTo>
                  <a:lnTo>
                    <a:pt x="4050" y="21600"/>
                  </a:lnTo>
                  <a:lnTo>
                    <a:pt x="4050" y="12825"/>
                  </a:lnTo>
                  <a:lnTo>
                    <a:pt x="9450" y="12825"/>
                  </a:lnTo>
                  <a:lnTo>
                    <a:pt x="16200" y="21600"/>
                  </a:lnTo>
                  <a:lnTo>
                    <a:pt x="21600" y="21600"/>
                  </a:lnTo>
                  <a:close/>
                  <a:moveTo>
                    <a:pt x="4050" y="4050"/>
                  </a:moveTo>
                  <a:lnTo>
                    <a:pt x="16875" y="4050"/>
                  </a:lnTo>
                  <a:lnTo>
                    <a:pt x="16875" y="8775"/>
                  </a:lnTo>
                  <a:lnTo>
                    <a:pt x="4050" y="8775"/>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1" name="Freeform 11"/>
            <p:cNvSpPr/>
            <p:nvPr/>
          </p:nvSpPr>
          <p:spPr>
            <a:xfrm>
              <a:off x="614643"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2025"/>
                  </a:lnTo>
                  <a:lnTo>
                    <a:pt x="20925" y="0"/>
                  </a:lnTo>
                  <a:lnTo>
                    <a:pt x="675" y="0"/>
                  </a:lnTo>
                  <a:lnTo>
                    <a:pt x="0" y="2025"/>
                  </a:lnTo>
                  <a:lnTo>
                    <a:pt x="0" y="19575"/>
                  </a:lnTo>
                  <a:lnTo>
                    <a:pt x="675" y="20925"/>
                  </a:lnTo>
                  <a:lnTo>
                    <a:pt x="2025" y="21600"/>
                  </a:lnTo>
                  <a:lnTo>
                    <a:pt x="19575" y="21600"/>
                  </a:lnTo>
                  <a:lnTo>
                    <a:pt x="20925" y="20925"/>
                  </a:lnTo>
                  <a:lnTo>
                    <a:pt x="21600" y="19575"/>
                  </a:lnTo>
                  <a:close/>
                  <a:moveTo>
                    <a:pt x="4050" y="4050"/>
                  </a:moveTo>
                  <a:lnTo>
                    <a:pt x="17550" y="4050"/>
                  </a:lnTo>
                  <a:lnTo>
                    <a:pt x="17550" y="17550"/>
                  </a:lnTo>
                  <a:lnTo>
                    <a:pt x="4050" y="17550"/>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2" name="Freeform 12"/>
            <p:cNvSpPr/>
            <p:nvPr/>
          </p:nvSpPr>
          <p:spPr>
            <a:xfrm>
              <a:off x="216522"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4582"/>
                  </a:moveTo>
                  <a:lnTo>
                    <a:pt x="21600" y="0"/>
                  </a:lnTo>
                  <a:lnTo>
                    <a:pt x="0" y="0"/>
                  </a:lnTo>
                  <a:lnTo>
                    <a:pt x="0" y="21600"/>
                  </a:lnTo>
                  <a:lnTo>
                    <a:pt x="4725" y="21600"/>
                  </a:lnTo>
                  <a:lnTo>
                    <a:pt x="4725" y="13091"/>
                  </a:lnTo>
                  <a:lnTo>
                    <a:pt x="17550" y="13091"/>
                  </a:lnTo>
                  <a:lnTo>
                    <a:pt x="17550" y="8509"/>
                  </a:lnTo>
                  <a:lnTo>
                    <a:pt x="4725" y="8509"/>
                  </a:lnTo>
                  <a:lnTo>
                    <a:pt x="4725" y="4582"/>
                  </a:lnTo>
                  <a:lnTo>
                    <a:pt x="2160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3" name="Freeform 13"/>
            <p:cNvSpPr/>
            <p:nvPr/>
          </p:nvSpPr>
          <p:spPr>
            <a:xfrm>
              <a:off x="311978"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2618"/>
                  </a:lnTo>
                  <a:lnTo>
                    <a:pt x="20925" y="655"/>
                  </a:lnTo>
                  <a:lnTo>
                    <a:pt x="19575" y="0"/>
                  </a:lnTo>
                  <a:lnTo>
                    <a:pt x="2025" y="0"/>
                  </a:lnTo>
                  <a:lnTo>
                    <a:pt x="675" y="655"/>
                  </a:lnTo>
                  <a:lnTo>
                    <a:pt x="0" y="2618"/>
                  </a:lnTo>
                  <a:lnTo>
                    <a:pt x="0" y="19636"/>
                  </a:lnTo>
                  <a:lnTo>
                    <a:pt x="675" y="20945"/>
                  </a:lnTo>
                  <a:lnTo>
                    <a:pt x="2025" y="21600"/>
                  </a:lnTo>
                  <a:lnTo>
                    <a:pt x="19575" y="21600"/>
                  </a:lnTo>
                  <a:lnTo>
                    <a:pt x="20925" y="20945"/>
                  </a:lnTo>
                  <a:lnTo>
                    <a:pt x="21600" y="19636"/>
                  </a:lnTo>
                  <a:close/>
                  <a:moveTo>
                    <a:pt x="4050" y="4582"/>
                  </a:moveTo>
                  <a:lnTo>
                    <a:pt x="17550" y="4582"/>
                  </a:lnTo>
                  <a:lnTo>
                    <a:pt x="17550" y="17018"/>
                  </a:lnTo>
                  <a:lnTo>
                    <a:pt x="4050" y="17018"/>
                  </a:lnTo>
                  <a:lnTo>
                    <a:pt x="405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4" name="Freeform 14"/>
            <p:cNvSpPr/>
            <p:nvPr/>
          </p:nvSpPr>
          <p:spPr>
            <a:xfrm>
              <a:off x="412090"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4400"/>
                  </a:lnTo>
                  <a:lnTo>
                    <a:pt x="17550" y="15055"/>
                  </a:lnTo>
                  <a:lnTo>
                    <a:pt x="17550" y="17018"/>
                  </a:lnTo>
                  <a:lnTo>
                    <a:pt x="4725" y="17018"/>
                  </a:lnTo>
                  <a:lnTo>
                    <a:pt x="4725" y="4582"/>
                  </a:lnTo>
                  <a:lnTo>
                    <a:pt x="17550" y="4582"/>
                  </a:lnTo>
                  <a:lnTo>
                    <a:pt x="17550" y="6545"/>
                  </a:lnTo>
                  <a:lnTo>
                    <a:pt x="21600" y="7200"/>
                  </a:lnTo>
                  <a:lnTo>
                    <a:pt x="21600" y="2618"/>
                  </a:lnTo>
                  <a:lnTo>
                    <a:pt x="20925" y="655"/>
                  </a:lnTo>
                  <a:lnTo>
                    <a:pt x="19575" y="0"/>
                  </a:lnTo>
                  <a:lnTo>
                    <a:pt x="2700" y="0"/>
                  </a:lnTo>
                  <a:lnTo>
                    <a:pt x="675" y="655"/>
                  </a:lnTo>
                  <a:lnTo>
                    <a:pt x="0" y="2618"/>
                  </a:lnTo>
                  <a:lnTo>
                    <a:pt x="0" y="19636"/>
                  </a:lnTo>
                  <a:lnTo>
                    <a:pt x="675" y="20945"/>
                  </a:lnTo>
                  <a:lnTo>
                    <a:pt x="2700"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5" name="Freeform 15"/>
            <p:cNvSpPr/>
            <p:nvPr/>
          </p:nvSpPr>
          <p:spPr>
            <a:xfrm>
              <a:off x="514531"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0"/>
                  </a:lnTo>
                  <a:lnTo>
                    <a:pt x="16875" y="0"/>
                  </a:lnTo>
                  <a:lnTo>
                    <a:pt x="16875" y="17018"/>
                  </a:lnTo>
                  <a:lnTo>
                    <a:pt x="4050" y="17018"/>
                  </a:lnTo>
                  <a:lnTo>
                    <a:pt x="4050" y="0"/>
                  </a:lnTo>
                  <a:lnTo>
                    <a:pt x="0" y="0"/>
                  </a:lnTo>
                  <a:lnTo>
                    <a:pt x="0" y="19636"/>
                  </a:lnTo>
                  <a:lnTo>
                    <a:pt x="675" y="20945"/>
                  </a:lnTo>
                  <a:lnTo>
                    <a:pt x="2025" y="21600"/>
                  </a:lnTo>
                  <a:lnTo>
                    <a:pt x="18900"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6" name="Freeform 16"/>
            <p:cNvSpPr/>
            <p:nvPr/>
          </p:nvSpPr>
          <p:spPr>
            <a:xfrm>
              <a:off x="614643"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1127"/>
                  </a:lnTo>
                  <a:lnTo>
                    <a:pt x="20925" y="9164"/>
                  </a:lnTo>
                  <a:lnTo>
                    <a:pt x="19575" y="8509"/>
                  </a:lnTo>
                  <a:lnTo>
                    <a:pt x="4050" y="8509"/>
                  </a:lnTo>
                  <a:lnTo>
                    <a:pt x="4050" y="4582"/>
                  </a:lnTo>
                  <a:lnTo>
                    <a:pt x="17550" y="4582"/>
                  </a:lnTo>
                  <a:lnTo>
                    <a:pt x="17550" y="6545"/>
                  </a:lnTo>
                  <a:lnTo>
                    <a:pt x="21600" y="7200"/>
                  </a:lnTo>
                  <a:lnTo>
                    <a:pt x="21600" y="2618"/>
                  </a:lnTo>
                  <a:lnTo>
                    <a:pt x="20925" y="655"/>
                  </a:lnTo>
                  <a:lnTo>
                    <a:pt x="19575" y="0"/>
                  </a:lnTo>
                  <a:lnTo>
                    <a:pt x="2025" y="0"/>
                  </a:lnTo>
                  <a:lnTo>
                    <a:pt x="675" y="655"/>
                  </a:lnTo>
                  <a:lnTo>
                    <a:pt x="0" y="2618"/>
                  </a:lnTo>
                  <a:lnTo>
                    <a:pt x="0" y="10473"/>
                  </a:lnTo>
                  <a:lnTo>
                    <a:pt x="675" y="12436"/>
                  </a:lnTo>
                  <a:lnTo>
                    <a:pt x="2025" y="13091"/>
                  </a:lnTo>
                  <a:lnTo>
                    <a:pt x="17550" y="13091"/>
                  </a:lnTo>
                  <a:lnTo>
                    <a:pt x="17550" y="17018"/>
                  </a:lnTo>
                  <a:lnTo>
                    <a:pt x="4050" y="17018"/>
                  </a:lnTo>
                  <a:lnTo>
                    <a:pt x="4050" y="15055"/>
                  </a:lnTo>
                  <a:lnTo>
                    <a:pt x="0" y="14400"/>
                  </a:lnTo>
                  <a:lnTo>
                    <a:pt x="0" y="19636"/>
                  </a:lnTo>
                  <a:lnTo>
                    <a:pt x="675" y="20945"/>
                  </a:lnTo>
                  <a:lnTo>
                    <a:pt x="2025"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7" name="Freeform 17"/>
            <p:cNvSpPr/>
            <p:nvPr/>
          </p:nvSpPr>
          <p:spPr>
            <a:xfrm>
              <a:off x="707771" y="-1"/>
              <a:ext cx="32596" cy="3259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6171" y="20057"/>
                  </a:lnTo>
                  <a:lnTo>
                    <a:pt x="3086" y="18514"/>
                  </a:lnTo>
                  <a:lnTo>
                    <a:pt x="0" y="13886"/>
                  </a:lnTo>
                  <a:lnTo>
                    <a:pt x="0" y="6171"/>
                  </a:lnTo>
                  <a:lnTo>
                    <a:pt x="6171" y="0"/>
                  </a:lnTo>
                  <a:lnTo>
                    <a:pt x="13886" y="0"/>
                  </a:lnTo>
                  <a:lnTo>
                    <a:pt x="18514" y="3086"/>
                  </a:lnTo>
                  <a:lnTo>
                    <a:pt x="20057" y="6171"/>
                  </a:lnTo>
                  <a:lnTo>
                    <a:pt x="21600" y="10800"/>
                  </a:lnTo>
                  <a:lnTo>
                    <a:pt x="20057" y="13886"/>
                  </a:lnTo>
                  <a:lnTo>
                    <a:pt x="18514" y="18514"/>
                  </a:lnTo>
                  <a:lnTo>
                    <a:pt x="13886" y="20057"/>
                  </a:lnTo>
                  <a:lnTo>
                    <a:pt x="10800" y="21600"/>
                  </a:lnTo>
                  <a:close/>
                  <a:moveTo>
                    <a:pt x="10800" y="0"/>
                  </a:moveTo>
                  <a:lnTo>
                    <a:pt x="6171" y="1543"/>
                  </a:lnTo>
                  <a:lnTo>
                    <a:pt x="3086" y="3086"/>
                  </a:lnTo>
                  <a:lnTo>
                    <a:pt x="1543" y="6171"/>
                  </a:lnTo>
                  <a:lnTo>
                    <a:pt x="0" y="10800"/>
                  </a:lnTo>
                  <a:lnTo>
                    <a:pt x="3086" y="16971"/>
                  </a:lnTo>
                  <a:lnTo>
                    <a:pt x="6171" y="18514"/>
                  </a:lnTo>
                  <a:lnTo>
                    <a:pt x="10800" y="20057"/>
                  </a:lnTo>
                  <a:lnTo>
                    <a:pt x="16971" y="16971"/>
                  </a:lnTo>
                  <a:lnTo>
                    <a:pt x="20057" y="10800"/>
                  </a:lnTo>
                  <a:lnTo>
                    <a:pt x="18514" y="6171"/>
                  </a:lnTo>
                  <a:lnTo>
                    <a:pt x="16971" y="3086"/>
                  </a:lnTo>
                  <a:lnTo>
                    <a:pt x="10800" y="0"/>
                  </a:lnTo>
                  <a:close/>
                  <a:moveTo>
                    <a:pt x="12343" y="16971"/>
                  </a:moveTo>
                  <a:lnTo>
                    <a:pt x="10800" y="10800"/>
                  </a:lnTo>
                  <a:lnTo>
                    <a:pt x="7714" y="10800"/>
                  </a:lnTo>
                  <a:lnTo>
                    <a:pt x="7714" y="16971"/>
                  </a:lnTo>
                  <a:lnTo>
                    <a:pt x="6171" y="16971"/>
                  </a:lnTo>
                  <a:lnTo>
                    <a:pt x="6171" y="3086"/>
                  </a:lnTo>
                  <a:lnTo>
                    <a:pt x="10800" y="3086"/>
                  </a:lnTo>
                  <a:lnTo>
                    <a:pt x="13886" y="4629"/>
                  </a:lnTo>
                  <a:lnTo>
                    <a:pt x="13886" y="9257"/>
                  </a:lnTo>
                  <a:lnTo>
                    <a:pt x="12343" y="10800"/>
                  </a:lnTo>
                  <a:lnTo>
                    <a:pt x="13886" y="16971"/>
                  </a:lnTo>
                  <a:lnTo>
                    <a:pt x="12343" y="16971"/>
                  </a:lnTo>
                  <a:close/>
                  <a:moveTo>
                    <a:pt x="7714" y="9257"/>
                  </a:moveTo>
                  <a:lnTo>
                    <a:pt x="12343" y="9257"/>
                  </a:lnTo>
                  <a:lnTo>
                    <a:pt x="12343" y="6171"/>
                  </a:lnTo>
                  <a:lnTo>
                    <a:pt x="9257" y="4629"/>
                  </a:lnTo>
                  <a:lnTo>
                    <a:pt x="7714" y="4629"/>
                  </a:lnTo>
                  <a:lnTo>
                    <a:pt x="7714" y="9257"/>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grpSp>
      <p:sp>
        <p:nvSpPr>
          <p:cNvPr id="759" name="Rectangle 20"/>
          <p:cNvSpPr/>
          <p:nvPr/>
        </p:nvSpPr>
        <p:spPr>
          <a:xfrm>
            <a:off x="1048005" y="0"/>
            <a:ext cx="1799696" cy="151844"/>
          </a:xfrm>
          <a:prstGeom prst="rect">
            <a:avLst/>
          </a:prstGeom>
          <a:solidFill>
            <a:srgbClr val="231CA5"/>
          </a:solidFill>
          <a:ln w="12700">
            <a:miter lim="400000"/>
          </a:ln>
        </p:spPr>
        <p:txBody>
          <a:bodyPr lIns="45719" rIns="45719" anchor="ctr"/>
          <a:lstStyle/>
          <a:p>
            <a:pPr algn="ctr">
              <a:defRPr>
                <a:solidFill>
                  <a:srgbClr val="FFFFFF"/>
                </a:solidFill>
              </a:defRPr>
            </a:pPr>
            <a:endParaRPr>
              <a:solidFill>
                <a:srgbClr val="FFFFFF"/>
              </a:solidFill>
            </a:endParaRPr>
          </a:p>
        </p:txBody>
      </p:sp>
    </p:spTree>
    <p:extLst>
      <p:ext uri="{BB962C8B-B14F-4D97-AF65-F5344CB8AC3E}">
        <p14:creationId xmlns:p14="http://schemas.microsoft.com/office/powerpoint/2010/main" val="1031142423"/>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reserve="1">
  <p:cSld name="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208513648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261827203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163934054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407929918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 w Separate Subhead">
    <p:spTree>
      <p:nvGrpSpPr>
        <p:cNvPr id="1" name=""/>
        <p:cNvGrpSpPr/>
        <p:nvPr/>
      </p:nvGrpSpPr>
      <p:grpSpPr>
        <a:xfrm>
          <a:off x="0" y="0"/>
          <a:ext cx="0" cy="0"/>
          <a:chOff x="0" y="0"/>
          <a:chExt cx="0" cy="0"/>
        </a:xfrm>
      </p:grpSpPr>
      <p:sp>
        <p:nvSpPr>
          <p:cNvPr id="2" name="Title 1"/>
          <p:cNvSpPr>
            <a:spLocks noGrp="1"/>
          </p:cNvSpPr>
          <p:nvPr>
            <p:ph type="title"/>
          </p:nvPr>
        </p:nvSpPr>
        <p:spPr>
          <a:xfrm>
            <a:off x="946785" y="429272"/>
            <a:ext cx="10311765" cy="1076223"/>
          </a:xfrm>
        </p:spPr>
        <p:txBody>
          <a:bodyPr/>
          <a:lstStyle/>
          <a:p>
            <a:r>
              <a:rPr lang="en-US" smtClean="0"/>
              <a:t>Click to edit Master title style</a:t>
            </a:r>
            <a:endParaRPr lang="en-US" dirty="0"/>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5" name="Text Placeholder 8"/>
          <p:cNvSpPr>
            <a:spLocks noGrp="1"/>
          </p:cNvSpPr>
          <p:nvPr>
            <p:ph type="body" sz="quarter" idx="13" hasCustomPrompt="1"/>
          </p:nvPr>
        </p:nvSpPr>
        <p:spPr>
          <a:xfrm>
            <a:off x="946785" y="967383"/>
            <a:ext cx="10311765" cy="538112"/>
          </a:xfrm>
        </p:spPr>
        <p:txBody>
          <a:bodyPr anchor="t">
            <a:normAutofit/>
          </a:bodyPr>
          <a:lstStyle>
            <a:lvl1pPr marL="0" indent="0">
              <a:lnSpc>
                <a:spcPct val="90000"/>
              </a:lnSpc>
              <a:spcBef>
                <a:spcPts val="0"/>
              </a:spcBef>
              <a:buNone/>
              <a:defRPr lang="en-US" sz="2000" b="0" kern="1200" baseline="0" smtClean="0">
                <a:solidFill>
                  <a:schemeClr val="tx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(20pt)</a:t>
            </a:r>
          </a:p>
        </p:txBody>
      </p:sp>
      <p:sp>
        <p:nvSpPr>
          <p:cNvPr id="6" name="Content Placeholder 2"/>
          <p:cNvSpPr>
            <a:spLocks noGrp="1"/>
          </p:cNvSpPr>
          <p:nvPr>
            <p:ph idx="1"/>
          </p:nvPr>
        </p:nvSpPr>
        <p:spPr>
          <a:xfrm>
            <a:off x="946785" y="2043605"/>
            <a:ext cx="10311765" cy="413335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8228044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 w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946150" y="2497873"/>
            <a:ext cx="10312400" cy="36790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13" hasCustomPrompt="1"/>
          </p:nvPr>
        </p:nvSpPr>
        <p:spPr>
          <a:xfrm>
            <a:off x="946150" y="1993265"/>
            <a:ext cx="10312400" cy="384175"/>
          </a:xfrm>
        </p:spPr>
        <p:txBody>
          <a:bodyPr/>
          <a:lstStyle>
            <a:lvl1pPr marL="0" indent="0">
              <a:buNone/>
              <a:defRPr b="1"/>
            </a:lvl1pPr>
            <a:lvl2pPr marL="228600" indent="0">
              <a:buNone/>
              <a:defRPr b="1"/>
            </a:lvl2pPr>
            <a:lvl3pPr marL="400050" indent="0">
              <a:buNone/>
              <a:defRPr b="1"/>
            </a:lvl3pPr>
            <a:lvl4pPr marL="571500" indent="0">
              <a:buNone/>
              <a:defRPr b="1"/>
            </a:lvl4pPr>
            <a:lvl5pPr marL="742950" indent="0">
              <a:buNone/>
              <a:defRPr b="1"/>
            </a:lvl5pPr>
          </a:lstStyle>
          <a:p>
            <a:pPr lvl="0"/>
            <a:r>
              <a:rPr lang="en-US" dirty="0" smtClean="0"/>
              <a:t>Click to edit Heading text styles</a:t>
            </a:r>
            <a:endParaRPr lang="en-US" dirty="0"/>
          </a:p>
        </p:txBody>
      </p:sp>
      <p:sp>
        <p:nvSpPr>
          <p:cNvPr id="7"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24447579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Section Header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tx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37238176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ection Header (Purpl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1"/>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73207720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Header (Indigo)">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416127343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Section Header (Dk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3"/>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03782115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ection Header (Aquamarin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26814378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ection Header (Gray)">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4197229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6784" y="428625"/>
            <a:ext cx="10408603" cy="12620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946784" y="1828800"/>
            <a:ext cx="5081161"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42975" y="2447925"/>
            <a:ext cx="508497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828800"/>
            <a:ext cx="5086350"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447925"/>
            <a:ext cx="508635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Slide Number Placeholder 5"/>
          <p:cNvSpPr>
            <a:spLocks noGrp="1"/>
          </p:cNvSpPr>
          <p:nvPr>
            <p:ph type="sldNum" sz="quarter" idx="10"/>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50913130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42974" y="1825625"/>
            <a:ext cx="5084971"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7390" y="1825625"/>
            <a:ext cx="5081159"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00413005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Content Placeholder 2"/>
          <p:cNvSpPr>
            <a:spLocks noGrp="1"/>
          </p:cNvSpPr>
          <p:nvPr>
            <p:ph sz="half" idx="1"/>
          </p:nvPr>
        </p:nvSpPr>
        <p:spPr>
          <a:xfrm>
            <a:off x="946785" y="1825625"/>
            <a:ext cx="3268376" cy="4351338"/>
          </a:xfrm>
        </p:spPr>
        <p:txBody>
          <a:bodyPr/>
          <a:lstStyle>
            <a:lvl1pPr marL="228600" indent="-22860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3"/>
          <p:cNvSpPr>
            <a:spLocks noGrp="1"/>
          </p:cNvSpPr>
          <p:nvPr>
            <p:ph sz="half" idx="2"/>
          </p:nvPr>
        </p:nvSpPr>
        <p:spPr>
          <a:xfrm>
            <a:off x="4427034" y="1825625"/>
            <a:ext cx="3229804"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3"/>
          <p:cNvSpPr>
            <a:spLocks noGrp="1"/>
          </p:cNvSpPr>
          <p:nvPr>
            <p:ph sz="half" idx="10"/>
          </p:nvPr>
        </p:nvSpPr>
        <p:spPr>
          <a:xfrm>
            <a:off x="7868712" y="1825625"/>
            <a:ext cx="336753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89126877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1047749" y="1825626"/>
            <a:ext cx="6145191"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7400925" y="1816100"/>
            <a:ext cx="3857625"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6662492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266985" y="1825626"/>
            <a:ext cx="4991565"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946785" y="1825626"/>
            <a:ext cx="5063722"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10"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419437805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Half-Screen Image Right">
    <p:spTree>
      <p:nvGrpSpPr>
        <p:cNvPr id="1" name=""/>
        <p:cNvGrpSpPr/>
        <p:nvPr/>
      </p:nvGrpSpPr>
      <p:grpSpPr>
        <a:xfrm>
          <a:off x="0" y="0"/>
          <a:ext cx="0" cy="0"/>
          <a:chOff x="0" y="0"/>
          <a:chExt cx="0" cy="0"/>
        </a:xfrm>
      </p:grpSpPr>
      <p:sp>
        <p:nvSpPr>
          <p:cNvPr id="2" name="Title 1"/>
          <p:cNvSpPr>
            <a:spLocks noGrp="1"/>
          </p:cNvSpPr>
          <p:nvPr>
            <p:ph type="title"/>
          </p:nvPr>
        </p:nvSpPr>
        <p:spPr>
          <a:xfrm>
            <a:off x="1137424"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19125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8" name="Rectangle 7"/>
          <p:cNvSpPr/>
          <p:nvPr userDrawn="1"/>
        </p:nvSpPr>
        <p:spPr>
          <a:xfrm>
            <a:off x="0" y="0"/>
            <a:ext cx="1137424" cy="20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59824243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Half-Screen Image Left">
    <p:spTree>
      <p:nvGrpSpPr>
        <p:cNvPr id="1" name=""/>
        <p:cNvGrpSpPr/>
        <p:nvPr/>
      </p:nvGrpSpPr>
      <p:grpSpPr>
        <a:xfrm>
          <a:off x="0" y="0"/>
          <a:ext cx="0" cy="0"/>
          <a:chOff x="0" y="0"/>
          <a:chExt cx="0" cy="0"/>
        </a:xfrm>
      </p:grpSpPr>
      <p:sp>
        <p:nvSpPr>
          <p:cNvPr id="2" name="Title 1"/>
          <p:cNvSpPr>
            <a:spLocks noGrp="1"/>
          </p:cNvSpPr>
          <p:nvPr>
            <p:ph type="title"/>
          </p:nvPr>
        </p:nvSpPr>
        <p:spPr>
          <a:xfrm>
            <a:off x="6999876"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Tree>
    <p:extLst>
      <p:ext uri="{BB962C8B-B14F-4D97-AF65-F5344CB8AC3E}">
        <p14:creationId xmlns:p14="http://schemas.microsoft.com/office/powerpoint/2010/main" val="152077156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48627911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45800281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smtClean="0"/>
              <a:t>Drag picture to placeholder or click icon to add</a:t>
            </a:r>
            <a:endParaRPr lang="en-US" dirty="0"/>
          </a:p>
        </p:txBody>
      </p:sp>
    </p:spTree>
    <p:extLst>
      <p:ext uri="{BB962C8B-B14F-4D97-AF65-F5344CB8AC3E}">
        <p14:creationId xmlns:p14="http://schemas.microsoft.com/office/powerpoint/2010/main" val="150533313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reserve="1">
  <p:cSld name="13_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hasCustomPrompt="1"/>
          </p:nvPr>
        </p:nvSpPr>
        <p:spPr>
          <a:xfrm>
            <a:off x="914400" y="3614237"/>
            <a:ext cx="10579608" cy="1645920"/>
          </a:xfrm>
        </p:spPr>
        <p:txBody>
          <a:bodyPr anchor="t">
            <a:normAutofit/>
          </a:bodyPr>
          <a:lstStyle>
            <a:lvl1pPr algn="l">
              <a:defRPr sz="5400">
                <a:solidFill>
                  <a:schemeClr val="bg1"/>
                </a:solidFill>
              </a:defRPr>
            </a:lvl1pPr>
          </a:lstStyle>
          <a:p>
            <a:r>
              <a:rPr lang="en-US" dirty="0" smtClean="0"/>
              <a:t>Thank you.</a:t>
            </a:r>
            <a:endParaRPr lang="en-US" dirty="0"/>
          </a:p>
        </p:txBody>
      </p:sp>
      <p:sp>
        <p:nvSpPr>
          <p:cNvPr id="3" name="Subtitle 2"/>
          <p:cNvSpPr>
            <a:spLocks noGrp="1"/>
          </p:cNvSpPr>
          <p:nvPr>
            <p:ph type="subTitle" idx="1" hasCustomPrompt="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smtClean="0"/>
              <a:t>www.microfocus.com</a:t>
            </a:r>
            <a:endParaRPr lang="en-US" dirty="0"/>
          </a:p>
        </p:txBody>
      </p:sp>
    </p:spTree>
    <p:extLst>
      <p:ext uri="{BB962C8B-B14F-4D97-AF65-F5344CB8AC3E}">
        <p14:creationId xmlns:p14="http://schemas.microsoft.com/office/powerpoint/2010/main" val="77409780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title (28pt)</a:t>
            </a:r>
            <a:endParaRPr lang="en-US" dirty="0"/>
          </a:p>
        </p:txBody>
      </p:sp>
      <p:sp>
        <p:nvSpPr>
          <p:cNvPr id="9" name="Text Placeholder 8"/>
          <p:cNvSpPr>
            <a:spLocks noGrp="1"/>
          </p:cNvSpPr>
          <p:nvPr>
            <p:ph type="body" sz="quarter" idx="13" hasCustomPrompt="1"/>
          </p:nvPr>
        </p:nvSpPr>
        <p:spPr>
          <a:xfrm>
            <a:off x="1166287" y="1249433"/>
            <a:ext cx="10092264" cy="588892"/>
          </a:xfrm>
        </p:spPr>
        <p:txBody>
          <a:bodyPr anchor="t"/>
          <a:lstStyle>
            <a:lvl1pPr marL="0" indent="0">
              <a:lnSpc>
                <a:spcPct val="90000"/>
              </a:lnSpc>
              <a:spcBef>
                <a:spcPts val="0"/>
              </a:spcBef>
              <a:buNone/>
              <a:defRPr lang="en-US" sz="2000" b="1" kern="1200" baseline="0" smtClean="0">
                <a:solidFill>
                  <a:schemeClr val="accent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(15pt)</a:t>
            </a:r>
          </a:p>
        </p:txBody>
      </p:sp>
      <p:sp>
        <p:nvSpPr>
          <p:cNvPr id="10" name="Content Placeholder 2"/>
          <p:cNvSpPr>
            <a:spLocks noGrp="1"/>
          </p:cNvSpPr>
          <p:nvPr>
            <p:ph idx="1" hasCustomPrompt="1"/>
          </p:nvPr>
        </p:nvSpPr>
        <p:spPr>
          <a:xfrm>
            <a:off x="954133" y="1819275"/>
            <a:ext cx="10304417" cy="4245885"/>
          </a:xfrm>
        </p:spPr>
        <p:txBody>
          <a:bodyPr/>
          <a:lstStyle>
            <a:lvl3pPr marL="304792" indent="-152396">
              <a:defRPr/>
            </a:lvl3pPr>
          </a:lstStyle>
          <a:p>
            <a:pPr lvl="0"/>
            <a:r>
              <a:rPr lang="en-US" dirty="0" smtClean="0"/>
              <a:t>First level bullet (18pt)</a:t>
            </a:r>
          </a:p>
          <a:p>
            <a:pPr lvl="1"/>
            <a:r>
              <a:rPr lang="en-US" dirty="0" smtClean="0"/>
              <a:t>Second level bullet (14pt)</a:t>
            </a:r>
          </a:p>
          <a:p>
            <a:pPr lvl="2"/>
            <a:r>
              <a:rPr lang="en-US" dirty="0" smtClean="0"/>
              <a:t>Third level bullet (12pt)</a:t>
            </a:r>
          </a:p>
          <a:p>
            <a:pPr lvl="3"/>
            <a:r>
              <a:rPr lang="en-US" dirty="0" smtClean="0"/>
              <a:t>Fourth level (11pt)</a:t>
            </a:r>
          </a:p>
          <a:p>
            <a:pPr lvl="4"/>
            <a:r>
              <a:rPr lang="en-US" dirty="0" smtClean="0"/>
              <a:t>Fifth level (10pt)</a:t>
            </a:r>
            <a:endParaRPr lang="en-US" dirty="0"/>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733727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Tree>
    <p:extLst>
      <p:ext uri="{BB962C8B-B14F-4D97-AF65-F5344CB8AC3E}">
        <p14:creationId xmlns:p14="http://schemas.microsoft.com/office/powerpoint/2010/main" val="176647357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rmAutofit/>
          </a:bodyPr>
          <a:lstStyle>
            <a:lvl1pPr>
              <a:defRPr/>
            </a:lvl1pPr>
          </a:lstStyle>
          <a:p>
            <a:r>
              <a:rPr lang="en-US" dirty="0" smtClean="0"/>
              <a:t>Content + Subtitle</a:t>
            </a:r>
            <a:endParaRPr lang="en-US" dirty="0"/>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8" name="Text Placeholder 2"/>
          <p:cNvSpPr>
            <a:spLocks noGrp="1"/>
          </p:cNvSpPr>
          <p:nvPr>
            <p:ph idx="1"/>
          </p:nvPr>
        </p:nvSpPr>
        <p:spPr>
          <a:xfrm>
            <a:off x="946786" y="1728000"/>
            <a:ext cx="10311765" cy="44521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1344725149"/>
      </p:ext>
    </p:extLst>
  </p:cSld>
  <p:clrMapOvr>
    <a:masterClrMapping/>
  </p:clrMapOvr>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cSld name="Title Slide with Name">
    <p:bg>
      <p:bgPr>
        <a:gradFill>
          <a:gsLst>
            <a:gs pos="0">
              <a:schemeClr val="tx2">
                <a:lumMod val="80000"/>
                <a:lumOff val="20000"/>
              </a:schemeClr>
            </a:gs>
            <a:gs pos="37000">
              <a:schemeClr val="tx2">
                <a:lumMod val="90000"/>
                <a:lumOff val="10000"/>
              </a:schemeClr>
            </a:gs>
            <a:gs pos="100000">
              <a:srgbClr val="0056EF"/>
            </a:gs>
          </a:gsLst>
          <a:lin ang="2700000" scaled="0"/>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10000"/>
          </a:blip>
          <a:stretch>
            <a:fillRect/>
          </a:stretch>
        </p:blipFill>
        <p:spPr>
          <a:xfrm>
            <a:off x="-87780" y="0"/>
            <a:ext cx="11920244" cy="6858000"/>
          </a:xfrm>
          <a:prstGeom prst="rect">
            <a:avLst/>
          </a:prstGeom>
        </p:spPr>
      </p:pic>
      <p:sp>
        <p:nvSpPr>
          <p:cNvPr id="4" name="Rectangle 3"/>
          <p:cNvSpPr/>
          <p:nvPr userDrawn="1"/>
        </p:nvSpPr>
        <p:spPr>
          <a:xfrm>
            <a:off x="0" y="0"/>
            <a:ext cx="12204191" cy="6858000"/>
          </a:xfrm>
          <a:prstGeom prst="rect">
            <a:avLst/>
          </a:prstGeom>
          <a:gradFill flip="none" rotWithShape="1">
            <a:gsLst>
              <a:gs pos="0">
                <a:schemeClr val="accent4">
                  <a:alpha val="86000"/>
                </a:schemeClr>
              </a:gs>
              <a:gs pos="45000">
                <a:schemeClr val="tx2">
                  <a:alpha val="50000"/>
                </a:schemeClr>
              </a:gs>
              <a:gs pos="100000">
                <a:srgbClr val="0155E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smtClean="0"/>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smtClean="0"/>
              <a:t>Speaker Name</a:t>
            </a:r>
            <a:endParaRPr dirty="0"/>
          </a:p>
          <a:p>
            <a:pPr lvl="1"/>
            <a:r>
              <a:rPr lang="en-US" dirty="0" smtClean="0"/>
              <a:t>Title/Company</a:t>
            </a:r>
            <a:endParaRPr dirty="0"/>
          </a:p>
          <a:p>
            <a:pPr lvl="2"/>
            <a:r>
              <a:rPr lang="en-US" dirty="0" smtClean="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spTree>
    <p:extLst>
      <p:ext uri="{BB962C8B-B14F-4D97-AF65-F5344CB8AC3E}">
        <p14:creationId xmlns:p14="http://schemas.microsoft.com/office/powerpoint/2010/main" val="38380600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smtClean="0"/>
              <a:t>First level 28 </a:t>
            </a:r>
            <a:r>
              <a:rPr lang="en-US" dirty="0" err="1" smtClean="0"/>
              <a:t>pt</a:t>
            </a:r>
            <a:endParaRPr lang="en-US" dirty="0" smtClean="0"/>
          </a:p>
          <a:p>
            <a:pPr lvl="1"/>
            <a:r>
              <a:rPr lang="en-US" dirty="0" smtClean="0"/>
              <a:t>Second level 20 </a:t>
            </a:r>
            <a:r>
              <a:rPr lang="en-US" dirty="0" err="1" smtClean="0"/>
              <a:t>pt</a:t>
            </a:r>
            <a:endParaRPr lang="en-US" dirty="0" smtClean="0"/>
          </a:p>
          <a:p>
            <a:pPr lvl="2"/>
            <a:r>
              <a:rPr lang="en-US" dirty="0" smtClean="0"/>
              <a:t>Third level 18 </a:t>
            </a:r>
            <a:r>
              <a:rPr lang="en-US" dirty="0" err="1" smtClean="0"/>
              <a:t>pt</a:t>
            </a:r>
            <a:endParaRPr lang="en-US" dirty="0" smtClean="0"/>
          </a:p>
          <a:p>
            <a:pPr lvl="3"/>
            <a:r>
              <a:rPr lang="en-US" dirty="0" smtClean="0"/>
              <a:t>Fourth level 16 </a:t>
            </a:r>
            <a:r>
              <a:rPr lang="en-US" dirty="0" err="1" smtClean="0"/>
              <a:t>pt</a:t>
            </a:r>
            <a:endParaRPr lang="en-US" dirty="0" smtClean="0"/>
          </a:p>
          <a:p>
            <a:pPr lvl="4"/>
            <a:r>
              <a:rPr lang="en-US" dirty="0" smtClean="0"/>
              <a:t>Fifth level – avoid as too small</a:t>
            </a:r>
            <a:endParaRPr lang="en-US" dirty="0"/>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7"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smtClean="0"/>
              <a:t>Click to edit Master title style</a:t>
            </a:r>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2322348564"/>
      </p:ext>
    </p:extLst>
  </p:cSld>
  <p:clrMapOvr>
    <a:masterClrMapping/>
  </p:clrMapOvr>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cSld name="Logo Slide">
    <p:bg>
      <p:bgPr>
        <a:gradFill flip="none" rotWithShape="1">
          <a:gsLst>
            <a:gs pos="0">
              <a:schemeClr val="accent5"/>
            </a:gs>
            <a:gs pos="47000">
              <a:schemeClr val="tx2">
                <a:lumMod val="85000"/>
                <a:lumOff val="15000"/>
              </a:schemeClr>
            </a:gs>
            <a:gs pos="100000">
              <a:schemeClr val="accent2"/>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Tree>
    <p:extLst>
      <p:ext uri="{BB962C8B-B14F-4D97-AF65-F5344CB8AC3E}">
        <p14:creationId xmlns:p14="http://schemas.microsoft.com/office/powerpoint/2010/main" val="41856358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pPr defTabSz="914400"/>
            <a:fld id="{8F030E74-B79E-47A7-AA1C-BA3D00CC0B4A}" type="datetime4">
              <a:rPr lang="en-US">
                <a:solidFill>
                  <a:prstClr val="black"/>
                </a:solidFill>
              </a:rPr>
              <a:pPr defTabSz="914400"/>
              <a:t>December 10, 2018</a:t>
            </a:fld>
            <a:endParaRPr>
              <a:solidFill>
                <a:prstClr val="black"/>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pPr defTabSz="914400"/>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6270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Two Content and Headings">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a:solidFill>
                <a:prstClr val="white">
                  <a:lumMod val="75000"/>
                </a:prstClr>
              </a:solidFill>
            </a:endParaRPr>
          </a:p>
        </p:txBody>
      </p:sp>
      <p:sp>
        <p:nvSpPr>
          <p:cNvPr id="10"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a:t>Click to edit Master title style</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srgbClr val="212E35">
                  <a:tint val="75000"/>
                </a:srgbClr>
              </a:solidFill>
            </a:endParaRPr>
          </a:p>
        </p:txBody>
      </p:sp>
    </p:spTree>
    <p:extLst>
      <p:ext uri="{BB962C8B-B14F-4D97-AF65-F5344CB8AC3E}">
        <p14:creationId xmlns:p14="http://schemas.microsoft.com/office/powerpoint/2010/main" val="4241780225"/>
      </p:ext>
    </p:extLst>
  </p:cSld>
  <p:clrMapOvr>
    <a:masterClrMapping/>
  </p:clrMapOvr>
  <p:extLst mod="1">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bwMode="black">
          <a:xfrm>
            <a:off x="441961" y="1001854"/>
            <a:ext cx="10822941" cy="369332"/>
          </a:xfrm>
          <a:prstGeom prst="rect">
            <a:avLst/>
          </a:prstGeom>
        </p:spPr>
        <p:txBody>
          <a:bodyPr>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smtClean="0"/>
              <a:t>Click to edit Master subtitle style</a:t>
            </a:r>
            <a:endParaRPr lang="en-US" noProof="0" dirty="0"/>
          </a:p>
        </p:txBody>
      </p:sp>
      <p:sp>
        <p:nvSpPr>
          <p:cNvPr id="7" name="Title 6"/>
          <p:cNvSpPr>
            <a:spLocks noGrp="1"/>
          </p:cNvSpPr>
          <p:nvPr>
            <p:ph type="title"/>
          </p:nvPr>
        </p:nvSpPr>
        <p:spPr bwMode="black">
          <a:xfrm>
            <a:off x="441961" y="313419"/>
            <a:ext cx="10822941" cy="574516"/>
          </a:xfrm>
        </p:spPr>
        <p:txBody>
          <a:bodyPr>
            <a:noAutofit/>
          </a:bodyPr>
          <a:lstStyle>
            <a:lvl1pPr>
              <a:defRPr b="1" i="0">
                <a:solidFill>
                  <a:srgbClr val="000000"/>
                </a:solidFill>
                <a:latin typeface="HP Simplified" pitchFamily="34" charset="0"/>
                <a:cs typeface="HP Simplified" pitchFamily="34" charset="0"/>
              </a:defRPr>
            </a:lvl1pPr>
          </a:lstStyle>
          <a:p>
            <a:r>
              <a:rPr lang="en-US" noProof="0" smtClean="0"/>
              <a:t>Click to edit Master title style</a:t>
            </a:r>
            <a:endParaRPr lang="en-US" noProof="0" dirty="0"/>
          </a:p>
        </p:txBody>
      </p:sp>
      <p:sp>
        <p:nvSpPr>
          <p:cNvPr id="6" name="Content Placeholder 5"/>
          <p:cNvSpPr>
            <a:spLocks noGrp="1"/>
          </p:cNvSpPr>
          <p:nvPr>
            <p:ph sz="quarter" idx="10"/>
          </p:nvPr>
        </p:nvSpPr>
        <p:spPr>
          <a:xfrm>
            <a:off x="438913" y="1584962"/>
            <a:ext cx="10826496" cy="4305300"/>
          </a:xfrm>
        </p:spPr>
        <p:txBody>
          <a:bodyPr>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6446058"/>
      </p:ext>
    </p:extLst>
  </p:cSld>
  <p:clrMapOvr>
    <a:masterClrMapping/>
  </p:clrMapOvr>
  <p:hf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a:xfrm>
            <a:off x="5598212" y="6426104"/>
            <a:ext cx="995578" cy="210312"/>
          </a:xfrm>
          <a:prstGeom prst="rect">
            <a:avLst/>
          </a:prstGeom>
        </p:spPr>
        <p:txBody>
          <a:bodyPr/>
          <a:lstStyle/>
          <a:p>
            <a:pPr defTabSz="914400"/>
            <a:fld id="{1D654495-4BF5-4727-99D4-DFD1D0597350}"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11"/>
          </p:nvPr>
        </p:nvSpPr>
        <p:spPr>
          <a:xfrm>
            <a:off x="6934200" y="6426104"/>
            <a:ext cx="4025198" cy="210312"/>
          </a:xfrm>
          <a:prstGeom prst="rect">
            <a:avLst/>
          </a:prstGeom>
        </p:spPr>
        <p:txBody>
          <a:body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78399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tx">
  <p:cSld name="3_Title Only - Strategy">
    <p:bg>
      <p:bgPr>
        <a:solidFill>
          <a:srgbClr val="FFFFFF"/>
        </a:solidFill>
        <a:effectLst/>
      </p:bgPr>
    </p:bg>
    <p:spTree>
      <p:nvGrpSpPr>
        <p:cNvPr id="1" name=""/>
        <p:cNvGrpSpPr/>
        <p:nvPr/>
      </p:nvGrpSpPr>
      <p:grpSpPr>
        <a:xfrm>
          <a:off x="0" y="0"/>
          <a:ext cx="0" cy="0"/>
          <a:chOff x="0" y="0"/>
          <a:chExt cx="0" cy="0"/>
        </a:xfrm>
      </p:grpSpPr>
      <p:pic>
        <p:nvPicPr>
          <p:cNvPr id="741" name="Picture 3" descr="Picture 3"/>
          <p:cNvPicPr>
            <a:picLocks noChangeAspect="1"/>
          </p:cNvPicPr>
          <p:nvPr/>
        </p:nvPicPr>
        <p:blipFill>
          <a:blip r:embed="rId2">
            <a:alphaModFix amt="28000"/>
            <a:extLst/>
          </a:blip>
          <a:srcRect r="224" b="416"/>
          <a:stretch>
            <a:fillRect/>
          </a:stretch>
        </p:blipFill>
        <p:spPr>
          <a:xfrm rot="10800000">
            <a:off x="-25400" y="-1"/>
            <a:ext cx="12217401" cy="6858001"/>
          </a:xfrm>
          <a:prstGeom prst="rect">
            <a:avLst/>
          </a:prstGeom>
          <a:ln w="12700">
            <a:miter lim="400000"/>
          </a:ln>
        </p:spPr>
      </p:pic>
      <p:sp>
        <p:nvSpPr>
          <p:cNvPr id="742" name="Rectangle 4"/>
          <p:cNvSpPr/>
          <p:nvPr/>
        </p:nvSpPr>
        <p:spPr>
          <a:xfrm>
            <a:off x="-25400" y="-2"/>
            <a:ext cx="12217400" cy="6858001"/>
          </a:xfrm>
          <a:prstGeom prst="rect">
            <a:avLst/>
          </a:prstGeom>
          <a:gradFill>
            <a:gsLst>
              <a:gs pos="42000">
                <a:srgbClr val="FFFFFF">
                  <a:alpha val="98000"/>
                </a:srgbClr>
              </a:gs>
              <a:gs pos="84000">
                <a:srgbClr val="FFFFFF">
                  <a:alpha val="43000"/>
                </a:srgbClr>
              </a:gs>
            </a:gsLst>
            <a:lin ang="2639999"/>
          </a:gradFill>
          <a:ln w="12700">
            <a:miter lim="400000"/>
          </a:ln>
        </p:spPr>
        <p:txBody>
          <a:bodyPr lIns="45719" rIns="45719" anchor="ctr"/>
          <a:lstStyle/>
          <a:p>
            <a:pPr algn="ctr">
              <a:defRPr>
                <a:solidFill>
                  <a:srgbClr val="FFFFFF"/>
                </a:solidFill>
              </a:defRPr>
            </a:pPr>
            <a:endParaRPr>
              <a:solidFill>
                <a:srgbClr val="FFFFFF"/>
              </a:solidFill>
            </a:endParaRPr>
          </a:p>
        </p:txBody>
      </p:sp>
      <p:sp>
        <p:nvSpPr>
          <p:cNvPr id="743" name="Title Text"/>
          <p:cNvSpPr txBox="1">
            <a:spLocks noGrp="1"/>
          </p:cNvSpPr>
          <p:nvPr>
            <p:ph type="title"/>
          </p:nvPr>
        </p:nvSpPr>
        <p:spPr>
          <a:xfrm>
            <a:off x="946785" y="429272"/>
            <a:ext cx="10311766" cy="974663"/>
          </a:xfrm>
          <a:prstGeom prst="rect">
            <a:avLst/>
          </a:prstGeom>
        </p:spPr>
        <p:txBody>
          <a:bodyPr/>
          <a:lstStyle/>
          <a:p>
            <a:r>
              <a:rPr lang="en-US" smtClean="0"/>
              <a:t>Click to edit Master title style</a:t>
            </a:r>
            <a:endParaRPr/>
          </a:p>
        </p:txBody>
      </p:sp>
      <p:sp>
        <p:nvSpPr>
          <p:cNvPr id="744" name="Slide Number"/>
          <p:cNvSpPr txBox="1">
            <a:spLocks noGrp="1"/>
          </p:cNvSpPr>
          <p:nvPr>
            <p:ph type="sldNum" sz="quarter" idx="2"/>
          </p:nvPr>
        </p:nvSpPr>
        <p:spPr>
          <a:xfrm>
            <a:off x="231632" y="6406532"/>
            <a:ext cx="245750" cy="256541"/>
          </a:xfrm>
          <a:prstGeom prst="rect">
            <a:avLst/>
          </a:prstGeom>
        </p:spPr>
        <p:txBody>
          <a:bodyPr/>
          <a:lstStyle/>
          <a:p>
            <a:fld id="{86CB4B4D-7CA3-9044-876B-883B54F8677D}" type="slidenum">
              <a:rPr>
                <a:solidFill>
                  <a:prstClr val="white">
                    <a:lumMod val="75000"/>
                  </a:prstClr>
                </a:solidFill>
              </a:rPr>
              <a:pPr/>
              <a:t>‹#›</a:t>
            </a:fld>
            <a:endParaRPr>
              <a:solidFill>
                <a:prstClr val="white">
                  <a:lumMod val="75000"/>
                </a:prstClr>
              </a:solidFill>
            </a:endParaRPr>
          </a:p>
        </p:txBody>
      </p:sp>
      <p:grpSp>
        <p:nvGrpSpPr>
          <p:cNvPr id="758" name="Group 5"/>
          <p:cNvGrpSpPr/>
          <p:nvPr/>
        </p:nvGrpSpPr>
        <p:grpSpPr>
          <a:xfrm>
            <a:off x="11311010" y="6527385"/>
            <a:ext cx="740367" cy="179272"/>
            <a:chOff x="0" y="0"/>
            <a:chExt cx="740366" cy="179271"/>
          </a:xfrm>
        </p:grpSpPr>
        <p:sp>
          <p:nvSpPr>
            <p:cNvPr id="745" name="Freeform 5"/>
            <p:cNvSpPr/>
            <p:nvPr/>
          </p:nvSpPr>
          <p:spPr>
            <a:xfrm>
              <a:off x="-1" y="37251"/>
              <a:ext cx="142021" cy="1420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5311" y="0"/>
                  </a:lnTo>
                  <a:lnTo>
                    <a:pt x="5311" y="16289"/>
                  </a:lnTo>
                  <a:lnTo>
                    <a:pt x="21600" y="16289"/>
                  </a:lnTo>
                  <a:lnTo>
                    <a:pt x="21600" y="21600"/>
                  </a:lnTo>
                  <a:lnTo>
                    <a:pt x="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6" name="Freeform 6"/>
            <p:cNvSpPr/>
            <p:nvPr/>
          </p:nvSpPr>
          <p:spPr>
            <a:xfrm>
              <a:off x="34922" y="4656"/>
              <a:ext cx="142021" cy="139693"/>
            </a:xfrm>
            <a:custGeom>
              <a:avLst/>
              <a:gdLst/>
              <a:ahLst/>
              <a:cxnLst>
                <a:cxn ang="0">
                  <a:pos x="wd2" y="hd2"/>
                </a:cxn>
                <a:cxn ang="5400000">
                  <a:pos x="wd2" y="hd2"/>
                </a:cxn>
                <a:cxn ang="10800000">
                  <a:pos x="wd2" y="hd2"/>
                </a:cxn>
                <a:cxn ang="16200000">
                  <a:pos x="wd2" y="hd2"/>
                </a:cxn>
              </a:cxnLst>
              <a:rect l="0" t="0" r="r" b="b"/>
              <a:pathLst>
                <a:path w="21600" h="21600" extrusionOk="0">
                  <a:moveTo>
                    <a:pt x="0" y="5040"/>
                  </a:moveTo>
                  <a:lnTo>
                    <a:pt x="0" y="0"/>
                  </a:lnTo>
                  <a:lnTo>
                    <a:pt x="21600" y="0"/>
                  </a:lnTo>
                  <a:lnTo>
                    <a:pt x="21600" y="21600"/>
                  </a:lnTo>
                  <a:lnTo>
                    <a:pt x="16289" y="21600"/>
                  </a:lnTo>
                  <a:lnTo>
                    <a:pt x="16289" y="5040"/>
                  </a:lnTo>
                  <a:lnTo>
                    <a:pt x="0" y="504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7" name="Freeform 7"/>
            <p:cNvSpPr/>
            <p:nvPr/>
          </p:nvSpPr>
          <p:spPr>
            <a:xfrm>
              <a:off x="216522" y="4656"/>
              <a:ext cx="81487"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17897" y="0"/>
                  </a:lnTo>
                  <a:lnTo>
                    <a:pt x="11109" y="10800"/>
                  </a:lnTo>
                  <a:lnTo>
                    <a:pt x="4320" y="0"/>
                  </a:lnTo>
                  <a:lnTo>
                    <a:pt x="0" y="0"/>
                  </a:lnTo>
                  <a:lnTo>
                    <a:pt x="0" y="21600"/>
                  </a:lnTo>
                  <a:lnTo>
                    <a:pt x="4320" y="21600"/>
                  </a:lnTo>
                  <a:lnTo>
                    <a:pt x="4320" y="7425"/>
                  </a:lnTo>
                  <a:lnTo>
                    <a:pt x="9874" y="16200"/>
                  </a:lnTo>
                  <a:lnTo>
                    <a:pt x="12343" y="16200"/>
                  </a:lnTo>
                  <a:lnTo>
                    <a:pt x="17897" y="7425"/>
                  </a:lnTo>
                  <a:lnTo>
                    <a:pt x="17897" y="21600"/>
                  </a:lnTo>
                  <a:lnTo>
                    <a:pt x="2160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8" name="Freeform 8"/>
            <p:cNvSpPr/>
            <p:nvPr/>
          </p:nvSpPr>
          <p:spPr>
            <a:xfrm>
              <a:off x="337588" y="4656"/>
              <a:ext cx="13970" cy="74503"/>
            </a:xfrm>
            <a:prstGeom prst="rect">
              <a:avLst/>
            </a:pr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9" name="Freeform 9"/>
            <p:cNvSpPr/>
            <p:nvPr/>
          </p:nvSpPr>
          <p:spPr>
            <a:xfrm>
              <a:off x="391136" y="4656"/>
              <a:ext cx="72175"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14850"/>
                  </a:lnTo>
                  <a:lnTo>
                    <a:pt x="17419" y="14850"/>
                  </a:lnTo>
                  <a:lnTo>
                    <a:pt x="17419" y="17550"/>
                  </a:lnTo>
                  <a:lnTo>
                    <a:pt x="4181" y="17550"/>
                  </a:lnTo>
                  <a:lnTo>
                    <a:pt x="4181" y="4050"/>
                  </a:lnTo>
                  <a:lnTo>
                    <a:pt x="17419" y="4050"/>
                  </a:lnTo>
                  <a:lnTo>
                    <a:pt x="17419" y="6075"/>
                  </a:lnTo>
                  <a:lnTo>
                    <a:pt x="21600" y="6750"/>
                  </a:lnTo>
                  <a:lnTo>
                    <a:pt x="21600" y="0"/>
                  </a:lnTo>
                  <a:lnTo>
                    <a:pt x="0" y="0"/>
                  </a:lnTo>
                  <a:lnTo>
                    <a:pt x="0" y="20925"/>
                  </a:lnTo>
                  <a:lnTo>
                    <a:pt x="2090" y="21600"/>
                  </a:lnTo>
                  <a:lnTo>
                    <a:pt x="19510" y="21600"/>
                  </a:lnTo>
                  <a:lnTo>
                    <a:pt x="21600" y="20925"/>
                  </a:lnTo>
                  <a:lnTo>
                    <a:pt x="21600" y="19575"/>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0" name="Freeform 10"/>
            <p:cNvSpPr/>
            <p:nvPr/>
          </p:nvSpPr>
          <p:spPr>
            <a:xfrm>
              <a:off x="502890"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4850" y="12825"/>
                  </a:lnTo>
                  <a:lnTo>
                    <a:pt x="19575" y="12825"/>
                  </a:lnTo>
                  <a:lnTo>
                    <a:pt x="20925" y="12150"/>
                  </a:lnTo>
                  <a:lnTo>
                    <a:pt x="21600" y="10800"/>
                  </a:lnTo>
                  <a:lnTo>
                    <a:pt x="21600" y="2025"/>
                  </a:lnTo>
                  <a:lnTo>
                    <a:pt x="20925" y="0"/>
                  </a:lnTo>
                  <a:lnTo>
                    <a:pt x="0" y="0"/>
                  </a:lnTo>
                  <a:lnTo>
                    <a:pt x="0" y="21600"/>
                  </a:lnTo>
                  <a:lnTo>
                    <a:pt x="4050" y="21600"/>
                  </a:lnTo>
                  <a:lnTo>
                    <a:pt x="4050" y="12825"/>
                  </a:lnTo>
                  <a:lnTo>
                    <a:pt x="9450" y="12825"/>
                  </a:lnTo>
                  <a:lnTo>
                    <a:pt x="16200" y="21600"/>
                  </a:lnTo>
                  <a:lnTo>
                    <a:pt x="21600" y="21600"/>
                  </a:lnTo>
                  <a:close/>
                  <a:moveTo>
                    <a:pt x="4050" y="4050"/>
                  </a:moveTo>
                  <a:lnTo>
                    <a:pt x="16875" y="4050"/>
                  </a:lnTo>
                  <a:lnTo>
                    <a:pt x="16875" y="8775"/>
                  </a:lnTo>
                  <a:lnTo>
                    <a:pt x="4050" y="8775"/>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1" name="Freeform 11"/>
            <p:cNvSpPr/>
            <p:nvPr/>
          </p:nvSpPr>
          <p:spPr>
            <a:xfrm>
              <a:off x="614643"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2025"/>
                  </a:lnTo>
                  <a:lnTo>
                    <a:pt x="20925" y="0"/>
                  </a:lnTo>
                  <a:lnTo>
                    <a:pt x="675" y="0"/>
                  </a:lnTo>
                  <a:lnTo>
                    <a:pt x="0" y="2025"/>
                  </a:lnTo>
                  <a:lnTo>
                    <a:pt x="0" y="19575"/>
                  </a:lnTo>
                  <a:lnTo>
                    <a:pt x="675" y="20925"/>
                  </a:lnTo>
                  <a:lnTo>
                    <a:pt x="2025" y="21600"/>
                  </a:lnTo>
                  <a:lnTo>
                    <a:pt x="19575" y="21600"/>
                  </a:lnTo>
                  <a:lnTo>
                    <a:pt x="20925" y="20925"/>
                  </a:lnTo>
                  <a:lnTo>
                    <a:pt x="21600" y="19575"/>
                  </a:lnTo>
                  <a:close/>
                  <a:moveTo>
                    <a:pt x="4050" y="4050"/>
                  </a:moveTo>
                  <a:lnTo>
                    <a:pt x="17550" y="4050"/>
                  </a:lnTo>
                  <a:lnTo>
                    <a:pt x="17550" y="17550"/>
                  </a:lnTo>
                  <a:lnTo>
                    <a:pt x="4050" y="17550"/>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2" name="Freeform 12"/>
            <p:cNvSpPr/>
            <p:nvPr/>
          </p:nvSpPr>
          <p:spPr>
            <a:xfrm>
              <a:off x="216522"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4582"/>
                  </a:moveTo>
                  <a:lnTo>
                    <a:pt x="21600" y="0"/>
                  </a:lnTo>
                  <a:lnTo>
                    <a:pt x="0" y="0"/>
                  </a:lnTo>
                  <a:lnTo>
                    <a:pt x="0" y="21600"/>
                  </a:lnTo>
                  <a:lnTo>
                    <a:pt x="4725" y="21600"/>
                  </a:lnTo>
                  <a:lnTo>
                    <a:pt x="4725" y="13091"/>
                  </a:lnTo>
                  <a:lnTo>
                    <a:pt x="17550" y="13091"/>
                  </a:lnTo>
                  <a:lnTo>
                    <a:pt x="17550" y="8509"/>
                  </a:lnTo>
                  <a:lnTo>
                    <a:pt x="4725" y="8509"/>
                  </a:lnTo>
                  <a:lnTo>
                    <a:pt x="4725" y="4582"/>
                  </a:lnTo>
                  <a:lnTo>
                    <a:pt x="2160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3" name="Freeform 13"/>
            <p:cNvSpPr/>
            <p:nvPr/>
          </p:nvSpPr>
          <p:spPr>
            <a:xfrm>
              <a:off x="311978"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2618"/>
                  </a:lnTo>
                  <a:lnTo>
                    <a:pt x="20925" y="655"/>
                  </a:lnTo>
                  <a:lnTo>
                    <a:pt x="19575" y="0"/>
                  </a:lnTo>
                  <a:lnTo>
                    <a:pt x="2025" y="0"/>
                  </a:lnTo>
                  <a:lnTo>
                    <a:pt x="675" y="655"/>
                  </a:lnTo>
                  <a:lnTo>
                    <a:pt x="0" y="2618"/>
                  </a:lnTo>
                  <a:lnTo>
                    <a:pt x="0" y="19636"/>
                  </a:lnTo>
                  <a:lnTo>
                    <a:pt x="675" y="20945"/>
                  </a:lnTo>
                  <a:lnTo>
                    <a:pt x="2025" y="21600"/>
                  </a:lnTo>
                  <a:lnTo>
                    <a:pt x="19575" y="21600"/>
                  </a:lnTo>
                  <a:lnTo>
                    <a:pt x="20925" y="20945"/>
                  </a:lnTo>
                  <a:lnTo>
                    <a:pt x="21600" y="19636"/>
                  </a:lnTo>
                  <a:close/>
                  <a:moveTo>
                    <a:pt x="4050" y="4582"/>
                  </a:moveTo>
                  <a:lnTo>
                    <a:pt x="17550" y="4582"/>
                  </a:lnTo>
                  <a:lnTo>
                    <a:pt x="17550" y="17018"/>
                  </a:lnTo>
                  <a:lnTo>
                    <a:pt x="4050" y="17018"/>
                  </a:lnTo>
                  <a:lnTo>
                    <a:pt x="405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4" name="Freeform 14"/>
            <p:cNvSpPr/>
            <p:nvPr/>
          </p:nvSpPr>
          <p:spPr>
            <a:xfrm>
              <a:off x="412090"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4400"/>
                  </a:lnTo>
                  <a:lnTo>
                    <a:pt x="17550" y="15055"/>
                  </a:lnTo>
                  <a:lnTo>
                    <a:pt x="17550" y="17018"/>
                  </a:lnTo>
                  <a:lnTo>
                    <a:pt x="4725" y="17018"/>
                  </a:lnTo>
                  <a:lnTo>
                    <a:pt x="4725" y="4582"/>
                  </a:lnTo>
                  <a:lnTo>
                    <a:pt x="17550" y="4582"/>
                  </a:lnTo>
                  <a:lnTo>
                    <a:pt x="17550" y="6545"/>
                  </a:lnTo>
                  <a:lnTo>
                    <a:pt x="21600" y="7200"/>
                  </a:lnTo>
                  <a:lnTo>
                    <a:pt x="21600" y="2618"/>
                  </a:lnTo>
                  <a:lnTo>
                    <a:pt x="20925" y="655"/>
                  </a:lnTo>
                  <a:lnTo>
                    <a:pt x="19575" y="0"/>
                  </a:lnTo>
                  <a:lnTo>
                    <a:pt x="2700" y="0"/>
                  </a:lnTo>
                  <a:lnTo>
                    <a:pt x="675" y="655"/>
                  </a:lnTo>
                  <a:lnTo>
                    <a:pt x="0" y="2618"/>
                  </a:lnTo>
                  <a:lnTo>
                    <a:pt x="0" y="19636"/>
                  </a:lnTo>
                  <a:lnTo>
                    <a:pt x="675" y="20945"/>
                  </a:lnTo>
                  <a:lnTo>
                    <a:pt x="2700"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5" name="Freeform 15"/>
            <p:cNvSpPr/>
            <p:nvPr/>
          </p:nvSpPr>
          <p:spPr>
            <a:xfrm>
              <a:off x="514531"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0"/>
                  </a:lnTo>
                  <a:lnTo>
                    <a:pt x="16875" y="0"/>
                  </a:lnTo>
                  <a:lnTo>
                    <a:pt x="16875" y="17018"/>
                  </a:lnTo>
                  <a:lnTo>
                    <a:pt x="4050" y="17018"/>
                  </a:lnTo>
                  <a:lnTo>
                    <a:pt x="4050" y="0"/>
                  </a:lnTo>
                  <a:lnTo>
                    <a:pt x="0" y="0"/>
                  </a:lnTo>
                  <a:lnTo>
                    <a:pt x="0" y="19636"/>
                  </a:lnTo>
                  <a:lnTo>
                    <a:pt x="675" y="20945"/>
                  </a:lnTo>
                  <a:lnTo>
                    <a:pt x="2025" y="21600"/>
                  </a:lnTo>
                  <a:lnTo>
                    <a:pt x="18900"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6" name="Freeform 16"/>
            <p:cNvSpPr/>
            <p:nvPr/>
          </p:nvSpPr>
          <p:spPr>
            <a:xfrm>
              <a:off x="614643"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1127"/>
                  </a:lnTo>
                  <a:lnTo>
                    <a:pt x="20925" y="9164"/>
                  </a:lnTo>
                  <a:lnTo>
                    <a:pt x="19575" y="8509"/>
                  </a:lnTo>
                  <a:lnTo>
                    <a:pt x="4050" y="8509"/>
                  </a:lnTo>
                  <a:lnTo>
                    <a:pt x="4050" y="4582"/>
                  </a:lnTo>
                  <a:lnTo>
                    <a:pt x="17550" y="4582"/>
                  </a:lnTo>
                  <a:lnTo>
                    <a:pt x="17550" y="6545"/>
                  </a:lnTo>
                  <a:lnTo>
                    <a:pt x="21600" y="7200"/>
                  </a:lnTo>
                  <a:lnTo>
                    <a:pt x="21600" y="2618"/>
                  </a:lnTo>
                  <a:lnTo>
                    <a:pt x="20925" y="655"/>
                  </a:lnTo>
                  <a:lnTo>
                    <a:pt x="19575" y="0"/>
                  </a:lnTo>
                  <a:lnTo>
                    <a:pt x="2025" y="0"/>
                  </a:lnTo>
                  <a:lnTo>
                    <a:pt x="675" y="655"/>
                  </a:lnTo>
                  <a:lnTo>
                    <a:pt x="0" y="2618"/>
                  </a:lnTo>
                  <a:lnTo>
                    <a:pt x="0" y="10473"/>
                  </a:lnTo>
                  <a:lnTo>
                    <a:pt x="675" y="12436"/>
                  </a:lnTo>
                  <a:lnTo>
                    <a:pt x="2025" y="13091"/>
                  </a:lnTo>
                  <a:lnTo>
                    <a:pt x="17550" y="13091"/>
                  </a:lnTo>
                  <a:lnTo>
                    <a:pt x="17550" y="17018"/>
                  </a:lnTo>
                  <a:lnTo>
                    <a:pt x="4050" y="17018"/>
                  </a:lnTo>
                  <a:lnTo>
                    <a:pt x="4050" y="15055"/>
                  </a:lnTo>
                  <a:lnTo>
                    <a:pt x="0" y="14400"/>
                  </a:lnTo>
                  <a:lnTo>
                    <a:pt x="0" y="19636"/>
                  </a:lnTo>
                  <a:lnTo>
                    <a:pt x="675" y="20945"/>
                  </a:lnTo>
                  <a:lnTo>
                    <a:pt x="2025"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7" name="Freeform 17"/>
            <p:cNvSpPr/>
            <p:nvPr/>
          </p:nvSpPr>
          <p:spPr>
            <a:xfrm>
              <a:off x="707771" y="-1"/>
              <a:ext cx="32596" cy="3259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6171" y="20057"/>
                  </a:lnTo>
                  <a:lnTo>
                    <a:pt x="3086" y="18514"/>
                  </a:lnTo>
                  <a:lnTo>
                    <a:pt x="0" y="13886"/>
                  </a:lnTo>
                  <a:lnTo>
                    <a:pt x="0" y="6171"/>
                  </a:lnTo>
                  <a:lnTo>
                    <a:pt x="6171" y="0"/>
                  </a:lnTo>
                  <a:lnTo>
                    <a:pt x="13886" y="0"/>
                  </a:lnTo>
                  <a:lnTo>
                    <a:pt x="18514" y="3086"/>
                  </a:lnTo>
                  <a:lnTo>
                    <a:pt x="20057" y="6171"/>
                  </a:lnTo>
                  <a:lnTo>
                    <a:pt x="21600" y="10800"/>
                  </a:lnTo>
                  <a:lnTo>
                    <a:pt x="20057" y="13886"/>
                  </a:lnTo>
                  <a:lnTo>
                    <a:pt x="18514" y="18514"/>
                  </a:lnTo>
                  <a:lnTo>
                    <a:pt x="13886" y="20057"/>
                  </a:lnTo>
                  <a:lnTo>
                    <a:pt x="10800" y="21600"/>
                  </a:lnTo>
                  <a:close/>
                  <a:moveTo>
                    <a:pt x="10800" y="0"/>
                  </a:moveTo>
                  <a:lnTo>
                    <a:pt x="6171" y="1543"/>
                  </a:lnTo>
                  <a:lnTo>
                    <a:pt x="3086" y="3086"/>
                  </a:lnTo>
                  <a:lnTo>
                    <a:pt x="1543" y="6171"/>
                  </a:lnTo>
                  <a:lnTo>
                    <a:pt x="0" y="10800"/>
                  </a:lnTo>
                  <a:lnTo>
                    <a:pt x="3086" y="16971"/>
                  </a:lnTo>
                  <a:lnTo>
                    <a:pt x="6171" y="18514"/>
                  </a:lnTo>
                  <a:lnTo>
                    <a:pt x="10800" y="20057"/>
                  </a:lnTo>
                  <a:lnTo>
                    <a:pt x="16971" y="16971"/>
                  </a:lnTo>
                  <a:lnTo>
                    <a:pt x="20057" y="10800"/>
                  </a:lnTo>
                  <a:lnTo>
                    <a:pt x="18514" y="6171"/>
                  </a:lnTo>
                  <a:lnTo>
                    <a:pt x="16971" y="3086"/>
                  </a:lnTo>
                  <a:lnTo>
                    <a:pt x="10800" y="0"/>
                  </a:lnTo>
                  <a:close/>
                  <a:moveTo>
                    <a:pt x="12343" y="16971"/>
                  </a:moveTo>
                  <a:lnTo>
                    <a:pt x="10800" y="10800"/>
                  </a:lnTo>
                  <a:lnTo>
                    <a:pt x="7714" y="10800"/>
                  </a:lnTo>
                  <a:lnTo>
                    <a:pt x="7714" y="16971"/>
                  </a:lnTo>
                  <a:lnTo>
                    <a:pt x="6171" y="16971"/>
                  </a:lnTo>
                  <a:lnTo>
                    <a:pt x="6171" y="3086"/>
                  </a:lnTo>
                  <a:lnTo>
                    <a:pt x="10800" y="3086"/>
                  </a:lnTo>
                  <a:lnTo>
                    <a:pt x="13886" y="4629"/>
                  </a:lnTo>
                  <a:lnTo>
                    <a:pt x="13886" y="9257"/>
                  </a:lnTo>
                  <a:lnTo>
                    <a:pt x="12343" y="10800"/>
                  </a:lnTo>
                  <a:lnTo>
                    <a:pt x="13886" y="16971"/>
                  </a:lnTo>
                  <a:lnTo>
                    <a:pt x="12343" y="16971"/>
                  </a:lnTo>
                  <a:close/>
                  <a:moveTo>
                    <a:pt x="7714" y="9257"/>
                  </a:moveTo>
                  <a:lnTo>
                    <a:pt x="12343" y="9257"/>
                  </a:lnTo>
                  <a:lnTo>
                    <a:pt x="12343" y="6171"/>
                  </a:lnTo>
                  <a:lnTo>
                    <a:pt x="9257" y="4629"/>
                  </a:lnTo>
                  <a:lnTo>
                    <a:pt x="7714" y="4629"/>
                  </a:lnTo>
                  <a:lnTo>
                    <a:pt x="7714" y="9257"/>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grpSp>
      <p:sp>
        <p:nvSpPr>
          <p:cNvPr id="759" name="Rectangle 20"/>
          <p:cNvSpPr/>
          <p:nvPr/>
        </p:nvSpPr>
        <p:spPr>
          <a:xfrm>
            <a:off x="1048005" y="0"/>
            <a:ext cx="1799696" cy="151844"/>
          </a:xfrm>
          <a:prstGeom prst="rect">
            <a:avLst/>
          </a:prstGeom>
          <a:solidFill>
            <a:srgbClr val="231CA5"/>
          </a:solidFill>
          <a:ln w="12700">
            <a:miter lim="400000"/>
          </a:ln>
        </p:spPr>
        <p:txBody>
          <a:bodyPr lIns="45719" rIns="45719" anchor="ctr"/>
          <a:lstStyle/>
          <a:p>
            <a:pPr algn="ctr">
              <a:defRPr>
                <a:solidFill>
                  <a:srgbClr val="FFFFFF"/>
                </a:solidFill>
              </a:defRPr>
            </a:pPr>
            <a:endParaRPr>
              <a:solidFill>
                <a:srgbClr val="FFFFFF"/>
              </a:solidFill>
            </a:endParaRPr>
          </a:p>
        </p:txBody>
      </p:sp>
    </p:spTree>
    <p:extLst>
      <p:ext uri="{BB962C8B-B14F-4D97-AF65-F5344CB8AC3E}">
        <p14:creationId xmlns:p14="http://schemas.microsoft.com/office/powerpoint/2010/main" val="3697258675"/>
      </p:ext>
    </p:extLst>
  </p:cSld>
  <p:clrMapOvr>
    <a:masterClrMapping/>
  </p:clrMapOvr>
  <p:transition spd="med"/>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265206325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44628642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3444206739"/>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62617130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w Separate Subhead">
    <p:spTree>
      <p:nvGrpSpPr>
        <p:cNvPr id="1" name=""/>
        <p:cNvGrpSpPr/>
        <p:nvPr/>
      </p:nvGrpSpPr>
      <p:grpSpPr>
        <a:xfrm>
          <a:off x="0" y="0"/>
          <a:ext cx="0" cy="0"/>
          <a:chOff x="0" y="0"/>
          <a:chExt cx="0" cy="0"/>
        </a:xfrm>
      </p:grpSpPr>
      <p:sp>
        <p:nvSpPr>
          <p:cNvPr id="2" name="Title 1"/>
          <p:cNvSpPr>
            <a:spLocks noGrp="1"/>
          </p:cNvSpPr>
          <p:nvPr>
            <p:ph type="title"/>
          </p:nvPr>
        </p:nvSpPr>
        <p:spPr>
          <a:xfrm>
            <a:off x="946785" y="429272"/>
            <a:ext cx="10311765" cy="1076223"/>
          </a:xfrm>
        </p:spPr>
        <p:txBody>
          <a:bodyPr/>
          <a:lstStyle/>
          <a:p>
            <a:r>
              <a:rPr lang="en-US" smtClean="0"/>
              <a:t>Click to edit Master title style</a:t>
            </a:r>
            <a:endParaRPr lang="en-US" dirty="0"/>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5" name="Text Placeholder 8"/>
          <p:cNvSpPr>
            <a:spLocks noGrp="1"/>
          </p:cNvSpPr>
          <p:nvPr>
            <p:ph type="body" sz="quarter" idx="13" hasCustomPrompt="1"/>
          </p:nvPr>
        </p:nvSpPr>
        <p:spPr>
          <a:xfrm>
            <a:off x="946785" y="967383"/>
            <a:ext cx="10311765" cy="538112"/>
          </a:xfrm>
        </p:spPr>
        <p:txBody>
          <a:bodyPr anchor="t">
            <a:normAutofit/>
          </a:bodyPr>
          <a:lstStyle>
            <a:lvl1pPr marL="0" indent="0">
              <a:lnSpc>
                <a:spcPct val="90000"/>
              </a:lnSpc>
              <a:spcBef>
                <a:spcPts val="0"/>
              </a:spcBef>
              <a:buNone/>
              <a:defRPr lang="en-US" sz="2000" b="0" kern="1200" baseline="0" smtClean="0">
                <a:solidFill>
                  <a:schemeClr val="tx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(20pt)</a:t>
            </a:r>
          </a:p>
        </p:txBody>
      </p:sp>
      <p:sp>
        <p:nvSpPr>
          <p:cNvPr id="6" name="Content Placeholder 2"/>
          <p:cNvSpPr>
            <a:spLocks noGrp="1"/>
          </p:cNvSpPr>
          <p:nvPr>
            <p:ph idx="1"/>
          </p:nvPr>
        </p:nvSpPr>
        <p:spPr>
          <a:xfrm>
            <a:off x="946785" y="2043605"/>
            <a:ext cx="10311765" cy="413335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6237926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w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946150" y="2497873"/>
            <a:ext cx="10312400" cy="36790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13" hasCustomPrompt="1"/>
          </p:nvPr>
        </p:nvSpPr>
        <p:spPr>
          <a:xfrm>
            <a:off x="946150" y="1993265"/>
            <a:ext cx="10312400" cy="384175"/>
          </a:xfrm>
        </p:spPr>
        <p:txBody>
          <a:bodyPr/>
          <a:lstStyle>
            <a:lvl1pPr marL="0" indent="0">
              <a:buNone/>
              <a:defRPr b="1"/>
            </a:lvl1pPr>
            <a:lvl2pPr marL="228600" indent="0">
              <a:buNone/>
              <a:defRPr b="1"/>
            </a:lvl2pPr>
            <a:lvl3pPr marL="400050" indent="0">
              <a:buNone/>
              <a:defRPr b="1"/>
            </a:lvl3pPr>
            <a:lvl4pPr marL="571500" indent="0">
              <a:buNone/>
              <a:defRPr b="1"/>
            </a:lvl4pPr>
            <a:lvl5pPr marL="742950" indent="0">
              <a:buNone/>
              <a:defRPr b="1"/>
            </a:lvl5pPr>
          </a:lstStyle>
          <a:p>
            <a:pPr lvl="0"/>
            <a:r>
              <a:rPr lang="en-US" dirty="0" smtClean="0"/>
              <a:t>Click to edit Heading text styles</a:t>
            </a:r>
            <a:endParaRPr lang="en-US" dirty="0"/>
          </a:p>
        </p:txBody>
      </p:sp>
      <p:sp>
        <p:nvSpPr>
          <p:cNvPr id="7"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33336790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Section Header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tx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30901814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Section Header (Purpl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1"/>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33325706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Section Header (Indigo)">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11654308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Section Header (Dk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3"/>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843296619"/>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Section Header (Aquamarin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22082012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Section Header (Gray)">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4172228120"/>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6784" y="428625"/>
            <a:ext cx="10408603" cy="12620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946784" y="1828800"/>
            <a:ext cx="5081161"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42975" y="2447925"/>
            <a:ext cx="508497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828800"/>
            <a:ext cx="5086350"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447925"/>
            <a:ext cx="508635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Slide Number Placeholder 5"/>
          <p:cNvSpPr>
            <a:spLocks noGrp="1"/>
          </p:cNvSpPr>
          <p:nvPr>
            <p:ph type="sldNum" sz="quarter" idx="10"/>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57804702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42974" y="1825625"/>
            <a:ext cx="5084971"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7390" y="1825625"/>
            <a:ext cx="5081159"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158964077"/>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Content Placeholder 2"/>
          <p:cNvSpPr>
            <a:spLocks noGrp="1"/>
          </p:cNvSpPr>
          <p:nvPr>
            <p:ph sz="half" idx="1"/>
          </p:nvPr>
        </p:nvSpPr>
        <p:spPr>
          <a:xfrm>
            <a:off x="946785" y="1825625"/>
            <a:ext cx="3268376" cy="4351338"/>
          </a:xfrm>
        </p:spPr>
        <p:txBody>
          <a:bodyPr/>
          <a:lstStyle>
            <a:lvl1pPr marL="228600" indent="-22860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3"/>
          <p:cNvSpPr>
            <a:spLocks noGrp="1"/>
          </p:cNvSpPr>
          <p:nvPr>
            <p:ph sz="half" idx="2"/>
          </p:nvPr>
        </p:nvSpPr>
        <p:spPr>
          <a:xfrm>
            <a:off x="4427034" y="1825625"/>
            <a:ext cx="3229804"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3"/>
          <p:cNvSpPr>
            <a:spLocks noGrp="1"/>
          </p:cNvSpPr>
          <p:nvPr>
            <p:ph sz="half" idx="10"/>
          </p:nvPr>
        </p:nvSpPr>
        <p:spPr>
          <a:xfrm>
            <a:off x="7868712" y="1825625"/>
            <a:ext cx="336753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516676982"/>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1047749" y="1825626"/>
            <a:ext cx="6145191"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7400925" y="1816100"/>
            <a:ext cx="3857625"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61059890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266985" y="1825626"/>
            <a:ext cx="4991565"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946785" y="1825626"/>
            <a:ext cx="5063722"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10"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88184344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Half-Screen Image Right">
    <p:spTree>
      <p:nvGrpSpPr>
        <p:cNvPr id="1" name=""/>
        <p:cNvGrpSpPr/>
        <p:nvPr/>
      </p:nvGrpSpPr>
      <p:grpSpPr>
        <a:xfrm>
          <a:off x="0" y="0"/>
          <a:ext cx="0" cy="0"/>
          <a:chOff x="0" y="0"/>
          <a:chExt cx="0" cy="0"/>
        </a:xfrm>
      </p:grpSpPr>
      <p:sp>
        <p:nvSpPr>
          <p:cNvPr id="2" name="Title 1"/>
          <p:cNvSpPr>
            <a:spLocks noGrp="1"/>
          </p:cNvSpPr>
          <p:nvPr>
            <p:ph type="title"/>
          </p:nvPr>
        </p:nvSpPr>
        <p:spPr>
          <a:xfrm>
            <a:off x="1137424"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19125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8" name="Rectangle 7"/>
          <p:cNvSpPr/>
          <p:nvPr userDrawn="1"/>
        </p:nvSpPr>
        <p:spPr>
          <a:xfrm>
            <a:off x="0" y="0"/>
            <a:ext cx="1137424" cy="20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911935735"/>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Half-Screen Image Left">
    <p:spTree>
      <p:nvGrpSpPr>
        <p:cNvPr id="1" name=""/>
        <p:cNvGrpSpPr/>
        <p:nvPr/>
      </p:nvGrpSpPr>
      <p:grpSpPr>
        <a:xfrm>
          <a:off x="0" y="0"/>
          <a:ext cx="0" cy="0"/>
          <a:chOff x="0" y="0"/>
          <a:chExt cx="0" cy="0"/>
        </a:xfrm>
      </p:grpSpPr>
      <p:sp>
        <p:nvSpPr>
          <p:cNvPr id="2" name="Title 1"/>
          <p:cNvSpPr>
            <a:spLocks noGrp="1"/>
          </p:cNvSpPr>
          <p:nvPr>
            <p:ph type="title"/>
          </p:nvPr>
        </p:nvSpPr>
        <p:spPr>
          <a:xfrm>
            <a:off x="6999876"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Tree>
    <p:extLst>
      <p:ext uri="{BB962C8B-B14F-4D97-AF65-F5344CB8AC3E}">
        <p14:creationId xmlns:p14="http://schemas.microsoft.com/office/powerpoint/2010/main" val="2798865996"/>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241885289"/>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18592165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smtClean="0"/>
              <a:t>Drag picture to placeholder or click icon to add</a:t>
            </a:r>
            <a:endParaRPr lang="en-US" dirty="0"/>
          </a:p>
        </p:txBody>
      </p:sp>
    </p:spTree>
    <p:extLst>
      <p:ext uri="{BB962C8B-B14F-4D97-AF65-F5344CB8AC3E}">
        <p14:creationId xmlns:p14="http://schemas.microsoft.com/office/powerpoint/2010/main" val="426488757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13_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hasCustomPrompt="1"/>
          </p:nvPr>
        </p:nvSpPr>
        <p:spPr>
          <a:xfrm>
            <a:off x="914400" y="3614237"/>
            <a:ext cx="10579608" cy="1645920"/>
          </a:xfrm>
        </p:spPr>
        <p:txBody>
          <a:bodyPr anchor="t">
            <a:normAutofit/>
          </a:bodyPr>
          <a:lstStyle>
            <a:lvl1pPr algn="l">
              <a:defRPr sz="5400">
                <a:solidFill>
                  <a:schemeClr val="bg1"/>
                </a:solidFill>
              </a:defRPr>
            </a:lvl1pPr>
          </a:lstStyle>
          <a:p>
            <a:r>
              <a:rPr lang="en-US" dirty="0" smtClean="0"/>
              <a:t>Thank you.</a:t>
            </a:r>
            <a:endParaRPr lang="en-US" dirty="0"/>
          </a:p>
        </p:txBody>
      </p:sp>
      <p:sp>
        <p:nvSpPr>
          <p:cNvPr id="3" name="Subtitle 2"/>
          <p:cNvSpPr>
            <a:spLocks noGrp="1"/>
          </p:cNvSpPr>
          <p:nvPr>
            <p:ph type="subTitle" idx="1" hasCustomPrompt="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smtClean="0"/>
              <a:t>www.microfocus.com</a:t>
            </a:r>
            <a:endParaRPr lang="en-US" dirty="0"/>
          </a:p>
        </p:txBody>
      </p:sp>
    </p:spTree>
    <p:extLst>
      <p:ext uri="{BB962C8B-B14F-4D97-AF65-F5344CB8AC3E}">
        <p14:creationId xmlns:p14="http://schemas.microsoft.com/office/powerpoint/2010/main" val="337163261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title (28pt)</a:t>
            </a:r>
            <a:endParaRPr lang="en-US" dirty="0"/>
          </a:p>
        </p:txBody>
      </p:sp>
      <p:sp>
        <p:nvSpPr>
          <p:cNvPr id="9" name="Text Placeholder 8"/>
          <p:cNvSpPr>
            <a:spLocks noGrp="1"/>
          </p:cNvSpPr>
          <p:nvPr>
            <p:ph type="body" sz="quarter" idx="13" hasCustomPrompt="1"/>
          </p:nvPr>
        </p:nvSpPr>
        <p:spPr>
          <a:xfrm>
            <a:off x="1166287" y="1249433"/>
            <a:ext cx="10092264" cy="588892"/>
          </a:xfrm>
        </p:spPr>
        <p:txBody>
          <a:bodyPr anchor="t"/>
          <a:lstStyle>
            <a:lvl1pPr marL="0" indent="0">
              <a:lnSpc>
                <a:spcPct val="90000"/>
              </a:lnSpc>
              <a:spcBef>
                <a:spcPts val="0"/>
              </a:spcBef>
              <a:buNone/>
              <a:defRPr lang="en-US" sz="2000" b="1" kern="1200" baseline="0" smtClean="0">
                <a:solidFill>
                  <a:schemeClr val="accent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(15pt)</a:t>
            </a:r>
          </a:p>
        </p:txBody>
      </p:sp>
      <p:sp>
        <p:nvSpPr>
          <p:cNvPr id="10" name="Content Placeholder 2"/>
          <p:cNvSpPr>
            <a:spLocks noGrp="1"/>
          </p:cNvSpPr>
          <p:nvPr>
            <p:ph idx="1" hasCustomPrompt="1"/>
          </p:nvPr>
        </p:nvSpPr>
        <p:spPr>
          <a:xfrm>
            <a:off x="954133" y="1819275"/>
            <a:ext cx="10304417" cy="4245885"/>
          </a:xfrm>
        </p:spPr>
        <p:txBody>
          <a:bodyPr/>
          <a:lstStyle>
            <a:lvl3pPr marL="304792" indent="-152396">
              <a:defRPr/>
            </a:lvl3pPr>
          </a:lstStyle>
          <a:p>
            <a:pPr lvl="0"/>
            <a:r>
              <a:rPr lang="en-US" dirty="0" smtClean="0"/>
              <a:t>First level bullet (18pt)</a:t>
            </a:r>
          </a:p>
          <a:p>
            <a:pPr lvl="1"/>
            <a:r>
              <a:rPr lang="en-US" dirty="0" smtClean="0"/>
              <a:t>Second level bullet (14pt)</a:t>
            </a:r>
          </a:p>
          <a:p>
            <a:pPr lvl="2"/>
            <a:r>
              <a:rPr lang="en-US" dirty="0" smtClean="0"/>
              <a:t>Third level bullet (12pt)</a:t>
            </a:r>
          </a:p>
          <a:p>
            <a:pPr lvl="3"/>
            <a:r>
              <a:rPr lang="en-US" dirty="0" smtClean="0"/>
              <a:t>Fourth level (11pt)</a:t>
            </a:r>
          </a:p>
          <a:p>
            <a:pPr lvl="4"/>
            <a:r>
              <a:rPr lang="en-US" dirty="0" smtClean="0"/>
              <a:t>Fifth level (10pt)</a:t>
            </a:r>
            <a:endParaRPr lang="en-US" dirty="0"/>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752750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Tree>
    <p:extLst>
      <p:ext uri="{BB962C8B-B14F-4D97-AF65-F5344CB8AC3E}">
        <p14:creationId xmlns:p14="http://schemas.microsoft.com/office/powerpoint/2010/main" val="2743918426"/>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rmAutofit/>
          </a:bodyPr>
          <a:lstStyle>
            <a:lvl1pPr>
              <a:defRPr/>
            </a:lvl1pPr>
          </a:lstStyle>
          <a:p>
            <a:r>
              <a:rPr lang="en-US" dirty="0" smtClean="0"/>
              <a:t>Content + Subtitle</a:t>
            </a:r>
            <a:endParaRPr lang="en-US" dirty="0"/>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8" name="Text Placeholder 2"/>
          <p:cNvSpPr>
            <a:spLocks noGrp="1"/>
          </p:cNvSpPr>
          <p:nvPr>
            <p:ph idx="1"/>
          </p:nvPr>
        </p:nvSpPr>
        <p:spPr>
          <a:xfrm>
            <a:off x="946786" y="1728000"/>
            <a:ext cx="10311765" cy="44521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4024113564"/>
      </p:ext>
    </p:extLst>
  </p:cSld>
  <p:clrMapOvr>
    <a:masterClrMapping/>
  </p:clrMapOvr>
  <p:timing>
    <p:tnLst>
      <p:par>
        <p:cTn id="1" dur="indefinite" restart="never" nodeType="tmRoot"/>
      </p:par>
    </p:tn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cSld name="Title Slide with Name">
    <p:bg>
      <p:bgPr>
        <a:gradFill>
          <a:gsLst>
            <a:gs pos="0">
              <a:schemeClr val="tx2">
                <a:lumMod val="80000"/>
                <a:lumOff val="20000"/>
              </a:schemeClr>
            </a:gs>
            <a:gs pos="37000">
              <a:schemeClr val="tx2">
                <a:lumMod val="90000"/>
                <a:lumOff val="10000"/>
              </a:schemeClr>
            </a:gs>
            <a:gs pos="100000">
              <a:srgbClr val="0056EF"/>
            </a:gs>
          </a:gsLst>
          <a:lin ang="2700000" scaled="0"/>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10000"/>
          </a:blip>
          <a:stretch>
            <a:fillRect/>
          </a:stretch>
        </p:blipFill>
        <p:spPr>
          <a:xfrm>
            <a:off x="-87780" y="0"/>
            <a:ext cx="11920244" cy="6858000"/>
          </a:xfrm>
          <a:prstGeom prst="rect">
            <a:avLst/>
          </a:prstGeom>
        </p:spPr>
      </p:pic>
      <p:sp>
        <p:nvSpPr>
          <p:cNvPr id="4" name="Rectangle 3"/>
          <p:cNvSpPr/>
          <p:nvPr userDrawn="1"/>
        </p:nvSpPr>
        <p:spPr>
          <a:xfrm>
            <a:off x="0" y="0"/>
            <a:ext cx="12204191" cy="6858000"/>
          </a:xfrm>
          <a:prstGeom prst="rect">
            <a:avLst/>
          </a:prstGeom>
          <a:gradFill flip="none" rotWithShape="1">
            <a:gsLst>
              <a:gs pos="0">
                <a:schemeClr val="accent4">
                  <a:alpha val="86000"/>
                </a:schemeClr>
              </a:gs>
              <a:gs pos="45000">
                <a:schemeClr val="tx2">
                  <a:alpha val="50000"/>
                </a:schemeClr>
              </a:gs>
              <a:gs pos="100000">
                <a:srgbClr val="0155E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smtClean="0"/>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smtClean="0"/>
              <a:t>Speaker Name</a:t>
            </a:r>
            <a:endParaRPr dirty="0"/>
          </a:p>
          <a:p>
            <a:pPr lvl="1"/>
            <a:r>
              <a:rPr lang="en-US" dirty="0" smtClean="0"/>
              <a:t>Title/Company</a:t>
            </a:r>
            <a:endParaRPr dirty="0"/>
          </a:p>
          <a:p>
            <a:pPr lvl="2"/>
            <a:r>
              <a:rPr lang="en-US" dirty="0" smtClean="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spTree>
    <p:extLst>
      <p:ext uri="{BB962C8B-B14F-4D97-AF65-F5344CB8AC3E}">
        <p14:creationId xmlns:p14="http://schemas.microsoft.com/office/powerpoint/2010/main" val="6343972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smtClean="0"/>
              <a:t>First level 28 </a:t>
            </a:r>
            <a:r>
              <a:rPr lang="en-US" dirty="0" err="1" smtClean="0"/>
              <a:t>pt</a:t>
            </a:r>
            <a:endParaRPr lang="en-US" dirty="0" smtClean="0"/>
          </a:p>
          <a:p>
            <a:pPr lvl="1"/>
            <a:r>
              <a:rPr lang="en-US" dirty="0" smtClean="0"/>
              <a:t>Second level 20 </a:t>
            </a:r>
            <a:r>
              <a:rPr lang="en-US" dirty="0" err="1" smtClean="0"/>
              <a:t>pt</a:t>
            </a:r>
            <a:endParaRPr lang="en-US" dirty="0" smtClean="0"/>
          </a:p>
          <a:p>
            <a:pPr lvl="2"/>
            <a:r>
              <a:rPr lang="en-US" dirty="0" smtClean="0"/>
              <a:t>Third level 18 </a:t>
            </a:r>
            <a:r>
              <a:rPr lang="en-US" dirty="0" err="1" smtClean="0"/>
              <a:t>pt</a:t>
            </a:r>
            <a:endParaRPr lang="en-US" dirty="0" smtClean="0"/>
          </a:p>
          <a:p>
            <a:pPr lvl="3"/>
            <a:r>
              <a:rPr lang="en-US" dirty="0" smtClean="0"/>
              <a:t>Fourth level 16 </a:t>
            </a:r>
            <a:r>
              <a:rPr lang="en-US" dirty="0" err="1" smtClean="0"/>
              <a:t>pt</a:t>
            </a:r>
            <a:endParaRPr lang="en-US" dirty="0" smtClean="0"/>
          </a:p>
          <a:p>
            <a:pPr lvl="4"/>
            <a:r>
              <a:rPr lang="en-US" dirty="0" smtClean="0"/>
              <a:t>Fifth level – avoid as too small</a:t>
            </a:r>
            <a:endParaRPr lang="en-US" dirty="0"/>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7"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smtClean="0"/>
              <a:t>Click to edit Master title style</a:t>
            </a:r>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3262984545"/>
      </p:ext>
    </p:extLst>
  </p:cSld>
  <p:clrMapOvr>
    <a:masterClrMapping/>
  </p:clrMapOvr>
  <p:timing>
    <p:tnLst>
      <p:par>
        <p:cTn id="1" dur="indefinite" restart="never" nodeType="tmRoot"/>
      </p:par>
    </p:tnLst>
  </p:timing>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cSld name="Logo Slide">
    <p:bg>
      <p:bgPr>
        <a:gradFill flip="none" rotWithShape="1">
          <a:gsLst>
            <a:gs pos="0">
              <a:schemeClr val="accent5"/>
            </a:gs>
            <a:gs pos="47000">
              <a:schemeClr val="tx2">
                <a:lumMod val="85000"/>
                <a:lumOff val="15000"/>
              </a:schemeClr>
            </a:gs>
            <a:gs pos="100000">
              <a:schemeClr val="accent2"/>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Tree>
    <p:extLst>
      <p:ext uri="{BB962C8B-B14F-4D97-AF65-F5344CB8AC3E}">
        <p14:creationId xmlns:p14="http://schemas.microsoft.com/office/powerpoint/2010/main" val="2444229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pPr defTabSz="914400"/>
            <a:fld id="{8F030E74-B79E-47A7-AA1C-BA3D00CC0B4A}" type="datetime4">
              <a:rPr lang="en-US">
                <a:solidFill>
                  <a:prstClr val="black"/>
                </a:solidFill>
              </a:rPr>
              <a:pPr defTabSz="914400"/>
              <a:t>December 10, 2018</a:t>
            </a:fld>
            <a:endParaRPr>
              <a:solidFill>
                <a:prstClr val="black"/>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pPr defTabSz="914400"/>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22480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Two Content and Headings">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a:solidFill>
                <a:prstClr val="white">
                  <a:lumMod val="75000"/>
                </a:prstClr>
              </a:solidFill>
            </a:endParaRPr>
          </a:p>
        </p:txBody>
      </p:sp>
      <p:sp>
        <p:nvSpPr>
          <p:cNvPr id="10"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a:t>Click to edit Master title style</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srgbClr val="212E35">
                  <a:tint val="75000"/>
                </a:srgbClr>
              </a:solidFill>
            </a:endParaRPr>
          </a:p>
        </p:txBody>
      </p:sp>
    </p:spTree>
    <p:extLst>
      <p:ext uri="{BB962C8B-B14F-4D97-AF65-F5344CB8AC3E}">
        <p14:creationId xmlns:p14="http://schemas.microsoft.com/office/powerpoint/2010/main" val="3747209170"/>
      </p:ext>
    </p:extLst>
  </p:cSld>
  <p:clrMapOvr>
    <a:masterClrMapping/>
  </p:clrMapOvr>
  <p:extLst mod="1">
    <p:ext uri="{DCECCB84-F9BA-43D5-87BE-67443E8EF086}">
      <p15:sldGuideLst xmlns:p15="http://schemas.microsoft.com/office/powerpoint/2012/main"/>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bwMode="black">
          <a:xfrm>
            <a:off x="441961" y="1001854"/>
            <a:ext cx="10822941" cy="369332"/>
          </a:xfrm>
          <a:prstGeom prst="rect">
            <a:avLst/>
          </a:prstGeom>
        </p:spPr>
        <p:txBody>
          <a:bodyPr>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smtClean="0"/>
              <a:t>Click to edit Master subtitle style</a:t>
            </a:r>
            <a:endParaRPr lang="en-US" noProof="0" dirty="0"/>
          </a:p>
        </p:txBody>
      </p:sp>
      <p:sp>
        <p:nvSpPr>
          <p:cNvPr id="7" name="Title 6"/>
          <p:cNvSpPr>
            <a:spLocks noGrp="1"/>
          </p:cNvSpPr>
          <p:nvPr>
            <p:ph type="title"/>
          </p:nvPr>
        </p:nvSpPr>
        <p:spPr bwMode="black">
          <a:xfrm>
            <a:off x="441961" y="313419"/>
            <a:ext cx="10822941" cy="574516"/>
          </a:xfrm>
        </p:spPr>
        <p:txBody>
          <a:bodyPr>
            <a:noAutofit/>
          </a:bodyPr>
          <a:lstStyle>
            <a:lvl1pPr>
              <a:defRPr b="1" i="0">
                <a:solidFill>
                  <a:srgbClr val="000000"/>
                </a:solidFill>
                <a:latin typeface="HP Simplified" pitchFamily="34" charset="0"/>
                <a:cs typeface="HP Simplified" pitchFamily="34" charset="0"/>
              </a:defRPr>
            </a:lvl1pPr>
          </a:lstStyle>
          <a:p>
            <a:r>
              <a:rPr lang="en-US" noProof="0" smtClean="0"/>
              <a:t>Click to edit Master title style</a:t>
            </a:r>
            <a:endParaRPr lang="en-US" noProof="0" dirty="0"/>
          </a:p>
        </p:txBody>
      </p:sp>
      <p:sp>
        <p:nvSpPr>
          <p:cNvPr id="6" name="Content Placeholder 5"/>
          <p:cNvSpPr>
            <a:spLocks noGrp="1"/>
          </p:cNvSpPr>
          <p:nvPr>
            <p:ph sz="quarter" idx="10"/>
          </p:nvPr>
        </p:nvSpPr>
        <p:spPr>
          <a:xfrm>
            <a:off x="438913" y="1584962"/>
            <a:ext cx="10826496" cy="4305300"/>
          </a:xfrm>
        </p:spPr>
        <p:txBody>
          <a:bodyPr>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67049085"/>
      </p:ext>
    </p:extLst>
  </p:cSld>
  <p:clrMapOvr>
    <a:masterClrMapping/>
  </p:clrMapOvr>
  <p:hf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a:xfrm>
            <a:off x="5598212" y="6426104"/>
            <a:ext cx="995578" cy="210312"/>
          </a:xfrm>
          <a:prstGeom prst="rect">
            <a:avLst/>
          </a:prstGeom>
        </p:spPr>
        <p:txBody>
          <a:bodyPr/>
          <a:lstStyle/>
          <a:p>
            <a:pPr defTabSz="914400"/>
            <a:fld id="{1D654495-4BF5-4727-99D4-DFD1D0597350}"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11"/>
          </p:nvPr>
        </p:nvSpPr>
        <p:spPr>
          <a:xfrm>
            <a:off x="6934200" y="6426104"/>
            <a:ext cx="4025198" cy="210312"/>
          </a:xfrm>
          <a:prstGeom prst="rect">
            <a:avLst/>
          </a:prstGeom>
        </p:spPr>
        <p:txBody>
          <a:body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0984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type="tx">
  <p:cSld name="3_Title Only - Strategy">
    <p:bg>
      <p:bgPr>
        <a:solidFill>
          <a:srgbClr val="FFFFFF"/>
        </a:solidFill>
        <a:effectLst/>
      </p:bgPr>
    </p:bg>
    <p:spTree>
      <p:nvGrpSpPr>
        <p:cNvPr id="1" name=""/>
        <p:cNvGrpSpPr/>
        <p:nvPr/>
      </p:nvGrpSpPr>
      <p:grpSpPr>
        <a:xfrm>
          <a:off x="0" y="0"/>
          <a:ext cx="0" cy="0"/>
          <a:chOff x="0" y="0"/>
          <a:chExt cx="0" cy="0"/>
        </a:xfrm>
      </p:grpSpPr>
      <p:pic>
        <p:nvPicPr>
          <p:cNvPr id="741" name="Picture 3" descr="Picture 3"/>
          <p:cNvPicPr>
            <a:picLocks noChangeAspect="1"/>
          </p:cNvPicPr>
          <p:nvPr/>
        </p:nvPicPr>
        <p:blipFill>
          <a:blip r:embed="rId2">
            <a:alphaModFix amt="28000"/>
            <a:extLst/>
          </a:blip>
          <a:srcRect r="224" b="416"/>
          <a:stretch>
            <a:fillRect/>
          </a:stretch>
        </p:blipFill>
        <p:spPr>
          <a:xfrm rot="10800000">
            <a:off x="-25400" y="-1"/>
            <a:ext cx="12217401" cy="6858001"/>
          </a:xfrm>
          <a:prstGeom prst="rect">
            <a:avLst/>
          </a:prstGeom>
          <a:ln w="12700">
            <a:miter lim="400000"/>
          </a:ln>
        </p:spPr>
      </p:pic>
      <p:sp>
        <p:nvSpPr>
          <p:cNvPr id="742" name="Rectangle 4"/>
          <p:cNvSpPr/>
          <p:nvPr/>
        </p:nvSpPr>
        <p:spPr>
          <a:xfrm>
            <a:off x="-25400" y="-2"/>
            <a:ext cx="12217400" cy="6858001"/>
          </a:xfrm>
          <a:prstGeom prst="rect">
            <a:avLst/>
          </a:prstGeom>
          <a:gradFill>
            <a:gsLst>
              <a:gs pos="42000">
                <a:srgbClr val="FFFFFF">
                  <a:alpha val="98000"/>
                </a:srgbClr>
              </a:gs>
              <a:gs pos="84000">
                <a:srgbClr val="FFFFFF">
                  <a:alpha val="43000"/>
                </a:srgbClr>
              </a:gs>
            </a:gsLst>
            <a:lin ang="2639999"/>
          </a:gradFill>
          <a:ln w="12700">
            <a:miter lim="400000"/>
          </a:ln>
        </p:spPr>
        <p:txBody>
          <a:bodyPr lIns="45719" rIns="45719" anchor="ctr"/>
          <a:lstStyle/>
          <a:p>
            <a:pPr algn="ctr">
              <a:defRPr>
                <a:solidFill>
                  <a:srgbClr val="FFFFFF"/>
                </a:solidFill>
              </a:defRPr>
            </a:pPr>
            <a:endParaRPr>
              <a:solidFill>
                <a:srgbClr val="FFFFFF"/>
              </a:solidFill>
            </a:endParaRPr>
          </a:p>
        </p:txBody>
      </p:sp>
      <p:sp>
        <p:nvSpPr>
          <p:cNvPr id="743" name="Title Text"/>
          <p:cNvSpPr txBox="1">
            <a:spLocks noGrp="1"/>
          </p:cNvSpPr>
          <p:nvPr>
            <p:ph type="title"/>
          </p:nvPr>
        </p:nvSpPr>
        <p:spPr>
          <a:xfrm>
            <a:off x="946785" y="429272"/>
            <a:ext cx="10311766" cy="974663"/>
          </a:xfrm>
          <a:prstGeom prst="rect">
            <a:avLst/>
          </a:prstGeom>
        </p:spPr>
        <p:txBody>
          <a:bodyPr/>
          <a:lstStyle/>
          <a:p>
            <a:r>
              <a:rPr lang="en-US" smtClean="0"/>
              <a:t>Click to edit Master title style</a:t>
            </a:r>
            <a:endParaRPr/>
          </a:p>
        </p:txBody>
      </p:sp>
      <p:sp>
        <p:nvSpPr>
          <p:cNvPr id="744" name="Slide Number"/>
          <p:cNvSpPr txBox="1">
            <a:spLocks noGrp="1"/>
          </p:cNvSpPr>
          <p:nvPr>
            <p:ph type="sldNum" sz="quarter" idx="2"/>
          </p:nvPr>
        </p:nvSpPr>
        <p:spPr>
          <a:xfrm>
            <a:off x="231632" y="6406532"/>
            <a:ext cx="245750" cy="256541"/>
          </a:xfrm>
          <a:prstGeom prst="rect">
            <a:avLst/>
          </a:prstGeom>
        </p:spPr>
        <p:txBody>
          <a:bodyPr/>
          <a:lstStyle/>
          <a:p>
            <a:fld id="{86CB4B4D-7CA3-9044-876B-883B54F8677D}" type="slidenum">
              <a:rPr>
                <a:solidFill>
                  <a:prstClr val="white">
                    <a:lumMod val="75000"/>
                  </a:prstClr>
                </a:solidFill>
              </a:rPr>
              <a:pPr/>
              <a:t>‹#›</a:t>
            </a:fld>
            <a:endParaRPr>
              <a:solidFill>
                <a:prstClr val="white">
                  <a:lumMod val="75000"/>
                </a:prstClr>
              </a:solidFill>
            </a:endParaRPr>
          </a:p>
        </p:txBody>
      </p:sp>
      <p:grpSp>
        <p:nvGrpSpPr>
          <p:cNvPr id="758" name="Group 5"/>
          <p:cNvGrpSpPr/>
          <p:nvPr/>
        </p:nvGrpSpPr>
        <p:grpSpPr>
          <a:xfrm>
            <a:off x="11311010" y="6527385"/>
            <a:ext cx="740367" cy="179272"/>
            <a:chOff x="0" y="0"/>
            <a:chExt cx="740366" cy="179271"/>
          </a:xfrm>
        </p:grpSpPr>
        <p:sp>
          <p:nvSpPr>
            <p:cNvPr id="745" name="Freeform 5"/>
            <p:cNvSpPr/>
            <p:nvPr/>
          </p:nvSpPr>
          <p:spPr>
            <a:xfrm>
              <a:off x="-1" y="37251"/>
              <a:ext cx="142021" cy="1420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5311" y="0"/>
                  </a:lnTo>
                  <a:lnTo>
                    <a:pt x="5311" y="16289"/>
                  </a:lnTo>
                  <a:lnTo>
                    <a:pt x="21600" y="16289"/>
                  </a:lnTo>
                  <a:lnTo>
                    <a:pt x="21600" y="21600"/>
                  </a:lnTo>
                  <a:lnTo>
                    <a:pt x="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6" name="Freeform 6"/>
            <p:cNvSpPr/>
            <p:nvPr/>
          </p:nvSpPr>
          <p:spPr>
            <a:xfrm>
              <a:off x="34922" y="4656"/>
              <a:ext cx="142021" cy="139693"/>
            </a:xfrm>
            <a:custGeom>
              <a:avLst/>
              <a:gdLst/>
              <a:ahLst/>
              <a:cxnLst>
                <a:cxn ang="0">
                  <a:pos x="wd2" y="hd2"/>
                </a:cxn>
                <a:cxn ang="5400000">
                  <a:pos x="wd2" y="hd2"/>
                </a:cxn>
                <a:cxn ang="10800000">
                  <a:pos x="wd2" y="hd2"/>
                </a:cxn>
                <a:cxn ang="16200000">
                  <a:pos x="wd2" y="hd2"/>
                </a:cxn>
              </a:cxnLst>
              <a:rect l="0" t="0" r="r" b="b"/>
              <a:pathLst>
                <a:path w="21600" h="21600" extrusionOk="0">
                  <a:moveTo>
                    <a:pt x="0" y="5040"/>
                  </a:moveTo>
                  <a:lnTo>
                    <a:pt x="0" y="0"/>
                  </a:lnTo>
                  <a:lnTo>
                    <a:pt x="21600" y="0"/>
                  </a:lnTo>
                  <a:lnTo>
                    <a:pt x="21600" y="21600"/>
                  </a:lnTo>
                  <a:lnTo>
                    <a:pt x="16289" y="21600"/>
                  </a:lnTo>
                  <a:lnTo>
                    <a:pt x="16289" y="5040"/>
                  </a:lnTo>
                  <a:lnTo>
                    <a:pt x="0" y="504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7" name="Freeform 7"/>
            <p:cNvSpPr/>
            <p:nvPr/>
          </p:nvSpPr>
          <p:spPr>
            <a:xfrm>
              <a:off x="216522" y="4656"/>
              <a:ext cx="81487"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17897" y="0"/>
                  </a:lnTo>
                  <a:lnTo>
                    <a:pt x="11109" y="10800"/>
                  </a:lnTo>
                  <a:lnTo>
                    <a:pt x="4320" y="0"/>
                  </a:lnTo>
                  <a:lnTo>
                    <a:pt x="0" y="0"/>
                  </a:lnTo>
                  <a:lnTo>
                    <a:pt x="0" y="21600"/>
                  </a:lnTo>
                  <a:lnTo>
                    <a:pt x="4320" y="21600"/>
                  </a:lnTo>
                  <a:lnTo>
                    <a:pt x="4320" y="7425"/>
                  </a:lnTo>
                  <a:lnTo>
                    <a:pt x="9874" y="16200"/>
                  </a:lnTo>
                  <a:lnTo>
                    <a:pt x="12343" y="16200"/>
                  </a:lnTo>
                  <a:lnTo>
                    <a:pt x="17897" y="7425"/>
                  </a:lnTo>
                  <a:lnTo>
                    <a:pt x="17897" y="21600"/>
                  </a:lnTo>
                  <a:lnTo>
                    <a:pt x="2160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8" name="Freeform 8"/>
            <p:cNvSpPr/>
            <p:nvPr/>
          </p:nvSpPr>
          <p:spPr>
            <a:xfrm>
              <a:off x="337588" y="4656"/>
              <a:ext cx="13970" cy="74503"/>
            </a:xfrm>
            <a:prstGeom prst="rect">
              <a:avLst/>
            </a:pr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9" name="Freeform 9"/>
            <p:cNvSpPr/>
            <p:nvPr/>
          </p:nvSpPr>
          <p:spPr>
            <a:xfrm>
              <a:off x="391136" y="4656"/>
              <a:ext cx="72175"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14850"/>
                  </a:lnTo>
                  <a:lnTo>
                    <a:pt x="17419" y="14850"/>
                  </a:lnTo>
                  <a:lnTo>
                    <a:pt x="17419" y="17550"/>
                  </a:lnTo>
                  <a:lnTo>
                    <a:pt x="4181" y="17550"/>
                  </a:lnTo>
                  <a:lnTo>
                    <a:pt x="4181" y="4050"/>
                  </a:lnTo>
                  <a:lnTo>
                    <a:pt x="17419" y="4050"/>
                  </a:lnTo>
                  <a:lnTo>
                    <a:pt x="17419" y="6075"/>
                  </a:lnTo>
                  <a:lnTo>
                    <a:pt x="21600" y="6750"/>
                  </a:lnTo>
                  <a:lnTo>
                    <a:pt x="21600" y="0"/>
                  </a:lnTo>
                  <a:lnTo>
                    <a:pt x="0" y="0"/>
                  </a:lnTo>
                  <a:lnTo>
                    <a:pt x="0" y="20925"/>
                  </a:lnTo>
                  <a:lnTo>
                    <a:pt x="2090" y="21600"/>
                  </a:lnTo>
                  <a:lnTo>
                    <a:pt x="19510" y="21600"/>
                  </a:lnTo>
                  <a:lnTo>
                    <a:pt x="21600" y="20925"/>
                  </a:lnTo>
                  <a:lnTo>
                    <a:pt x="21600" y="19575"/>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0" name="Freeform 10"/>
            <p:cNvSpPr/>
            <p:nvPr/>
          </p:nvSpPr>
          <p:spPr>
            <a:xfrm>
              <a:off x="502890"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4850" y="12825"/>
                  </a:lnTo>
                  <a:lnTo>
                    <a:pt x="19575" y="12825"/>
                  </a:lnTo>
                  <a:lnTo>
                    <a:pt x="20925" y="12150"/>
                  </a:lnTo>
                  <a:lnTo>
                    <a:pt x="21600" y="10800"/>
                  </a:lnTo>
                  <a:lnTo>
                    <a:pt x="21600" y="2025"/>
                  </a:lnTo>
                  <a:lnTo>
                    <a:pt x="20925" y="0"/>
                  </a:lnTo>
                  <a:lnTo>
                    <a:pt x="0" y="0"/>
                  </a:lnTo>
                  <a:lnTo>
                    <a:pt x="0" y="21600"/>
                  </a:lnTo>
                  <a:lnTo>
                    <a:pt x="4050" y="21600"/>
                  </a:lnTo>
                  <a:lnTo>
                    <a:pt x="4050" y="12825"/>
                  </a:lnTo>
                  <a:lnTo>
                    <a:pt x="9450" y="12825"/>
                  </a:lnTo>
                  <a:lnTo>
                    <a:pt x="16200" y="21600"/>
                  </a:lnTo>
                  <a:lnTo>
                    <a:pt x="21600" y="21600"/>
                  </a:lnTo>
                  <a:close/>
                  <a:moveTo>
                    <a:pt x="4050" y="4050"/>
                  </a:moveTo>
                  <a:lnTo>
                    <a:pt x="16875" y="4050"/>
                  </a:lnTo>
                  <a:lnTo>
                    <a:pt x="16875" y="8775"/>
                  </a:lnTo>
                  <a:lnTo>
                    <a:pt x="4050" y="8775"/>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1" name="Freeform 11"/>
            <p:cNvSpPr/>
            <p:nvPr/>
          </p:nvSpPr>
          <p:spPr>
            <a:xfrm>
              <a:off x="614643"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2025"/>
                  </a:lnTo>
                  <a:lnTo>
                    <a:pt x="20925" y="0"/>
                  </a:lnTo>
                  <a:lnTo>
                    <a:pt x="675" y="0"/>
                  </a:lnTo>
                  <a:lnTo>
                    <a:pt x="0" y="2025"/>
                  </a:lnTo>
                  <a:lnTo>
                    <a:pt x="0" y="19575"/>
                  </a:lnTo>
                  <a:lnTo>
                    <a:pt x="675" y="20925"/>
                  </a:lnTo>
                  <a:lnTo>
                    <a:pt x="2025" y="21600"/>
                  </a:lnTo>
                  <a:lnTo>
                    <a:pt x="19575" y="21600"/>
                  </a:lnTo>
                  <a:lnTo>
                    <a:pt x="20925" y="20925"/>
                  </a:lnTo>
                  <a:lnTo>
                    <a:pt x="21600" y="19575"/>
                  </a:lnTo>
                  <a:close/>
                  <a:moveTo>
                    <a:pt x="4050" y="4050"/>
                  </a:moveTo>
                  <a:lnTo>
                    <a:pt x="17550" y="4050"/>
                  </a:lnTo>
                  <a:lnTo>
                    <a:pt x="17550" y="17550"/>
                  </a:lnTo>
                  <a:lnTo>
                    <a:pt x="4050" y="17550"/>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2" name="Freeform 12"/>
            <p:cNvSpPr/>
            <p:nvPr/>
          </p:nvSpPr>
          <p:spPr>
            <a:xfrm>
              <a:off x="216522"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4582"/>
                  </a:moveTo>
                  <a:lnTo>
                    <a:pt x="21600" y="0"/>
                  </a:lnTo>
                  <a:lnTo>
                    <a:pt x="0" y="0"/>
                  </a:lnTo>
                  <a:lnTo>
                    <a:pt x="0" y="21600"/>
                  </a:lnTo>
                  <a:lnTo>
                    <a:pt x="4725" y="21600"/>
                  </a:lnTo>
                  <a:lnTo>
                    <a:pt x="4725" y="13091"/>
                  </a:lnTo>
                  <a:lnTo>
                    <a:pt x="17550" y="13091"/>
                  </a:lnTo>
                  <a:lnTo>
                    <a:pt x="17550" y="8509"/>
                  </a:lnTo>
                  <a:lnTo>
                    <a:pt x="4725" y="8509"/>
                  </a:lnTo>
                  <a:lnTo>
                    <a:pt x="4725" y="4582"/>
                  </a:lnTo>
                  <a:lnTo>
                    <a:pt x="2160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3" name="Freeform 13"/>
            <p:cNvSpPr/>
            <p:nvPr/>
          </p:nvSpPr>
          <p:spPr>
            <a:xfrm>
              <a:off x="311978"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2618"/>
                  </a:lnTo>
                  <a:lnTo>
                    <a:pt x="20925" y="655"/>
                  </a:lnTo>
                  <a:lnTo>
                    <a:pt x="19575" y="0"/>
                  </a:lnTo>
                  <a:lnTo>
                    <a:pt x="2025" y="0"/>
                  </a:lnTo>
                  <a:lnTo>
                    <a:pt x="675" y="655"/>
                  </a:lnTo>
                  <a:lnTo>
                    <a:pt x="0" y="2618"/>
                  </a:lnTo>
                  <a:lnTo>
                    <a:pt x="0" y="19636"/>
                  </a:lnTo>
                  <a:lnTo>
                    <a:pt x="675" y="20945"/>
                  </a:lnTo>
                  <a:lnTo>
                    <a:pt x="2025" y="21600"/>
                  </a:lnTo>
                  <a:lnTo>
                    <a:pt x="19575" y="21600"/>
                  </a:lnTo>
                  <a:lnTo>
                    <a:pt x="20925" y="20945"/>
                  </a:lnTo>
                  <a:lnTo>
                    <a:pt x="21600" y="19636"/>
                  </a:lnTo>
                  <a:close/>
                  <a:moveTo>
                    <a:pt x="4050" y="4582"/>
                  </a:moveTo>
                  <a:lnTo>
                    <a:pt x="17550" y="4582"/>
                  </a:lnTo>
                  <a:lnTo>
                    <a:pt x="17550" y="17018"/>
                  </a:lnTo>
                  <a:lnTo>
                    <a:pt x="4050" y="17018"/>
                  </a:lnTo>
                  <a:lnTo>
                    <a:pt x="405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4" name="Freeform 14"/>
            <p:cNvSpPr/>
            <p:nvPr/>
          </p:nvSpPr>
          <p:spPr>
            <a:xfrm>
              <a:off x="412090"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4400"/>
                  </a:lnTo>
                  <a:lnTo>
                    <a:pt x="17550" y="15055"/>
                  </a:lnTo>
                  <a:lnTo>
                    <a:pt x="17550" y="17018"/>
                  </a:lnTo>
                  <a:lnTo>
                    <a:pt x="4725" y="17018"/>
                  </a:lnTo>
                  <a:lnTo>
                    <a:pt x="4725" y="4582"/>
                  </a:lnTo>
                  <a:lnTo>
                    <a:pt x="17550" y="4582"/>
                  </a:lnTo>
                  <a:lnTo>
                    <a:pt x="17550" y="6545"/>
                  </a:lnTo>
                  <a:lnTo>
                    <a:pt x="21600" y="7200"/>
                  </a:lnTo>
                  <a:lnTo>
                    <a:pt x="21600" y="2618"/>
                  </a:lnTo>
                  <a:lnTo>
                    <a:pt x="20925" y="655"/>
                  </a:lnTo>
                  <a:lnTo>
                    <a:pt x="19575" y="0"/>
                  </a:lnTo>
                  <a:lnTo>
                    <a:pt x="2700" y="0"/>
                  </a:lnTo>
                  <a:lnTo>
                    <a:pt x="675" y="655"/>
                  </a:lnTo>
                  <a:lnTo>
                    <a:pt x="0" y="2618"/>
                  </a:lnTo>
                  <a:lnTo>
                    <a:pt x="0" y="19636"/>
                  </a:lnTo>
                  <a:lnTo>
                    <a:pt x="675" y="20945"/>
                  </a:lnTo>
                  <a:lnTo>
                    <a:pt x="2700"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5" name="Freeform 15"/>
            <p:cNvSpPr/>
            <p:nvPr/>
          </p:nvSpPr>
          <p:spPr>
            <a:xfrm>
              <a:off x="514531"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0"/>
                  </a:lnTo>
                  <a:lnTo>
                    <a:pt x="16875" y="0"/>
                  </a:lnTo>
                  <a:lnTo>
                    <a:pt x="16875" y="17018"/>
                  </a:lnTo>
                  <a:lnTo>
                    <a:pt x="4050" y="17018"/>
                  </a:lnTo>
                  <a:lnTo>
                    <a:pt x="4050" y="0"/>
                  </a:lnTo>
                  <a:lnTo>
                    <a:pt x="0" y="0"/>
                  </a:lnTo>
                  <a:lnTo>
                    <a:pt x="0" y="19636"/>
                  </a:lnTo>
                  <a:lnTo>
                    <a:pt x="675" y="20945"/>
                  </a:lnTo>
                  <a:lnTo>
                    <a:pt x="2025" y="21600"/>
                  </a:lnTo>
                  <a:lnTo>
                    <a:pt x="18900"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6" name="Freeform 16"/>
            <p:cNvSpPr/>
            <p:nvPr/>
          </p:nvSpPr>
          <p:spPr>
            <a:xfrm>
              <a:off x="614643"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1127"/>
                  </a:lnTo>
                  <a:lnTo>
                    <a:pt x="20925" y="9164"/>
                  </a:lnTo>
                  <a:lnTo>
                    <a:pt x="19575" y="8509"/>
                  </a:lnTo>
                  <a:lnTo>
                    <a:pt x="4050" y="8509"/>
                  </a:lnTo>
                  <a:lnTo>
                    <a:pt x="4050" y="4582"/>
                  </a:lnTo>
                  <a:lnTo>
                    <a:pt x="17550" y="4582"/>
                  </a:lnTo>
                  <a:lnTo>
                    <a:pt x="17550" y="6545"/>
                  </a:lnTo>
                  <a:lnTo>
                    <a:pt x="21600" y="7200"/>
                  </a:lnTo>
                  <a:lnTo>
                    <a:pt x="21600" y="2618"/>
                  </a:lnTo>
                  <a:lnTo>
                    <a:pt x="20925" y="655"/>
                  </a:lnTo>
                  <a:lnTo>
                    <a:pt x="19575" y="0"/>
                  </a:lnTo>
                  <a:lnTo>
                    <a:pt x="2025" y="0"/>
                  </a:lnTo>
                  <a:lnTo>
                    <a:pt x="675" y="655"/>
                  </a:lnTo>
                  <a:lnTo>
                    <a:pt x="0" y="2618"/>
                  </a:lnTo>
                  <a:lnTo>
                    <a:pt x="0" y="10473"/>
                  </a:lnTo>
                  <a:lnTo>
                    <a:pt x="675" y="12436"/>
                  </a:lnTo>
                  <a:lnTo>
                    <a:pt x="2025" y="13091"/>
                  </a:lnTo>
                  <a:lnTo>
                    <a:pt x="17550" y="13091"/>
                  </a:lnTo>
                  <a:lnTo>
                    <a:pt x="17550" y="17018"/>
                  </a:lnTo>
                  <a:lnTo>
                    <a:pt x="4050" y="17018"/>
                  </a:lnTo>
                  <a:lnTo>
                    <a:pt x="4050" y="15055"/>
                  </a:lnTo>
                  <a:lnTo>
                    <a:pt x="0" y="14400"/>
                  </a:lnTo>
                  <a:lnTo>
                    <a:pt x="0" y="19636"/>
                  </a:lnTo>
                  <a:lnTo>
                    <a:pt x="675" y="20945"/>
                  </a:lnTo>
                  <a:lnTo>
                    <a:pt x="2025"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7" name="Freeform 17"/>
            <p:cNvSpPr/>
            <p:nvPr/>
          </p:nvSpPr>
          <p:spPr>
            <a:xfrm>
              <a:off x="707771" y="-1"/>
              <a:ext cx="32596" cy="3259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6171" y="20057"/>
                  </a:lnTo>
                  <a:lnTo>
                    <a:pt x="3086" y="18514"/>
                  </a:lnTo>
                  <a:lnTo>
                    <a:pt x="0" y="13886"/>
                  </a:lnTo>
                  <a:lnTo>
                    <a:pt x="0" y="6171"/>
                  </a:lnTo>
                  <a:lnTo>
                    <a:pt x="6171" y="0"/>
                  </a:lnTo>
                  <a:lnTo>
                    <a:pt x="13886" y="0"/>
                  </a:lnTo>
                  <a:lnTo>
                    <a:pt x="18514" y="3086"/>
                  </a:lnTo>
                  <a:lnTo>
                    <a:pt x="20057" y="6171"/>
                  </a:lnTo>
                  <a:lnTo>
                    <a:pt x="21600" y="10800"/>
                  </a:lnTo>
                  <a:lnTo>
                    <a:pt x="20057" y="13886"/>
                  </a:lnTo>
                  <a:lnTo>
                    <a:pt x="18514" y="18514"/>
                  </a:lnTo>
                  <a:lnTo>
                    <a:pt x="13886" y="20057"/>
                  </a:lnTo>
                  <a:lnTo>
                    <a:pt x="10800" y="21600"/>
                  </a:lnTo>
                  <a:close/>
                  <a:moveTo>
                    <a:pt x="10800" y="0"/>
                  </a:moveTo>
                  <a:lnTo>
                    <a:pt x="6171" y="1543"/>
                  </a:lnTo>
                  <a:lnTo>
                    <a:pt x="3086" y="3086"/>
                  </a:lnTo>
                  <a:lnTo>
                    <a:pt x="1543" y="6171"/>
                  </a:lnTo>
                  <a:lnTo>
                    <a:pt x="0" y="10800"/>
                  </a:lnTo>
                  <a:lnTo>
                    <a:pt x="3086" y="16971"/>
                  </a:lnTo>
                  <a:lnTo>
                    <a:pt x="6171" y="18514"/>
                  </a:lnTo>
                  <a:lnTo>
                    <a:pt x="10800" y="20057"/>
                  </a:lnTo>
                  <a:lnTo>
                    <a:pt x="16971" y="16971"/>
                  </a:lnTo>
                  <a:lnTo>
                    <a:pt x="20057" y="10800"/>
                  </a:lnTo>
                  <a:lnTo>
                    <a:pt x="18514" y="6171"/>
                  </a:lnTo>
                  <a:lnTo>
                    <a:pt x="16971" y="3086"/>
                  </a:lnTo>
                  <a:lnTo>
                    <a:pt x="10800" y="0"/>
                  </a:lnTo>
                  <a:close/>
                  <a:moveTo>
                    <a:pt x="12343" y="16971"/>
                  </a:moveTo>
                  <a:lnTo>
                    <a:pt x="10800" y="10800"/>
                  </a:lnTo>
                  <a:lnTo>
                    <a:pt x="7714" y="10800"/>
                  </a:lnTo>
                  <a:lnTo>
                    <a:pt x="7714" y="16971"/>
                  </a:lnTo>
                  <a:lnTo>
                    <a:pt x="6171" y="16971"/>
                  </a:lnTo>
                  <a:lnTo>
                    <a:pt x="6171" y="3086"/>
                  </a:lnTo>
                  <a:lnTo>
                    <a:pt x="10800" y="3086"/>
                  </a:lnTo>
                  <a:lnTo>
                    <a:pt x="13886" y="4629"/>
                  </a:lnTo>
                  <a:lnTo>
                    <a:pt x="13886" y="9257"/>
                  </a:lnTo>
                  <a:lnTo>
                    <a:pt x="12343" y="10800"/>
                  </a:lnTo>
                  <a:lnTo>
                    <a:pt x="13886" y="16971"/>
                  </a:lnTo>
                  <a:lnTo>
                    <a:pt x="12343" y="16971"/>
                  </a:lnTo>
                  <a:close/>
                  <a:moveTo>
                    <a:pt x="7714" y="9257"/>
                  </a:moveTo>
                  <a:lnTo>
                    <a:pt x="12343" y="9257"/>
                  </a:lnTo>
                  <a:lnTo>
                    <a:pt x="12343" y="6171"/>
                  </a:lnTo>
                  <a:lnTo>
                    <a:pt x="9257" y="4629"/>
                  </a:lnTo>
                  <a:lnTo>
                    <a:pt x="7714" y="4629"/>
                  </a:lnTo>
                  <a:lnTo>
                    <a:pt x="7714" y="9257"/>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grpSp>
      <p:sp>
        <p:nvSpPr>
          <p:cNvPr id="759" name="Rectangle 20"/>
          <p:cNvSpPr/>
          <p:nvPr/>
        </p:nvSpPr>
        <p:spPr>
          <a:xfrm>
            <a:off x="1048005" y="0"/>
            <a:ext cx="1799696" cy="151844"/>
          </a:xfrm>
          <a:prstGeom prst="rect">
            <a:avLst/>
          </a:prstGeom>
          <a:solidFill>
            <a:srgbClr val="231CA5"/>
          </a:solidFill>
          <a:ln w="12700">
            <a:miter lim="400000"/>
          </a:ln>
        </p:spPr>
        <p:txBody>
          <a:bodyPr lIns="45719" rIns="45719" anchor="ctr"/>
          <a:lstStyle/>
          <a:p>
            <a:pPr algn="ctr">
              <a:defRPr>
                <a:solidFill>
                  <a:srgbClr val="FFFFFF"/>
                </a:solidFill>
              </a:defRPr>
            </a:pPr>
            <a:endParaRPr>
              <a:solidFill>
                <a:srgbClr val="FFFFFF"/>
              </a:solidFill>
            </a:endParaRPr>
          </a:p>
        </p:txBody>
      </p:sp>
    </p:spTree>
    <p:extLst>
      <p:ext uri="{BB962C8B-B14F-4D97-AF65-F5344CB8AC3E}">
        <p14:creationId xmlns:p14="http://schemas.microsoft.com/office/powerpoint/2010/main" val="2943552420"/>
      </p:ext>
    </p:extLst>
  </p:cSld>
  <p:clrMapOvr>
    <a:masterClrMapping/>
  </p:clrMapOvr>
  <p:transition spd="med"/>
</p:sldLayout>
</file>

<file path=ppt/slideLayouts/slideLayout189.xml><?xml version="1.0" encoding="utf-8"?>
<p:sldLayout xmlns:a="http://schemas.openxmlformats.org/drawingml/2006/main" xmlns:r="http://schemas.openxmlformats.org/officeDocument/2006/relationships" xmlns:p="http://schemas.openxmlformats.org/presentationml/2006/main" type="title" preserve="1">
  <p:cSld name="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186039373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3610561832"/>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329454810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897528106"/>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Content w Separate Subhead">
    <p:spTree>
      <p:nvGrpSpPr>
        <p:cNvPr id="1" name=""/>
        <p:cNvGrpSpPr/>
        <p:nvPr/>
      </p:nvGrpSpPr>
      <p:grpSpPr>
        <a:xfrm>
          <a:off x="0" y="0"/>
          <a:ext cx="0" cy="0"/>
          <a:chOff x="0" y="0"/>
          <a:chExt cx="0" cy="0"/>
        </a:xfrm>
      </p:grpSpPr>
      <p:sp>
        <p:nvSpPr>
          <p:cNvPr id="2" name="Title 1"/>
          <p:cNvSpPr>
            <a:spLocks noGrp="1"/>
          </p:cNvSpPr>
          <p:nvPr>
            <p:ph type="title"/>
          </p:nvPr>
        </p:nvSpPr>
        <p:spPr>
          <a:xfrm>
            <a:off x="946785" y="429272"/>
            <a:ext cx="10311765" cy="1076223"/>
          </a:xfrm>
        </p:spPr>
        <p:txBody>
          <a:bodyPr/>
          <a:lstStyle/>
          <a:p>
            <a:r>
              <a:rPr lang="en-US" smtClean="0"/>
              <a:t>Click to edit Master title style</a:t>
            </a:r>
            <a:endParaRPr lang="en-US" dirty="0"/>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5" name="Text Placeholder 8"/>
          <p:cNvSpPr>
            <a:spLocks noGrp="1"/>
          </p:cNvSpPr>
          <p:nvPr>
            <p:ph type="body" sz="quarter" idx="13" hasCustomPrompt="1"/>
          </p:nvPr>
        </p:nvSpPr>
        <p:spPr>
          <a:xfrm>
            <a:off x="946785" y="967383"/>
            <a:ext cx="10311765" cy="538112"/>
          </a:xfrm>
        </p:spPr>
        <p:txBody>
          <a:bodyPr anchor="t">
            <a:normAutofit/>
          </a:bodyPr>
          <a:lstStyle>
            <a:lvl1pPr marL="0" indent="0">
              <a:lnSpc>
                <a:spcPct val="90000"/>
              </a:lnSpc>
              <a:spcBef>
                <a:spcPts val="0"/>
              </a:spcBef>
              <a:buNone/>
              <a:defRPr lang="en-US" sz="2000" b="0" kern="1200" baseline="0" smtClean="0">
                <a:solidFill>
                  <a:schemeClr val="tx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(20pt)</a:t>
            </a:r>
          </a:p>
        </p:txBody>
      </p:sp>
      <p:sp>
        <p:nvSpPr>
          <p:cNvPr id="6" name="Content Placeholder 2"/>
          <p:cNvSpPr>
            <a:spLocks noGrp="1"/>
          </p:cNvSpPr>
          <p:nvPr>
            <p:ph idx="1"/>
          </p:nvPr>
        </p:nvSpPr>
        <p:spPr>
          <a:xfrm>
            <a:off x="946785" y="2043605"/>
            <a:ext cx="10311765" cy="413335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23020126"/>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ontent w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946150" y="2497873"/>
            <a:ext cx="10312400" cy="367908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13" hasCustomPrompt="1"/>
          </p:nvPr>
        </p:nvSpPr>
        <p:spPr>
          <a:xfrm>
            <a:off x="946150" y="1993265"/>
            <a:ext cx="10312400" cy="384175"/>
          </a:xfrm>
        </p:spPr>
        <p:txBody>
          <a:bodyPr/>
          <a:lstStyle>
            <a:lvl1pPr marL="0" indent="0">
              <a:buNone/>
              <a:defRPr b="1"/>
            </a:lvl1pPr>
            <a:lvl2pPr marL="228600" indent="0">
              <a:buNone/>
              <a:defRPr b="1"/>
            </a:lvl2pPr>
            <a:lvl3pPr marL="400050" indent="0">
              <a:buNone/>
              <a:defRPr b="1"/>
            </a:lvl3pPr>
            <a:lvl4pPr marL="571500" indent="0">
              <a:buNone/>
              <a:defRPr b="1"/>
            </a:lvl4pPr>
            <a:lvl5pPr marL="742950" indent="0">
              <a:buNone/>
              <a:defRPr b="1"/>
            </a:lvl5pPr>
          </a:lstStyle>
          <a:p>
            <a:pPr lvl="0"/>
            <a:r>
              <a:rPr lang="en-US" dirty="0" smtClean="0"/>
              <a:t>Click to edit Heading text styles</a:t>
            </a:r>
            <a:endParaRPr lang="en-US" dirty="0"/>
          </a:p>
        </p:txBody>
      </p:sp>
      <p:sp>
        <p:nvSpPr>
          <p:cNvPr id="7"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82252424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Section Header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tx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60077646"/>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Section Header (Purpl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1"/>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72181632"/>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Section Header (Indigo)">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39012135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ection Header (Dk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3"/>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08677588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ection Header (Aquamarin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56989304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ection Header (Gray)">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xmlns=""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694096500"/>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6784" y="428625"/>
            <a:ext cx="10408603" cy="12620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946784" y="1828800"/>
            <a:ext cx="5081161"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42975" y="2447925"/>
            <a:ext cx="508497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828800"/>
            <a:ext cx="5086350"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447925"/>
            <a:ext cx="508635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Slide Number Placeholder 5"/>
          <p:cNvSpPr>
            <a:spLocks noGrp="1"/>
          </p:cNvSpPr>
          <p:nvPr>
            <p:ph type="sldNum" sz="quarter" idx="10"/>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4110085804"/>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42974" y="1825625"/>
            <a:ext cx="5084971"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7390" y="1825625"/>
            <a:ext cx="5081159"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77661434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Content Placeholder 2"/>
          <p:cNvSpPr>
            <a:spLocks noGrp="1"/>
          </p:cNvSpPr>
          <p:nvPr>
            <p:ph sz="half" idx="1"/>
          </p:nvPr>
        </p:nvSpPr>
        <p:spPr>
          <a:xfrm>
            <a:off x="946785" y="1825625"/>
            <a:ext cx="3268376" cy="4351338"/>
          </a:xfrm>
        </p:spPr>
        <p:txBody>
          <a:bodyPr/>
          <a:lstStyle>
            <a:lvl1pPr marL="228600" indent="-22860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3"/>
          <p:cNvSpPr>
            <a:spLocks noGrp="1"/>
          </p:cNvSpPr>
          <p:nvPr>
            <p:ph sz="half" idx="2"/>
          </p:nvPr>
        </p:nvSpPr>
        <p:spPr>
          <a:xfrm>
            <a:off x="4427034" y="1825625"/>
            <a:ext cx="3229804"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3"/>
          <p:cNvSpPr>
            <a:spLocks noGrp="1"/>
          </p:cNvSpPr>
          <p:nvPr>
            <p:ph sz="half" idx="10"/>
          </p:nvPr>
        </p:nvSpPr>
        <p:spPr>
          <a:xfrm>
            <a:off x="7868712" y="1825625"/>
            <a:ext cx="336753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38949129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1047749" y="1825626"/>
            <a:ext cx="6145191"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7400925" y="1816100"/>
            <a:ext cx="3857625"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181335269"/>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266985" y="1825626"/>
            <a:ext cx="4991565"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946785" y="1825626"/>
            <a:ext cx="5063722"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10"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513886336"/>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Half-Screen Image Right">
    <p:spTree>
      <p:nvGrpSpPr>
        <p:cNvPr id="1" name=""/>
        <p:cNvGrpSpPr/>
        <p:nvPr/>
      </p:nvGrpSpPr>
      <p:grpSpPr>
        <a:xfrm>
          <a:off x="0" y="0"/>
          <a:ext cx="0" cy="0"/>
          <a:chOff x="0" y="0"/>
          <a:chExt cx="0" cy="0"/>
        </a:xfrm>
      </p:grpSpPr>
      <p:sp>
        <p:nvSpPr>
          <p:cNvPr id="2" name="Title 1"/>
          <p:cNvSpPr>
            <a:spLocks noGrp="1"/>
          </p:cNvSpPr>
          <p:nvPr>
            <p:ph type="title"/>
          </p:nvPr>
        </p:nvSpPr>
        <p:spPr>
          <a:xfrm>
            <a:off x="1137424"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19125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8" name="Rectangle 7"/>
          <p:cNvSpPr/>
          <p:nvPr userDrawn="1"/>
        </p:nvSpPr>
        <p:spPr>
          <a:xfrm>
            <a:off x="0" y="0"/>
            <a:ext cx="1137424" cy="20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3246861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Half-Screen Image Left">
    <p:spTree>
      <p:nvGrpSpPr>
        <p:cNvPr id="1" name=""/>
        <p:cNvGrpSpPr/>
        <p:nvPr/>
      </p:nvGrpSpPr>
      <p:grpSpPr>
        <a:xfrm>
          <a:off x="0" y="0"/>
          <a:ext cx="0" cy="0"/>
          <a:chOff x="0" y="0"/>
          <a:chExt cx="0" cy="0"/>
        </a:xfrm>
      </p:grpSpPr>
      <p:sp>
        <p:nvSpPr>
          <p:cNvPr id="2" name="Title 1"/>
          <p:cNvSpPr>
            <a:spLocks noGrp="1"/>
          </p:cNvSpPr>
          <p:nvPr>
            <p:ph type="title"/>
          </p:nvPr>
        </p:nvSpPr>
        <p:spPr>
          <a:xfrm>
            <a:off x="6999876"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Tree>
    <p:extLst>
      <p:ext uri="{BB962C8B-B14F-4D97-AF65-F5344CB8AC3E}">
        <p14:creationId xmlns:p14="http://schemas.microsoft.com/office/powerpoint/2010/main" val="240428797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410633385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83032777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smtClean="0"/>
              <a:t>Drag picture to placeholder or click icon to add</a:t>
            </a:r>
            <a:endParaRPr lang="en-US" dirty="0"/>
          </a:p>
        </p:txBody>
      </p:sp>
    </p:spTree>
    <p:extLst>
      <p:ext uri="{BB962C8B-B14F-4D97-AF65-F5344CB8AC3E}">
        <p14:creationId xmlns:p14="http://schemas.microsoft.com/office/powerpoint/2010/main" val="152668071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title" preserve="1">
  <p:cSld name="13_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hasCustomPrompt="1"/>
          </p:nvPr>
        </p:nvSpPr>
        <p:spPr>
          <a:xfrm>
            <a:off x="914400" y="3614237"/>
            <a:ext cx="10579608" cy="1645920"/>
          </a:xfrm>
        </p:spPr>
        <p:txBody>
          <a:bodyPr anchor="t">
            <a:normAutofit/>
          </a:bodyPr>
          <a:lstStyle>
            <a:lvl1pPr algn="l">
              <a:defRPr sz="5400">
                <a:solidFill>
                  <a:schemeClr val="bg1"/>
                </a:solidFill>
              </a:defRPr>
            </a:lvl1pPr>
          </a:lstStyle>
          <a:p>
            <a:r>
              <a:rPr lang="en-US" dirty="0" smtClean="0"/>
              <a:t>Thank you.</a:t>
            </a:r>
            <a:endParaRPr lang="en-US" dirty="0"/>
          </a:p>
        </p:txBody>
      </p:sp>
      <p:sp>
        <p:nvSpPr>
          <p:cNvPr id="3" name="Subtitle 2"/>
          <p:cNvSpPr>
            <a:spLocks noGrp="1"/>
          </p:cNvSpPr>
          <p:nvPr>
            <p:ph type="subTitle" idx="1" hasCustomPrompt="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smtClean="0"/>
              <a:t>www.microfocus.com</a:t>
            </a:r>
            <a:endParaRPr lang="en-US" dirty="0"/>
          </a:p>
        </p:txBody>
      </p:sp>
    </p:spTree>
    <p:extLst>
      <p:ext uri="{BB962C8B-B14F-4D97-AF65-F5344CB8AC3E}">
        <p14:creationId xmlns:p14="http://schemas.microsoft.com/office/powerpoint/2010/main" val="424960933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userDrawn="1">
  <p:cSld name="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title (28pt)</a:t>
            </a:r>
            <a:endParaRPr lang="en-US" dirty="0"/>
          </a:p>
        </p:txBody>
      </p:sp>
      <p:sp>
        <p:nvSpPr>
          <p:cNvPr id="9" name="Text Placeholder 8"/>
          <p:cNvSpPr>
            <a:spLocks noGrp="1"/>
          </p:cNvSpPr>
          <p:nvPr>
            <p:ph type="body" sz="quarter" idx="13" hasCustomPrompt="1"/>
          </p:nvPr>
        </p:nvSpPr>
        <p:spPr>
          <a:xfrm>
            <a:off x="1166287" y="1249433"/>
            <a:ext cx="10092264" cy="588892"/>
          </a:xfrm>
        </p:spPr>
        <p:txBody>
          <a:bodyPr anchor="t"/>
          <a:lstStyle>
            <a:lvl1pPr marL="0" indent="0">
              <a:lnSpc>
                <a:spcPct val="90000"/>
              </a:lnSpc>
              <a:spcBef>
                <a:spcPts val="0"/>
              </a:spcBef>
              <a:buNone/>
              <a:defRPr lang="en-US" sz="2000" b="1" kern="1200" baseline="0" smtClean="0">
                <a:solidFill>
                  <a:schemeClr val="accent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(15pt)</a:t>
            </a:r>
          </a:p>
        </p:txBody>
      </p:sp>
      <p:sp>
        <p:nvSpPr>
          <p:cNvPr id="10" name="Content Placeholder 2"/>
          <p:cNvSpPr>
            <a:spLocks noGrp="1"/>
          </p:cNvSpPr>
          <p:nvPr>
            <p:ph idx="1" hasCustomPrompt="1"/>
          </p:nvPr>
        </p:nvSpPr>
        <p:spPr>
          <a:xfrm>
            <a:off x="954133" y="1819275"/>
            <a:ext cx="10304417" cy="4245885"/>
          </a:xfrm>
        </p:spPr>
        <p:txBody>
          <a:bodyPr/>
          <a:lstStyle>
            <a:lvl3pPr marL="304792" indent="-152396">
              <a:defRPr/>
            </a:lvl3pPr>
          </a:lstStyle>
          <a:p>
            <a:pPr lvl="0"/>
            <a:r>
              <a:rPr lang="en-US" dirty="0" smtClean="0"/>
              <a:t>First level bullet (18pt)</a:t>
            </a:r>
          </a:p>
          <a:p>
            <a:pPr lvl="1"/>
            <a:r>
              <a:rPr lang="en-US" dirty="0" smtClean="0"/>
              <a:t>Second level bullet (14pt)</a:t>
            </a:r>
          </a:p>
          <a:p>
            <a:pPr lvl="2"/>
            <a:r>
              <a:rPr lang="en-US" dirty="0" smtClean="0"/>
              <a:t>Third level bullet (12pt)</a:t>
            </a:r>
          </a:p>
          <a:p>
            <a:pPr lvl="3"/>
            <a:r>
              <a:rPr lang="en-US" dirty="0" smtClean="0"/>
              <a:t>Fourth level (11pt)</a:t>
            </a:r>
          </a:p>
          <a:p>
            <a:pPr lvl="4"/>
            <a:r>
              <a:rPr lang="en-US" dirty="0" smtClean="0"/>
              <a:t>Fifth level (10pt)</a:t>
            </a:r>
            <a:endParaRPr lang="en-US" dirty="0"/>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5577960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Tree>
    <p:extLst>
      <p:ext uri="{BB962C8B-B14F-4D97-AF65-F5344CB8AC3E}">
        <p14:creationId xmlns:p14="http://schemas.microsoft.com/office/powerpoint/2010/main" val="125863968"/>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rmAutofit/>
          </a:bodyPr>
          <a:lstStyle>
            <a:lvl1pPr>
              <a:defRPr/>
            </a:lvl1pPr>
          </a:lstStyle>
          <a:p>
            <a:r>
              <a:rPr lang="en-US" dirty="0" smtClean="0"/>
              <a:t>Content + Subtitle</a:t>
            </a:r>
            <a:endParaRPr lang="en-US" dirty="0"/>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8" name="Text Placeholder 2"/>
          <p:cNvSpPr>
            <a:spLocks noGrp="1"/>
          </p:cNvSpPr>
          <p:nvPr>
            <p:ph idx="1"/>
          </p:nvPr>
        </p:nvSpPr>
        <p:spPr>
          <a:xfrm>
            <a:off x="946786" y="1728000"/>
            <a:ext cx="10311765" cy="44521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686605008"/>
      </p:ext>
    </p:extLst>
  </p:cSld>
  <p:clrMapOvr>
    <a:masterClrMapping/>
  </p:clrMapOvr>
  <p:timing>
    <p:tnLst>
      <p:par>
        <p:cTn id="1" dur="indefinite" restart="never" nodeType="tmRoot"/>
      </p:par>
    </p:tnLst>
  </p:timing>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cSld name="Title Slide with Name">
    <p:bg>
      <p:bgPr>
        <a:gradFill>
          <a:gsLst>
            <a:gs pos="0">
              <a:schemeClr val="tx2">
                <a:lumMod val="80000"/>
                <a:lumOff val="20000"/>
              </a:schemeClr>
            </a:gs>
            <a:gs pos="37000">
              <a:schemeClr val="tx2">
                <a:lumMod val="90000"/>
                <a:lumOff val="10000"/>
              </a:schemeClr>
            </a:gs>
            <a:gs pos="100000">
              <a:srgbClr val="0056EF"/>
            </a:gs>
          </a:gsLst>
          <a:lin ang="2700000" scaled="0"/>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10000"/>
          </a:blip>
          <a:stretch>
            <a:fillRect/>
          </a:stretch>
        </p:blipFill>
        <p:spPr>
          <a:xfrm>
            <a:off x="-87780" y="0"/>
            <a:ext cx="11920244" cy="6858000"/>
          </a:xfrm>
          <a:prstGeom prst="rect">
            <a:avLst/>
          </a:prstGeom>
        </p:spPr>
      </p:pic>
      <p:sp>
        <p:nvSpPr>
          <p:cNvPr id="4" name="Rectangle 3"/>
          <p:cNvSpPr/>
          <p:nvPr userDrawn="1"/>
        </p:nvSpPr>
        <p:spPr>
          <a:xfrm>
            <a:off x="0" y="0"/>
            <a:ext cx="12204191" cy="6858000"/>
          </a:xfrm>
          <a:prstGeom prst="rect">
            <a:avLst/>
          </a:prstGeom>
          <a:gradFill flip="none" rotWithShape="1">
            <a:gsLst>
              <a:gs pos="0">
                <a:schemeClr val="accent4">
                  <a:alpha val="86000"/>
                </a:schemeClr>
              </a:gs>
              <a:gs pos="45000">
                <a:schemeClr val="tx2">
                  <a:alpha val="50000"/>
                </a:schemeClr>
              </a:gs>
              <a:gs pos="100000">
                <a:srgbClr val="0155E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smtClean="0"/>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smtClean="0"/>
              <a:t>Speaker Name</a:t>
            </a:r>
            <a:endParaRPr dirty="0"/>
          </a:p>
          <a:p>
            <a:pPr lvl="1"/>
            <a:r>
              <a:rPr lang="en-US" dirty="0" smtClean="0"/>
              <a:t>Title/Company</a:t>
            </a:r>
            <a:endParaRPr dirty="0"/>
          </a:p>
          <a:p>
            <a:pPr lvl="2"/>
            <a:r>
              <a:rPr lang="en-US" dirty="0" smtClean="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spTree>
    <p:extLst>
      <p:ext uri="{BB962C8B-B14F-4D97-AF65-F5344CB8AC3E}">
        <p14:creationId xmlns:p14="http://schemas.microsoft.com/office/powerpoint/2010/main" val="1069652216"/>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smtClean="0"/>
              <a:t>First level 28 </a:t>
            </a:r>
            <a:r>
              <a:rPr lang="en-US" dirty="0" err="1" smtClean="0"/>
              <a:t>pt</a:t>
            </a:r>
            <a:endParaRPr lang="en-US" dirty="0" smtClean="0"/>
          </a:p>
          <a:p>
            <a:pPr lvl="1"/>
            <a:r>
              <a:rPr lang="en-US" dirty="0" smtClean="0"/>
              <a:t>Second level 20 </a:t>
            </a:r>
            <a:r>
              <a:rPr lang="en-US" dirty="0" err="1" smtClean="0"/>
              <a:t>pt</a:t>
            </a:r>
            <a:endParaRPr lang="en-US" dirty="0" smtClean="0"/>
          </a:p>
          <a:p>
            <a:pPr lvl="2"/>
            <a:r>
              <a:rPr lang="en-US" dirty="0" smtClean="0"/>
              <a:t>Third level 18 </a:t>
            </a:r>
            <a:r>
              <a:rPr lang="en-US" dirty="0" err="1" smtClean="0"/>
              <a:t>pt</a:t>
            </a:r>
            <a:endParaRPr lang="en-US" dirty="0" smtClean="0"/>
          </a:p>
          <a:p>
            <a:pPr lvl="3"/>
            <a:r>
              <a:rPr lang="en-US" dirty="0" smtClean="0"/>
              <a:t>Fourth level 16 </a:t>
            </a:r>
            <a:r>
              <a:rPr lang="en-US" dirty="0" err="1" smtClean="0"/>
              <a:t>pt</a:t>
            </a:r>
            <a:endParaRPr lang="en-US" dirty="0" smtClean="0"/>
          </a:p>
          <a:p>
            <a:pPr lvl="4"/>
            <a:r>
              <a:rPr lang="en-US" dirty="0" smtClean="0"/>
              <a:t>Fifth level – avoid as too small</a:t>
            </a:r>
            <a:endParaRPr lang="en-US" dirty="0"/>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7"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smtClean="0"/>
              <a:t>Click to edit Master title style</a:t>
            </a:r>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3645258895"/>
      </p:ext>
    </p:extLst>
  </p:cSld>
  <p:clrMapOvr>
    <a:masterClrMapping/>
  </p:clrMapOvr>
  <p:timing>
    <p:tnLst>
      <p:par>
        <p:cTn id="1" dur="indefinite" restart="never" nodeType="tmRoot"/>
      </p:par>
    </p:tnLst>
  </p:timing>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cSld name="Logo Slide">
    <p:bg>
      <p:bgPr>
        <a:gradFill flip="none" rotWithShape="1">
          <a:gsLst>
            <a:gs pos="0">
              <a:schemeClr val="accent5"/>
            </a:gs>
            <a:gs pos="47000">
              <a:schemeClr val="tx2">
                <a:lumMod val="85000"/>
                <a:lumOff val="15000"/>
              </a:schemeClr>
            </a:gs>
            <a:gs pos="100000">
              <a:schemeClr val="accent2"/>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Tree>
    <p:extLst>
      <p:ext uri="{BB962C8B-B14F-4D97-AF65-F5344CB8AC3E}">
        <p14:creationId xmlns:p14="http://schemas.microsoft.com/office/powerpoint/2010/main" val="16985719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pPr defTabSz="914400"/>
            <a:fld id="{8F030E74-B79E-47A7-AA1C-BA3D00CC0B4A}" type="datetime4">
              <a:rPr lang="en-US">
                <a:solidFill>
                  <a:prstClr val="black"/>
                </a:solidFill>
              </a:rPr>
              <a:pPr defTabSz="914400"/>
              <a:t>December 10, 2018</a:t>
            </a:fld>
            <a:endParaRPr>
              <a:solidFill>
                <a:prstClr val="black"/>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pPr defTabSz="914400"/>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22607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Two Content and Headings">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a:solidFill>
                <a:prstClr val="white">
                  <a:lumMod val="75000"/>
                </a:prstClr>
              </a:solidFill>
            </a:endParaRPr>
          </a:p>
        </p:txBody>
      </p:sp>
      <p:sp>
        <p:nvSpPr>
          <p:cNvPr id="10"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a:t>Click to edit Master title style</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srgbClr val="212E35">
                  <a:tint val="75000"/>
                </a:srgbClr>
              </a:solidFill>
            </a:endParaRPr>
          </a:p>
        </p:txBody>
      </p:sp>
    </p:spTree>
    <p:extLst>
      <p:ext uri="{BB962C8B-B14F-4D97-AF65-F5344CB8AC3E}">
        <p14:creationId xmlns:p14="http://schemas.microsoft.com/office/powerpoint/2010/main" val="1676013723"/>
      </p:ext>
    </p:extLst>
  </p:cSld>
  <p:clrMapOvr>
    <a:masterClrMapping/>
  </p:clrMapOvr>
  <p:extLst mod="1">
    <p:ext uri="{DCECCB84-F9BA-43D5-87BE-67443E8EF086}">
      <p15:sldGuideLst xmlns:p15="http://schemas.microsoft.com/office/powerpoint/2012/main"/>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bwMode="black">
          <a:xfrm>
            <a:off x="441961" y="1001854"/>
            <a:ext cx="10822941" cy="369332"/>
          </a:xfrm>
          <a:prstGeom prst="rect">
            <a:avLst/>
          </a:prstGeom>
        </p:spPr>
        <p:txBody>
          <a:bodyPr>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smtClean="0"/>
              <a:t>Click to edit Master subtitle style</a:t>
            </a:r>
            <a:endParaRPr lang="en-US" noProof="0" dirty="0"/>
          </a:p>
        </p:txBody>
      </p:sp>
      <p:sp>
        <p:nvSpPr>
          <p:cNvPr id="7" name="Title 6"/>
          <p:cNvSpPr>
            <a:spLocks noGrp="1"/>
          </p:cNvSpPr>
          <p:nvPr>
            <p:ph type="title"/>
          </p:nvPr>
        </p:nvSpPr>
        <p:spPr bwMode="black">
          <a:xfrm>
            <a:off x="441961" y="313419"/>
            <a:ext cx="10822941" cy="574516"/>
          </a:xfrm>
        </p:spPr>
        <p:txBody>
          <a:bodyPr>
            <a:noAutofit/>
          </a:bodyPr>
          <a:lstStyle>
            <a:lvl1pPr>
              <a:defRPr b="1" i="0">
                <a:solidFill>
                  <a:srgbClr val="000000"/>
                </a:solidFill>
                <a:latin typeface="HP Simplified" pitchFamily="34" charset="0"/>
                <a:cs typeface="HP Simplified" pitchFamily="34" charset="0"/>
              </a:defRPr>
            </a:lvl1pPr>
          </a:lstStyle>
          <a:p>
            <a:r>
              <a:rPr lang="en-US" noProof="0" smtClean="0"/>
              <a:t>Click to edit Master title style</a:t>
            </a:r>
            <a:endParaRPr lang="en-US" noProof="0" dirty="0"/>
          </a:p>
        </p:txBody>
      </p:sp>
      <p:sp>
        <p:nvSpPr>
          <p:cNvPr id="6" name="Content Placeholder 5"/>
          <p:cNvSpPr>
            <a:spLocks noGrp="1"/>
          </p:cNvSpPr>
          <p:nvPr>
            <p:ph sz="quarter" idx="10"/>
          </p:nvPr>
        </p:nvSpPr>
        <p:spPr>
          <a:xfrm>
            <a:off x="438913" y="1584962"/>
            <a:ext cx="10826496" cy="4305300"/>
          </a:xfrm>
        </p:spPr>
        <p:txBody>
          <a:bodyPr>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00856651"/>
      </p:ext>
    </p:extLst>
  </p:cSld>
  <p:clrMapOvr>
    <a:masterClrMapping/>
  </p:clrMapOvr>
  <p:hf hdr="0" ftr="0" dt="0"/>
</p:sldLayout>
</file>

<file path=ppt/slideLayouts/slideLayout22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a:xfrm>
            <a:off x="5598212" y="6426104"/>
            <a:ext cx="995578" cy="210312"/>
          </a:xfrm>
          <a:prstGeom prst="rect">
            <a:avLst/>
          </a:prstGeom>
        </p:spPr>
        <p:txBody>
          <a:bodyPr/>
          <a:lstStyle/>
          <a:p>
            <a:pPr defTabSz="914400"/>
            <a:fld id="{1D654495-4BF5-4727-99D4-DFD1D0597350}"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11"/>
          </p:nvPr>
        </p:nvSpPr>
        <p:spPr>
          <a:xfrm>
            <a:off x="6934200" y="6426104"/>
            <a:ext cx="4025198" cy="210312"/>
          </a:xfrm>
          <a:prstGeom prst="rect">
            <a:avLst/>
          </a:prstGeom>
        </p:spPr>
        <p:txBody>
          <a:body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8869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type="tx">
  <p:cSld name="3_Title Only - Strategy">
    <p:bg>
      <p:bgPr>
        <a:solidFill>
          <a:srgbClr val="FFFFFF"/>
        </a:solidFill>
        <a:effectLst/>
      </p:bgPr>
    </p:bg>
    <p:spTree>
      <p:nvGrpSpPr>
        <p:cNvPr id="1" name=""/>
        <p:cNvGrpSpPr/>
        <p:nvPr/>
      </p:nvGrpSpPr>
      <p:grpSpPr>
        <a:xfrm>
          <a:off x="0" y="0"/>
          <a:ext cx="0" cy="0"/>
          <a:chOff x="0" y="0"/>
          <a:chExt cx="0" cy="0"/>
        </a:xfrm>
      </p:grpSpPr>
      <p:pic>
        <p:nvPicPr>
          <p:cNvPr id="741" name="Picture 3" descr="Picture 3"/>
          <p:cNvPicPr>
            <a:picLocks noChangeAspect="1"/>
          </p:cNvPicPr>
          <p:nvPr/>
        </p:nvPicPr>
        <p:blipFill>
          <a:blip r:embed="rId2">
            <a:alphaModFix amt="28000"/>
            <a:extLst/>
          </a:blip>
          <a:srcRect r="224" b="416"/>
          <a:stretch>
            <a:fillRect/>
          </a:stretch>
        </p:blipFill>
        <p:spPr>
          <a:xfrm rot="10800000">
            <a:off x="-25400" y="-1"/>
            <a:ext cx="12217401" cy="6858001"/>
          </a:xfrm>
          <a:prstGeom prst="rect">
            <a:avLst/>
          </a:prstGeom>
          <a:ln w="12700">
            <a:miter lim="400000"/>
          </a:ln>
        </p:spPr>
      </p:pic>
      <p:sp>
        <p:nvSpPr>
          <p:cNvPr id="742" name="Rectangle 4"/>
          <p:cNvSpPr/>
          <p:nvPr/>
        </p:nvSpPr>
        <p:spPr>
          <a:xfrm>
            <a:off x="-25400" y="-2"/>
            <a:ext cx="12217400" cy="6858001"/>
          </a:xfrm>
          <a:prstGeom prst="rect">
            <a:avLst/>
          </a:prstGeom>
          <a:gradFill>
            <a:gsLst>
              <a:gs pos="42000">
                <a:srgbClr val="FFFFFF">
                  <a:alpha val="98000"/>
                </a:srgbClr>
              </a:gs>
              <a:gs pos="84000">
                <a:srgbClr val="FFFFFF">
                  <a:alpha val="43000"/>
                </a:srgbClr>
              </a:gs>
            </a:gsLst>
            <a:lin ang="2639999"/>
          </a:gradFill>
          <a:ln w="12700">
            <a:miter lim="400000"/>
          </a:ln>
        </p:spPr>
        <p:txBody>
          <a:bodyPr lIns="45719" rIns="45719" anchor="ctr"/>
          <a:lstStyle/>
          <a:p>
            <a:pPr algn="ctr">
              <a:defRPr>
                <a:solidFill>
                  <a:srgbClr val="FFFFFF"/>
                </a:solidFill>
              </a:defRPr>
            </a:pPr>
            <a:endParaRPr>
              <a:solidFill>
                <a:srgbClr val="FFFFFF"/>
              </a:solidFill>
            </a:endParaRPr>
          </a:p>
        </p:txBody>
      </p:sp>
      <p:sp>
        <p:nvSpPr>
          <p:cNvPr id="743" name="Title Text"/>
          <p:cNvSpPr txBox="1">
            <a:spLocks noGrp="1"/>
          </p:cNvSpPr>
          <p:nvPr>
            <p:ph type="title"/>
          </p:nvPr>
        </p:nvSpPr>
        <p:spPr>
          <a:xfrm>
            <a:off x="946785" y="429272"/>
            <a:ext cx="10311766" cy="974663"/>
          </a:xfrm>
          <a:prstGeom prst="rect">
            <a:avLst/>
          </a:prstGeom>
        </p:spPr>
        <p:txBody>
          <a:bodyPr/>
          <a:lstStyle/>
          <a:p>
            <a:r>
              <a:rPr lang="en-US" smtClean="0"/>
              <a:t>Click to edit Master title style</a:t>
            </a:r>
            <a:endParaRPr/>
          </a:p>
        </p:txBody>
      </p:sp>
      <p:sp>
        <p:nvSpPr>
          <p:cNvPr id="744" name="Slide Number"/>
          <p:cNvSpPr txBox="1">
            <a:spLocks noGrp="1"/>
          </p:cNvSpPr>
          <p:nvPr>
            <p:ph type="sldNum" sz="quarter" idx="2"/>
          </p:nvPr>
        </p:nvSpPr>
        <p:spPr>
          <a:xfrm>
            <a:off x="231632" y="6406532"/>
            <a:ext cx="245750" cy="256541"/>
          </a:xfrm>
          <a:prstGeom prst="rect">
            <a:avLst/>
          </a:prstGeom>
        </p:spPr>
        <p:txBody>
          <a:bodyPr/>
          <a:lstStyle/>
          <a:p>
            <a:fld id="{86CB4B4D-7CA3-9044-876B-883B54F8677D}" type="slidenum">
              <a:rPr>
                <a:solidFill>
                  <a:prstClr val="white">
                    <a:lumMod val="75000"/>
                  </a:prstClr>
                </a:solidFill>
              </a:rPr>
              <a:pPr/>
              <a:t>‹#›</a:t>
            </a:fld>
            <a:endParaRPr>
              <a:solidFill>
                <a:prstClr val="white">
                  <a:lumMod val="75000"/>
                </a:prstClr>
              </a:solidFill>
            </a:endParaRPr>
          </a:p>
        </p:txBody>
      </p:sp>
      <p:grpSp>
        <p:nvGrpSpPr>
          <p:cNvPr id="758" name="Group 5"/>
          <p:cNvGrpSpPr/>
          <p:nvPr/>
        </p:nvGrpSpPr>
        <p:grpSpPr>
          <a:xfrm>
            <a:off x="11311010" y="6527385"/>
            <a:ext cx="740367" cy="179272"/>
            <a:chOff x="0" y="0"/>
            <a:chExt cx="740366" cy="179271"/>
          </a:xfrm>
        </p:grpSpPr>
        <p:sp>
          <p:nvSpPr>
            <p:cNvPr id="745" name="Freeform 5"/>
            <p:cNvSpPr/>
            <p:nvPr/>
          </p:nvSpPr>
          <p:spPr>
            <a:xfrm>
              <a:off x="-1" y="37251"/>
              <a:ext cx="142021" cy="1420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5311" y="0"/>
                  </a:lnTo>
                  <a:lnTo>
                    <a:pt x="5311" y="16289"/>
                  </a:lnTo>
                  <a:lnTo>
                    <a:pt x="21600" y="16289"/>
                  </a:lnTo>
                  <a:lnTo>
                    <a:pt x="21600" y="21600"/>
                  </a:lnTo>
                  <a:lnTo>
                    <a:pt x="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6" name="Freeform 6"/>
            <p:cNvSpPr/>
            <p:nvPr/>
          </p:nvSpPr>
          <p:spPr>
            <a:xfrm>
              <a:off x="34922" y="4656"/>
              <a:ext cx="142021" cy="139693"/>
            </a:xfrm>
            <a:custGeom>
              <a:avLst/>
              <a:gdLst/>
              <a:ahLst/>
              <a:cxnLst>
                <a:cxn ang="0">
                  <a:pos x="wd2" y="hd2"/>
                </a:cxn>
                <a:cxn ang="5400000">
                  <a:pos x="wd2" y="hd2"/>
                </a:cxn>
                <a:cxn ang="10800000">
                  <a:pos x="wd2" y="hd2"/>
                </a:cxn>
                <a:cxn ang="16200000">
                  <a:pos x="wd2" y="hd2"/>
                </a:cxn>
              </a:cxnLst>
              <a:rect l="0" t="0" r="r" b="b"/>
              <a:pathLst>
                <a:path w="21600" h="21600" extrusionOk="0">
                  <a:moveTo>
                    <a:pt x="0" y="5040"/>
                  </a:moveTo>
                  <a:lnTo>
                    <a:pt x="0" y="0"/>
                  </a:lnTo>
                  <a:lnTo>
                    <a:pt x="21600" y="0"/>
                  </a:lnTo>
                  <a:lnTo>
                    <a:pt x="21600" y="21600"/>
                  </a:lnTo>
                  <a:lnTo>
                    <a:pt x="16289" y="21600"/>
                  </a:lnTo>
                  <a:lnTo>
                    <a:pt x="16289" y="5040"/>
                  </a:lnTo>
                  <a:lnTo>
                    <a:pt x="0" y="504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7" name="Freeform 7"/>
            <p:cNvSpPr/>
            <p:nvPr/>
          </p:nvSpPr>
          <p:spPr>
            <a:xfrm>
              <a:off x="216522" y="4656"/>
              <a:ext cx="81487"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17897" y="0"/>
                  </a:lnTo>
                  <a:lnTo>
                    <a:pt x="11109" y="10800"/>
                  </a:lnTo>
                  <a:lnTo>
                    <a:pt x="4320" y="0"/>
                  </a:lnTo>
                  <a:lnTo>
                    <a:pt x="0" y="0"/>
                  </a:lnTo>
                  <a:lnTo>
                    <a:pt x="0" y="21600"/>
                  </a:lnTo>
                  <a:lnTo>
                    <a:pt x="4320" y="21600"/>
                  </a:lnTo>
                  <a:lnTo>
                    <a:pt x="4320" y="7425"/>
                  </a:lnTo>
                  <a:lnTo>
                    <a:pt x="9874" y="16200"/>
                  </a:lnTo>
                  <a:lnTo>
                    <a:pt x="12343" y="16200"/>
                  </a:lnTo>
                  <a:lnTo>
                    <a:pt x="17897" y="7425"/>
                  </a:lnTo>
                  <a:lnTo>
                    <a:pt x="17897" y="21600"/>
                  </a:lnTo>
                  <a:lnTo>
                    <a:pt x="2160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8" name="Freeform 8"/>
            <p:cNvSpPr/>
            <p:nvPr/>
          </p:nvSpPr>
          <p:spPr>
            <a:xfrm>
              <a:off x="337588" y="4656"/>
              <a:ext cx="13970" cy="74503"/>
            </a:xfrm>
            <a:prstGeom prst="rect">
              <a:avLst/>
            </a:pr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9" name="Freeform 9"/>
            <p:cNvSpPr/>
            <p:nvPr/>
          </p:nvSpPr>
          <p:spPr>
            <a:xfrm>
              <a:off x="391136" y="4656"/>
              <a:ext cx="72175"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14850"/>
                  </a:lnTo>
                  <a:lnTo>
                    <a:pt x="17419" y="14850"/>
                  </a:lnTo>
                  <a:lnTo>
                    <a:pt x="17419" y="17550"/>
                  </a:lnTo>
                  <a:lnTo>
                    <a:pt x="4181" y="17550"/>
                  </a:lnTo>
                  <a:lnTo>
                    <a:pt x="4181" y="4050"/>
                  </a:lnTo>
                  <a:lnTo>
                    <a:pt x="17419" y="4050"/>
                  </a:lnTo>
                  <a:lnTo>
                    <a:pt x="17419" y="6075"/>
                  </a:lnTo>
                  <a:lnTo>
                    <a:pt x="21600" y="6750"/>
                  </a:lnTo>
                  <a:lnTo>
                    <a:pt x="21600" y="0"/>
                  </a:lnTo>
                  <a:lnTo>
                    <a:pt x="0" y="0"/>
                  </a:lnTo>
                  <a:lnTo>
                    <a:pt x="0" y="20925"/>
                  </a:lnTo>
                  <a:lnTo>
                    <a:pt x="2090" y="21600"/>
                  </a:lnTo>
                  <a:lnTo>
                    <a:pt x="19510" y="21600"/>
                  </a:lnTo>
                  <a:lnTo>
                    <a:pt x="21600" y="20925"/>
                  </a:lnTo>
                  <a:lnTo>
                    <a:pt x="21600" y="19575"/>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0" name="Freeform 10"/>
            <p:cNvSpPr/>
            <p:nvPr/>
          </p:nvSpPr>
          <p:spPr>
            <a:xfrm>
              <a:off x="502890"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4850" y="12825"/>
                  </a:lnTo>
                  <a:lnTo>
                    <a:pt x="19575" y="12825"/>
                  </a:lnTo>
                  <a:lnTo>
                    <a:pt x="20925" y="12150"/>
                  </a:lnTo>
                  <a:lnTo>
                    <a:pt x="21600" y="10800"/>
                  </a:lnTo>
                  <a:lnTo>
                    <a:pt x="21600" y="2025"/>
                  </a:lnTo>
                  <a:lnTo>
                    <a:pt x="20925" y="0"/>
                  </a:lnTo>
                  <a:lnTo>
                    <a:pt x="0" y="0"/>
                  </a:lnTo>
                  <a:lnTo>
                    <a:pt x="0" y="21600"/>
                  </a:lnTo>
                  <a:lnTo>
                    <a:pt x="4050" y="21600"/>
                  </a:lnTo>
                  <a:lnTo>
                    <a:pt x="4050" y="12825"/>
                  </a:lnTo>
                  <a:lnTo>
                    <a:pt x="9450" y="12825"/>
                  </a:lnTo>
                  <a:lnTo>
                    <a:pt x="16200" y="21600"/>
                  </a:lnTo>
                  <a:lnTo>
                    <a:pt x="21600" y="21600"/>
                  </a:lnTo>
                  <a:close/>
                  <a:moveTo>
                    <a:pt x="4050" y="4050"/>
                  </a:moveTo>
                  <a:lnTo>
                    <a:pt x="16875" y="4050"/>
                  </a:lnTo>
                  <a:lnTo>
                    <a:pt x="16875" y="8775"/>
                  </a:lnTo>
                  <a:lnTo>
                    <a:pt x="4050" y="8775"/>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1" name="Freeform 11"/>
            <p:cNvSpPr/>
            <p:nvPr/>
          </p:nvSpPr>
          <p:spPr>
            <a:xfrm>
              <a:off x="614643"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2025"/>
                  </a:lnTo>
                  <a:lnTo>
                    <a:pt x="20925" y="0"/>
                  </a:lnTo>
                  <a:lnTo>
                    <a:pt x="675" y="0"/>
                  </a:lnTo>
                  <a:lnTo>
                    <a:pt x="0" y="2025"/>
                  </a:lnTo>
                  <a:lnTo>
                    <a:pt x="0" y="19575"/>
                  </a:lnTo>
                  <a:lnTo>
                    <a:pt x="675" y="20925"/>
                  </a:lnTo>
                  <a:lnTo>
                    <a:pt x="2025" y="21600"/>
                  </a:lnTo>
                  <a:lnTo>
                    <a:pt x="19575" y="21600"/>
                  </a:lnTo>
                  <a:lnTo>
                    <a:pt x="20925" y="20925"/>
                  </a:lnTo>
                  <a:lnTo>
                    <a:pt x="21600" y="19575"/>
                  </a:lnTo>
                  <a:close/>
                  <a:moveTo>
                    <a:pt x="4050" y="4050"/>
                  </a:moveTo>
                  <a:lnTo>
                    <a:pt x="17550" y="4050"/>
                  </a:lnTo>
                  <a:lnTo>
                    <a:pt x="17550" y="17550"/>
                  </a:lnTo>
                  <a:lnTo>
                    <a:pt x="4050" y="17550"/>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2" name="Freeform 12"/>
            <p:cNvSpPr/>
            <p:nvPr/>
          </p:nvSpPr>
          <p:spPr>
            <a:xfrm>
              <a:off x="216522"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4582"/>
                  </a:moveTo>
                  <a:lnTo>
                    <a:pt x="21600" y="0"/>
                  </a:lnTo>
                  <a:lnTo>
                    <a:pt x="0" y="0"/>
                  </a:lnTo>
                  <a:lnTo>
                    <a:pt x="0" y="21600"/>
                  </a:lnTo>
                  <a:lnTo>
                    <a:pt x="4725" y="21600"/>
                  </a:lnTo>
                  <a:lnTo>
                    <a:pt x="4725" y="13091"/>
                  </a:lnTo>
                  <a:lnTo>
                    <a:pt x="17550" y="13091"/>
                  </a:lnTo>
                  <a:lnTo>
                    <a:pt x="17550" y="8509"/>
                  </a:lnTo>
                  <a:lnTo>
                    <a:pt x="4725" y="8509"/>
                  </a:lnTo>
                  <a:lnTo>
                    <a:pt x="4725" y="4582"/>
                  </a:lnTo>
                  <a:lnTo>
                    <a:pt x="2160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3" name="Freeform 13"/>
            <p:cNvSpPr/>
            <p:nvPr/>
          </p:nvSpPr>
          <p:spPr>
            <a:xfrm>
              <a:off x="311978"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2618"/>
                  </a:lnTo>
                  <a:lnTo>
                    <a:pt x="20925" y="655"/>
                  </a:lnTo>
                  <a:lnTo>
                    <a:pt x="19575" y="0"/>
                  </a:lnTo>
                  <a:lnTo>
                    <a:pt x="2025" y="0"/>
                  </a:lnTo>
                  <a:lnTo>
                    <a:pt x="675" y="655"/>
                  </a:lnTo>
                  <a:lnTo>
                    <a:pt x="0" y="2618"/>
                  </a:lnTo>
                  <a:lnTo>
                    <a:pt x="0" y="19636"/>
                  </a:lnTo>
                  <a:lnTo>
                    <a:pt x="675" y="20945"/>
                  </a:lnTo>
                  <a:lnTo>
                    <a:pt x="2025" y="21600"/>
                  </a:lnTo>
                  <a:lnTo>
                    <a:pt x="19575" y="21600"/>
                  </a:lnTo>
                  <a:lnTo>
                    <a:pt x="20925" y="20945"/>
                  </a:lnTo>
                  <a:lnTo>
                    <a:pt x="21600" y="19636"/>
                  </a:lnTo>
                  <a:close/>
                  <a:moveTo>
                    <a:pt x="4050" y="4582"/>
                  </a:moveTo>
                  <a:lnTo>
                    <a:pt x="17550" y="4582"/>
                  </a:lnTo>
                  <a:lnTo>
                    <a:pt x="17550" y="17018"/>
                  </a:lnTo>
                  <a:lnTo>
                    <a:pt x="4050" y="17018"/>
                  </a:lnTo>
                  <a:lnTo>
                    <a:pt x="405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4" name="Freeform 14"/>
            <p:cNvSpPr/>
            <p:nvPr/>
          </p:nvSpPr>
          <p:spPr>
            <a:xfrm>
              <a:off x="412090"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4400"/>
                  </a:lnTo>
                  <a:lnTo>
                    <a:pt x="17550" y="15055"/>
                  </a:lnTo>
                  <a:lnTo>
                    <a:pt x="17550" y="17018"/>
                  </a:lnTo>
                  <a:lnTo>
                    <a:pt x="4725" y="17018"/>
                  </a:lnTo>
                  <a:lnTo>
                    <a:pt x="4725" y="4582"/>
                  </a:lnTo>
                  <a:lnTo>
                    <a:pt x="17550" y="4582"/>
                  </a:lnTo>
                  <a:lnTo>
                    <a:pt x="17550" y="6545"/>
                  </a:lnTo>
                  <a:lnTo>
                    <a:pt x="21600" y="7200"/>
                  </a:lnTo>
                  <a:lnTo>
                    <a:pt x="21600" y="2618"/>
                  </a:lnTo>
                  <a:lnTo>
                    <a:pt x="20925" y="655"/>
                  </a:lnTo>
                  <a:lnTo>
                    <a:pt x="19575" y="0"/>
                  </a:lnTo>
                  <a:lnTo>
                    <a:pt x="2700" y="0"/>
                  </a:lnTo>
                  <a:lnTo>
                    <a:pt x="675" y="655"/>
                  </a:lnTo>
                  <a:lnTo>
                    <a:pt x="0" y="2618"/>
                  </a:lnTo>
                  <a:lnTo>
                    <a:pt x="0" y="19636"/>
                  </a:lnTo>
                  <a:lnTo>
                    <a:pt x="675" y="20945"/>
                  </a:lnTo>
                  <a:lnTo>
                    <a:pt x="2700"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5" name="Freeform 15"/>
            <p:cNvSpPr/>
            <p:nvPr/>
          </p:nvSpPr>
          <p:spPr>
            <a:xfrm>
              <a:off x="514531"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0"/>
                  </a:lnTo>
                  <a:lnTo>
                    <a:pt x="16875" y="0"/>
                  </a:lnTo>
                  <a:lnTo>
                    <a:pt x="16875" y="17018"/>
                  </a:lnTo>
                  <a:lnTo>
                    <a:pt x="4050" y="17018"/>
                  </a:lnTo>
                  <a:lnTo>
                    <a:pt x="4050" y="0"/>
                  </a:lnTo>
                  <a:lnTo>
                    <a:pt x="0" y="0"/>
                  </a:lnTo>
                  <a:lnTo>
                    <a:pt x="0" y="19636"/>
                  </a:lnTo>
                  <a:lnTo>
                    <a:pt x="675" y="20945"/>
                  </a:lnTo>
                  <a:lnTo>
                    <a:pt x="2025" y="21600"/>
                  </a:lnTo>
                  <a:lnTo>
                    <a:pt x="18900"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6" name="Freeform 16"/>
            <p:cNvSpPr/>
            <p:nvPr/>
          </p:nvSpPr>
          <p:spPr>
            <a:xfrm>
              <a:off x="614643"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1127"/>
                  </a:lnTo>
                  <a:lnTo>
                    <a:pt x="20925" y="9164"/>
                  </a:lnTo>
                  <a:lnTo>
                    <a:pt x="19575" y="8509"/>
                  </a:lnTo>
                  <a:lnTo>
                    <a:pt x="4050" y="8509"/>
                  </a:lnTo>
                  <a:lnTo>
                    <a:pt x="4050" y="4582"/>
                  </a:lnTo>
                  <a:lnTo>
                    <a:pt x="17550" y="4582"/>
                  </a:lnTo>
                  <a:lnTo>
                    <a:pt x="17550" y="6545"/>
                  </a:lnTo>
                  <a:lnTo>
                    <a:pt x="21600" y="7200"/>
                  </a:lnTo>
                  <a:lnTo>
                    <a:pt x="21600" y="2618"/>
                  </a:lnTo>
                  <a:lnTo>
                    <a:pt x="20925" y="655"/>
                  </a:lnTo>
                  <a:lnTo>
                    <a:pt x="19575" y="0"/>
                  </a:lnTo>
                  <a:lnTo>
                    <a:pt x="2025" y="0"/>
                  </a:lnTo>
                  <a:lnTo>
                    <a:pt x="675" y="655"/>
                  </a:lnTo>
                  <a:lnTo>
                    <a:pt x="0" y="2618"/>
                  </a:lnTo>
                  <a:lnTo>
                    <a:pt x="0" y="10473"/>
                  </a:lnTo>
                  <a:lnTo>
                    <a:pt x="675" y="12436"/>
                  </a:lnTo>
                  <a:lnTo>
                    <a:pt x="2025" y="13091"/>
                  </a:lnTo>
                  <a:lnTo>
                    <a:pt x="17550" y="13091"/>
                  </a:lnTo>
                  <a:lnTo>
                    <a:pt x="17550" y="17018"/>
                  </a:lnTo>
                  <a:lnTo>
                    <a:pt x="4050" y="17018"/>
                  </a:lnTo>
                  <a:lnTo>
                    <a:pt x="4050" y="15055"/>
                  </a:lnTo>
                  <a:lnTo>
                    <a:pt x="0" y="14400"/>
                  </a:lnTo>
                  <a:lnTo>
                    <a:pt x="0" y="19636"/>
                  </a:lnTo>
                  <a:lnTo>
                    <a:pt x="675" y="20945"/>
                  </a:lnTo>
                  <a:lnTo>
                    <a:pt x="2025"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7" name="Freeform 17"/>
            <p:cNvSpPr/>
            <p:nvPr/>
          </p:nvSpPr>
          <p:spPr>
            <a:xfrm>
              <a:off x="707771" y="-1"/>
              <a:ext cx="32596" cy="3259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6171" y="20057"/>
                  </a:lnTo>
                  <a:lnTo>
                    <a:pt x="3086" y="18514"/>
                  </a:lnTo>
                  <a:lnTo>
                    <a:pt x="0" y="13886"/>
                  </a:lnTo>
                  <a:lnTo>
                    <a:pt x="0" y="6171"/>
                  </a:lnTo>
                  <a:lnTo>
                    <a:pt x="6171" y="0"/>
                  </a:lnTo>
                  <a:lnTo>
                    <a:pt x="13886" y="0"/>
                  </a:lnTo>
                  <a:lnTo>
                    <a:pt x="18514" y="3086"/>
                  </a:lnTo>
                  <a:lnTo>
                    <a:pt x="20057" y="6171"/>
                  </a:lnTo>
                  <a:lnTo>
                    <a:pt x="21600" y="10800"/>
                  </a:lnTo>
                  <a:lnTo>
                    <a:pt x="20057" y="13886"/>
                  </a:lnTo>
                  <a:lnTo>
                    <a:pt x="18514" y="18514"/>
                  </a:lnTo>
                  <a:lnTo>
                    <a:pt x="13886" y="20057"/>
                  </a:lnTo>
                  <a:lnTo>
                    <a:pt x="10800" y="21600"/>
                  </a:lnTo>
                  <a:close/>
                  <a:moveTo>
                    <a:pt x="10800" y="0"/>
                  </a:moveTo>
                  <a:lnTo>
                    <a:pt x="6171" y="1543"/>
                  </a:lnTo>
                  <a:lnTo>
                    <a:pt x="3086" y="3086"/>
                  </a:lnTo>
                  <a:lnTo>
                    <a:pt x="1543" y="6171"/>
                  </a:lnTo>
                  <a:lnTo>
                    <a:pt x="0" y="10800"/>
                  </a:lnTo>
                  <a:lnTo>
                    <a:pt x="3086" y="16971"/>
                  </a:lnTo>
                  <a:lnTo>
                    <a:pt x="6171" y="18514"/>
                  </a:lnTo>
                  <a:lnTo>
                    <a:pt x="10800" y="20057"/>
                  </a:lnTo>
                  <a:lnTo>
                    <a:pt x="16971" y="16971"/>
                  </a:lnTo>
                  <a:lnTo>
                    <a:pt x="20057" y="10800"/>
                  </a:lnTo>
                  <a:lnTo>
                    <a:pt x="18514" y="6171"/>
                  </a:lnTo>
                  <a:lnTo>
                    <a:pt x="16971" y="3086"/>
                  </a:lnTo>
                  <a:lnTo>
                    <a:pt x="10800" y="0"/>
                  </a:lnTo>
                  <a:close/>
                  <a:moveTo>
                    <a:pt x="12343" y="16971"/>
                  </a:moveTo>
                  <a:lnTo>
                    <a:pt x="10800" y="10800"/>
                  </a:lnTo>
                  <a:lnTo>
                    <a:pt x="7714" y="10800"/>
                  </a:lnTo>
                  <a:lnTo>
                    <a:pt x="7714" y="16971"/>
                  </a:lnTo>
                  <a:lnTo>
                    <a:pt x="6171" y="16971"/>
                  </a:lnTo>
                  <a:lnTo>
                    <a:pt x="6171" y="3086"/>
                  </a:lnTo>
                  <a:lnTo>
                    <a:pt x="10800" y="3086"/>
                  </a:lnTo>
                  <a:lnTo>
                    <a:pt x="13886" y="4629"/>
                  </a:lnTo>
                  <a:lnTo>
                    <a:pt x="13886" y="9257"/>
                  </a:lnTo>
                  <a:lnTo>
                    <a:pt x="12343" y="10800"/>
                  </a:lnTo>
                  <a:lnTo>
                    <a:pt x="13886" y="16971"/>
                  </a:lnTo>
                  <a:lnTo>
                    <a:pt x="12343" y="16971"/>
                  </a:lnTo>
                  <a:close/>
                  <a:moveTo>
                    <a:pt x="7714" y="9257"/>
                  </a:moveTo>
                  <a:lnTo>
                    <a:pt x="12343" y="9257"/>
                  </a:lnTo>
                  <a:lnTo>
                    <a:pt x="12343" y="6171"/>
                  </a:lnTo>
                  <a:lnTo>
                    <a:pt x="9257" y="4629"/>
                  </a:lnTo>
                  <a:lnTo>
                    <a:pt x="7714" y="4629"/>
                  </a:lnTo>
                  <a:lnTo>
                    <a:pt x="7714" y="9257"/>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grpSp>
      <p:sp>
        <p:nvSpPr>
          <p:cNvPr id="759" name="Rectangle 20"/>
          <p:cNvSpPr/>
          <p:nvPr/>
        </p:nvSpPr>
        <p:spPr>
          <a:xfrm>
            <a:off x="1048005" y="0"/>
            <a:ext cx="1799696" cy="151844"/>
          </a:xfrm>
          <a:prstGeom prst="rect">
            <a:avLst/>
          </a:prstGeom>
          <a:solidFill>
            <a:srgbClr val="231CA5"/>
          </a:solidFill>
          <a:ln w="12700">
            <a:miter lim="400000"/>
          </a:ln>
        </p:spPr>
        <p:txBody>
          <a:bodyPr lIns="45719" rIns="45719" anchor="ctr"/>
          <a:lstStyle/>
          <a:p>
            <a:pPr algn="ctr">
              <a:defRPr>
                <a:solidFill>
                  <a:srgbClr val="FFFFFF"/>
                </a:solidFill>
              </a:defRPr>
            </a:pPr>
            <a:endParaRPr>
              <a:solidFill>
                <a:srgbClr val="FFFFFF"/>
              </a:solidFill>
            </a:endParaRPr>
          </a:p>
        </p:txBody>
      </p:sp>
    </p:spTree>
    <p:extLst>
      <p:ext uri="{BB962C8B-B14F-4D97-AF65-F5344CB8AC3E}">
        <p14:creationId xmlns:p14="http://schemas.microsoft.com/office/powerpoint/2010/main" val="3280212992"/>
      </p:ext>
    </p:extLst>
  </p:cSld>
  <p:clrMapOvr>
    <a:masterClrMapping/>
  </p:clrMapOvr>
  <p:transition spd="med"/>
</p:sldLayout>
</file>

<file path=ppt/slideLayouts/slideLayout2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05429360"/>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34725861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7918078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24270434"/>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42457617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028802536"/>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594901"/>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23058595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02744445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649097295"/>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3505198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 preserve="1">
  <p:cSld name="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249069118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4453625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extLst>
      <p:ext uri="{BB962C8B-B14F-4D97-AF65-F5344CB8AC3E}">
        <p14:creationId xmlns:p14="http://schemas.microsoft.com/office/powerpoint/2010/main" val="1201646005"/>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obj" preserve="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955058848"/>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Content w Separate Subhead">
    <p:spTree>
      <p:nvGrpSpPr>
        <p:cNvPr id="1" name=""/>
        <p:cNvGrpSpPr/>
        <p:nvPr/>
      </p:nvGrpSpPr>
      <p:grpSpPr>
        <a:xfrm>
          <a:off x="0" y="0"/>
          <a:ext cx="0" cy="0"/>
          <a:chOff x="0" y="0"/>
          <a:chExt cx="0" cy="0"/>
        </a:xfrm>
      </p:grpSpPr>
      <p:sp>
        <p:nvSpPr>
          <p:cNvPr id="2" name="Title 1"/>
          <p:cNvSpPr>
            <a:spLocks noGrp="1"/>
          </p:cNvSpPr>
          <p:nvPr>
            <p:ph type="title"/>
          </p:nvPr>
        </p:nvSpPr>
        <p:spPr>
          <a:xfrm>
            <a:off x="946785" y="429272"/>
            <a:ext cx="10311765" cy="1076223"/>
          </a:xfrm>
        </p:spPr>
        <p:txBody>
          <a:bodyPr/>
          <a:lstStyle/>
          <a:p>
            <a:r>
              <a:rPr lang="en-US" dirty="0" smtClean="0"/>
              <a:t>Click to edit Master title style</a:t>
            </a:r>
            <a:endParaRPr lang="en-US" dirty="0"/>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5" name="Text Placeholder 8"/>
          <p:cNvSpPr>
            <a:spLocks noGrp="1"/>
          </p:cNvSpPr>
          <p:nvPr>
            <p:ph type="body" sz="quarter" idx="13" hasCustomPrompt="1"/>
          </p:nvPr>
        </p:nvSpPr>
        <p:spPr>
          <a:xfrm>
            <a:off x="946785" y="967383"/>
            <a:ext cx="10311765" cy="538112"/>
          </a:xfrm>
        </p:spPr>
        <p:txBody>
          <a:bodyPr anchor="t">
            <a:normAutofit/>
          </a:bodyPr>
          <a:lstStyle>
            <a:lvl1pPr marL="0" indent="0">
              <a:lnSpc>
                <a:spcPct val="90000"/>
              </a:lnSpc>
              <a:spcBef>
                <a:spcPts val="0"/>
              </a:spcBef>
              <a:buNone/>
              <a:defRPr lang="en-US" sz="2000" b="0" kern="1200" baseline="0" smtClean="0">
                <a:solidFill>
                  <a:schemeClr val="tx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(20pt)</a:t>
            </a:r>
          </a:p>
        </p:txBody>
      </p:sp>
      <p:sp>
        <p:nvSpPr>
          <p:cNvPr id="6" name="Content Placeholder 2"/>
          <p:cNvSpPr>
            <a:spLocks noGrp="1"/>
          </p:cNvSpPr>
          <p:nvPr>
            <p:ph idx="1"/>
          </p:nvPr>
        </p:nvSpPr>
        <p:spPr>
          <a:xfrm>
            <a:off x="946785" y="2043605"/>
            <a:ext cx="10311765" cy="413335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8305394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ontent w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946150" y="2497873"/>
            <a:ext cx="10312400" cy="3679089"/>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3" hasCustomPrompt="1"/>
          </p:nvPr>
        </p:nvSpPr>
        <p:spPr>
          <a:xfrm>
            <a:off x="946150" y="1993265"/>
            <a:ext cx="10312400" cy="384175"/>
          </a:xfrm>
        </p:spPr>
        <p:txBody>
          <a:bodyPr/>
          <a:lstStyle>
            <a:lvl1pPr marL="0" indent="0">
              <a:buNone/>
              <a:defRPr b="1"/>
            </a:lvl1pPr>
            <a:lvl2pPr marL="228600" indent="0">
              <a:buNone/>
              <a:defRPr b="1"/>
            </a:lvl2pPr>
            <a:lvl3pPr marL="400050" indent="0">
              <a:buNone/>
              <a:defRPr b="1"/>
            </a:lvl3pPr>
            <a:lvl4pPr marL="571500" indent="0">
              <a:buNone/>
              <a:defRPr b="1"/>
            </a:lvl4pPr>
            <a:lvl5pPr marL="742950" indent="0">
              <a:buNone/>
              <a:defRPr b="1"/>
            </a:lvl5pPr>
          </a:lstStyle>
          <a:p>
            <a:pPr lvl="0"/>
            <a:r>
              <a:rPr lang="en-US" dirty="0" smtClean="0"/>
              <a:t>Click to edit Heading text styles</a:t>
            </a:r>
            <a:endParaRPr lang="en-US" dirty="0"/>
          </a:p>
        </p:txBody>
      </p:sp>
      <p:sp>
        <p:nvSpPr>
          <p:cNvPr id="7"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33258595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ection Header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 xmlns:a16="http://schemas.microsoft.com/office/drawing/2014/main" id="{95875EC2-73DC-4ADE-800B-1FB9E0C0DC01}"/>
              </a:ext>
            </a:extLst>
          </p:cNvPr>
          <p:cNvGrpSpPr/>
          <p:nvPr userDrawn="1"/>
        </p:nvGrpSpPr>
        <p:grpSpPr>
          <a:xfrm>
            <a:off x="0" y="0"/>
            <a:ext cx="12293598" cy="6961943"/>
            <a:chOff x="0" y="0"/>
            <a:chExt cx="12293598" cy="6961943"/>
          </a:xfrm>
          <a:solidFill>
            <a:schemeClr val="tx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400489937"/>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ection Header (Purpl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 xmlns:a16="http://schemas.microsoft.com/office/drawing/2014/main" id="{95875EC2-73DC-4ADE-800B-1FB9E0C0DC01}"/>
              </a:ext>
            </a:extLst>
          </p:cNvPr>
          <p:cNvGrpSpPr/>
          <p:nvPr userDrawn="1"/>
        </p:nvGrpSpPr>
        <p:grpSpPr>
          <a:xfrm>
            <a:off x="0" y="0"/>
            <a:ext cx="12293598" cy="6961943"/>
            <a:chOff x="0" y="0"/>
            <a:chExt cx="12293598" cy="6961943"/>
          </a:xfrm>
          <a:solidFill>
            <a:schemeClr val="accent1"/>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64200371"/>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Section Header (Indigo)">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 xmlns:a16="http://schemas.microsoft.com/office/drawing/2014/main" id="{95875EC2-73DC-4ADE-800B-1FB9E0C0DC01}"/>
              </a:ext>
            </a:extLst>
          </p:cNvPr>
          <p:cNvGrpSpPr/>
          <p:nvPr userDrawn="1"/>
        </p:nvGrpSpPr>
        <p:grpSpPr>
          <a:xfrm>
            <a:off x="0" y="0"/>
            <a:ext cx="12293598" cy="6961943"/>
            <a:chOff x="0" y="0"/>
            <a:chExt cx="12293598" cy="6961943"/>
          </a:xfrm>
          <a:solidFill>
            <a:schemeClr val="accent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79995023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Section Header (Dk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 xmlns:a16="http://schemas.microsoft.com/office/drawing/2014/main" id="{95875EC2-73DC-4ADE-800B-1FB9E0C0DC01}"/>
              </a:ext>
            </a:extLst>
          </p:cNvPr>
          <p:cNvGrpSpPr/>
          <p:nvPr userDrawn="1"/>
        </p:nvGrpSpPr>
        <p:grpSpPr>
          <a:xfrm>
            <a:off x="0" y="0"/>
            <a:ext cx="12293598" cy="6961943"/>
            <a:chOff x="0" y="0"/>
            <a:chExt cx="12293598" cy="6961943"/>
          </a:xfrm>
          <a:solidFill>
            <a:schemeClr val="accent3"/>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113784590"/>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Section Header (Aquamarin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 xmlns:a16="http://schemas.microsoft.com/office/drawing/2014/main"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998996938"/>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Section Header (Gray)">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 xmlns:a16="http://schemas.microsoft.com/office/drawing/2014/main"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smtClean="0"/>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288681327"/>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6784" y="428625"/>
            <a:ext cx="10408603" cy="12620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946784" y="1828800"/>
            <a:ext cx="5081161"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42975" y="2447925"/>
            <a:ext cx="5084970" cy="37417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172200" y="1828800"/>
            <a:ext cx="5086350"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172200" y="2447925"/>
            <a:ext cx="5086350" cy="3741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Slide Number Placeholder 5"/>
          <p:cNvSpPr>
            <a:spLocks noGrp="1"/>
          </p:cNvSpPr>
          <p:nvPr>
            <p:ph type="sldNum" sz="quarter" idx="10"/>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69028988"/>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42974" y="1825625"/>
            <a:ext cx="5084971"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7390" y="1825625"/>
            <a:ext cx="5081159"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404956357"/>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Content Placeholder 2"/>
          <p:cNvSpPr>
            <a:spLocks noGrp="1"/>
          </p:cNvSpPr>
          <p:nvPr>
            <p:ph sz="half" idx="1"/>
          </p:nvPr>
        </p:nvSpPr>
        <p:spPr>
          <a:xfrm>
            <a:off x="946785" y="1825625"/>
            <a:ext cx="3268376" cy="4351338"/>
          </a:xfrm>
        </p:spPr>
        <p:txBody>
          <a:bodyPr/>
          <a:lstStyle>
            <a:lvl1pPr marL="228600" indent="-228600">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3"/>
          <p:cNvSpPr>
            <a:spLocks noGrp="1"/>
          </p:cNvSpPr>
          <p:nvPr>
            <p:ph sz="half" idx="2"/>
          </p:nvPr>
        </p:nvSpPr>
        <p:spPr>
          <a:xfrm>
            <a:off x="4427034" y="1825625"/>
            <a:ext cx="3229804"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3"/>
          <p:cNvSpPr>
            <a:spLocks noGrp="1"/>
          </p:cNvSpPr>
          <p:nvPr>
            <p:ph sz="half" idx="10"/>
          </p:nvPr>
        </p:nvSpPr>
        <p:spPr>
          <a:xfrm>
            <a:off x="7868712" y="1825625"/>
            <a:ext cx="336753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902934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1047749" y="1825626"/>
            <a:ext cx="6145191"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7400925" y="1816100"/>
            <a:ext cx="3857625"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42794766"/>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266985" y="1825626"/>
            <a:ext cx="4991565"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5" name="Text Placeholder 4"/>
          <p:cNvSpPr>
            <a:spLocks noGrp="1"/>
          </p:cNvSpPr>
          <p:nvPr>
            <p:ph type="body" sz="quarter" idx="12"/>
          </p:nvPr>
        </p:nvSpPr>
        <p:spPr>
          <a:xfrm>
            <a:off x="946785" y="1825626"/>
            <a:ext cx="5063722"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smtClean="0"/>
              <a:t>Click to edit Master text styles</a:t>
            </a:r>
          </a:p>
        </p:txBody>
      </p:sp>
      <p:sp>
        <p:nvSpPr>
          <p:cNvPr id="10"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87200874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Half-Screen Image Right">
    <p:spTree>
      <p:nvGrpSpPr>
        <p:cNvPr id="1" name=""/>
        <p:cNvGrpSpPr/>
        <p:nvPr/>
      </p:nvGrpSpPr>
      <p:grpSpPr>
        <a:xfrm>
          <a:off x="0" y="0"/>
          <a:ext cx="0" cy="0"/>
          <a:chOff x="0" y="0"/>
          <a:chExt cx="0" cy="0"/>
        </a:xfrm>
      </p:grpSpPr>
      <p:sp>
        <p:nvSpPr>
          <p:cNvPr id="2" name="Title 1"/>
          <p:cNvSpPr>
            <a:spLocks noGrp="1"/>
          </p:cNvSpPr>
          <p:nvPr>
            <p:ph type="title"/>
          </p:nvPr>
        </p:nvSpPr>
        <p:spPr>
          <a:xfrm>
            <a:off x="1137424"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619125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
        <p:nvSpPr>
          <p:cNvPr id="8" name="Rectangle 7"/>
          <p:cNvSpPr/>
          <p:nvPr userDrawn="1"/>
        </p:nvSpPr>
        <p:spPr>
          <a:xfrm>
            <a:off x="0" y="0"/>
            <a:ext cx="1137424" cy="20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909015756"/>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Half-Screen Image Left">
    <p:spTree>
      <p:nvGrpSpPr>
        <p:cNvPr id="1" name=""/>
        <p:cNvGrpSpPr/>
        <p:nvPr/>
      </p:nvGrpSpPr>
      <p:grpSpPr>
        <a:xfrm>
          <a:off x="0" y="0"/>
          <a:ext cx="0" cy="0"/>
          <a:chOff x="0" y="0"/>
          <a:chExt cx="0" cy="0"/>
        </a:xfrm>
      </p:grpSpPr>
      <p:sp>
        <p:nvSpPr>
          <p:cNvPr id="2" name="Title 1"/>
          <p:cNvSpPr>
            <a:spLocks noGrp="1"/>
          </p:cNvSpPr>
          <p:nvPr>
            <p:ph type="title"/>
          </p:nvPr>
        </p:nvSpPr>
        <p:spPr>
          <a:xfrm>
            <a:off x="6999876" y="1951464"/>
            <a:ext cx="4383498" cy="3936380"/>
          </a:xfrm>
        </p:spPr>
        <p:txBody>
          <a:bodyPr/>
          <a:lstStyle/>
          <a:p>
            <a:r>
              <a:rPr lang="en-US" smtClean="0"/>
              <a:t>Click to edit Master title style</a:t>
            </a:r>
            <a:endParaRPr lang="en-US"/>
          </a:p>
        </p:txBody>
      </p:sp>
      <p:sp>
        <p:nvSpPr>
          <p:cNvPr id="4" name="Picture Placeholder 2"/>
          <p:cNvSpPr>
            <a:spLocks noGrp="1"/>
          </p:cNvSpPr>
          <p:nvPr>
            <p:ph type="pic" idx="11"/>
          </p:nvPr>
        </p:nvSpPr>
        <p:spPr bwMode="ltGray">
          <a:xfrm>
            <a:off x="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dirty="0"/>
          </a:p>
        </p:txBody>
      </p:sp>
    </p:spTree>
    <p:extLst>
      <p:ext uri="{BB962C8B-B14F-4D97-AF65-F5344CB8AC3E}">
        <p14:creationId xmlns:p14="http://schemas.microsoft.com/office/powerpoint/2010/main" val="3778361736"/>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245343020"/>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430392812"/>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smtClean="0"/>
              <a:t>Drag picture to placeholder or click icon to add</a:t>
            </a:r>
            <a:endParaRPr lang="en-US" dirty="0"/>
          </a:p>
        </p:txBody>
      </p:sp>
    </p:spTree>
    <p:extLst>
      <p:ext uri="{BB962C8B-B14F-4D97-AF65-F5344CB8AC3E}">
        <p14:creationId xmlns:p14="http://schemas.microsoft.com/office/powerpoint/2010/main" val="2156965179"/>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itle" preserve="1">
  <p:cSld name="13_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hasCustomPrompt="1"/>
          </p:nvPr>
        </p:nvSpPr>
        <p:spPr>
          <a:xfrm>
            <a:off x="914400" y="3614237"/>
            <a:ext cx="10579608" cy="1645920"/>
          </a:xfrm>
        </p:spPr>
        <p:txBody>
          <a:bodyPr anchor="t">
            <a:normAutofit/>
          </a:bodyPr>
          <a:lstStyle>
            <a:lvl1pPr algn="l">
              <a:defRPr sz="5400">
                <a:solidFill>
                  <a:schemeClr val="bg1"/>
                </a:solidFill>
              </a:defRPr>
            </a:lvl1pPr>
          </a:lstStyle>
          <a:p>
            <a:r>
              <a:rPr lang="en-US" dirty="0" smtClean="0"/>
              <a:t>Thank you.</a:t>
            </a:r>
            <a:endParaRPr lang="en-US" dirty="0"/>
          </a:p>
        </p:txBody>
      </p:sp>
      <p:sp>
        <p:nvSpPr>
          <p:cNvPr id="3" name="Subtitle 2"/>
          <p:cNvSpPr>
            <a:spLocks noGrp="1"/>
          </p:cNvSpPr>
          <p:nvPr>
            <p:ph type="subTitle" idx="1" hasCustomPrompt="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smtClean="0"/>
              <a:t>www.microfocus.com</a:t>
            </a:r>
            <a:endParaRPr lang="en-US" dirty="0"/>
          </a:p>
        </p:txBody>
      </p:sp>
    </p:spTree>
    <p:extLst>
      <p:ext uri="{BB962C8B-B14F-4D97-AF65-F5344CB8AC3E}">
        <p14:creationId xmlns:p14="http://schemas.microsoft.com/office/powerpoint/2010/main" val="28515869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userDrawn="1">
  <p:cSld name="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title (28pt)</a:t>
            </a:r>
            <a:endParaRPr lang="en-US" dirty="0"/>
          </a:p>
        </p:txBody>
      </p:sp>
      <p:sp>
        <p:nvSpPr>
          <p:cNvPr id="9" name="Text Placeholder 8"/>
          <p:cNvSpPr>
            <a:spLocks noGrp="1"/>
          </p:cNvSpPr>
          <p:nvPr>
            <p:ph type="body" sz="quarter" idx="13" hasCustomPrompt="1"/>
          </p:nvPr>
        </p:nvSpPr>
        <p:spPr>
          <a:xfrm>
            <a:off x="1166287" y="1249433"/>
            <a:ext cx="10092264" cy="588892"/>
          </a:xfrm>
        </p:spPr>
        <p:txBody>
          <a:bodyPr anchor="t"/>
          <a:lstStyle>
            <a:lvl1pPr marL="0" indent="0">
              <a:lnSpc>
                <a:spcPct val="90000"/>
              </a:lnSpc>
              <a:spcBef>
                <a:spcPts val="0"/>
              </a:spcBef>
              <a:buNone/>
              <a:defRPr lang="en-US" sz="2000" b="1" kern="1200" baseline="0" smtClean="0">
                <a:solidFill>
                  <a:schemeClr val="accent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smtClean="0"/>
              <a:t>Click to edit subhead text (15pt)</a:t>
            </a:r>
          </a:p>
        </p:txBody>
      </p:sp>
      <p:sp>
        <p:nvSpPr>
          <p:cNvPr id="10" name="Content Placeholder 2"/>
          <p:cNvSpPr>
            <a:spLocks noGrp="1"/>
          </p:cNvSpPr>
          <p:nvPr>
            <p:ph idx="1" hasCustomPrompt="1"/>
          </p:nvPr>
        </p:nvSpPr>
        <p:spPr>
          <a:xfrm>
            <a:off x="954133" y="1819275"/>
            <a:ext cx="10304417" cy="4245885"/>
          </a:xfrm>
        </p:spPr>
        <p:txBody>
          <a:bodyPr/>
          <a:lstStyle>
            <a:lvl3pPr marL="304792" indent="-152396">
              <a:defRPr/>
            </a:lvl3pPr>
          </a:lstStyle>
          <a:p>
            <a:pPr lvl="0"/>
            <a:r>
              <a:rPr lang="en-US" dirty="0" smtClean="0"/>
              <a:t>First level bullet (18pt)</a:t>
            </a:r>
          </a:p>
          <a:p>
            <a:pPr lvl="1"/>
            <a:r>
              <a:rPr lang="en-US" dirty="0" smtClean="0"/>
              <a:t>Second level bullet (14pt)</a:t>
            </a:r>
          </a:p>
          <a:p>
            <a:pPr lvl="2"/>
            <a:r>
              <a:rPr lang="en-US" dirty="0" smtClean="0"/>
              <a:t>Third level bullet (12pt)</a:t>
            </a:r>
          </a:p>
          <a:p>
            <a:pPr lvl="3"/>
            <a:r>
              <a:rPr lang="en-US" dirty="0" smtClean="0"/>
              <a:t>Fourth level (11pt)</a:t>
            </a:r>
          </a:p>
          <a:p>
            <a:pPr lvl="4"/>
            <a:r>
              <a:rPr lang="en-US" dirty="0" smtClean="0"/>
              <a:t>Fifth level (10pt)</a:t>
            </a:r>
            <a:endParaRPr lang="en-US" dirty="0"/>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74769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58.xml><?xml version="1.0" encoding="utf-8"?>
<p:sldLayout xmlns:a="http://schemas.openxmlformats.org/drawingml/2006/main" xmlns:r="http://schemas.openxmlformats.org/officeDocument/2006/relationships" xmlns:p="http://schemas.openxmlformats.org/presentationml/2006/main" userDrawn="1">
  <p:cSld name="Title with content">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960" y="313419"/>
            <a:ext cx="10822941" cy="574516"/>
          </a:xfrm>
        </p:spPr>
        <p:txBody>
          <a:bodyPr wrap="square">
            <a:noAutofit/>
          </a:bodyPr>
          <a:lstStyle>
            <a:lvl1pPr>
              <a:defRPr sz="3733"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912" y="1584960"/>
            <a:ext cx="10823872" cy="4293024"/>
          </a:xfrm>
        </p:spPr>
        <p:txBody>
          <a:bodyPr wrap="square">
            <a:noAutofit/>
          </a:bodyPr>
          <a:lstStyle>
            <a:lvl1pPr>
              <a:defRPr sz="2667"/>
            </a:lvl1pPr>
            <a:lvl2pPr marL="380990" indent="-380990">
              <a:buFont typeface="Arial" pitchFamily="34" charset="0"/>
              <a:buChar char="•"/>
              <a:defRPr sz="2400">
                <a:solidFill>
                  <a:srgbClr val="000000"/>
                </a:solidFill>
              </a:defRPr>
            </a:lvl2pPr>
            <a:lvl3pPr>
              <a:defRPr>
                <a:solidFill>
                  <a:srgbClr val="000000"/>
                </a:solidFill>
              </a:defRPr>
            </a:lvl3pPr>
            <a:lvl4pPr>
              <a:defRPr>
                <a:solidFill>
                  <a:srgbClr val="000000"/>
                </a:solidFill>
              </a:defRPr>
            </a:lvl4pPr>
            <a:lvl5pPr marL="626518" indent="-201079">
              <a:buFont typeface="HP Simplified" pitchFamily="34" charset="0"/>
              <a:buChar char="−"/>
              <a:defRPr sz="2133">
                <a:solidFill>
                  <a:srgbClr val="000000"/>
                </a:solidFill>
              </a:defRPr>
            </a:lvl5pPr>
          </a:lstStyle>
          <a:p>
            <a:pPr lvl="0"/>
            <a:r>
              <a:rPr lang="en-US" dirty="0" smtClean="0"/>
              <a:t>Click to edit Master text styles</a:t>
            </a:r>
          </a:p>
          <a:p>
            <a:pPr lvl="1"/>
            <a:r>
              <a:rPr lang="en-US" dirty="0" smtClean="0"/>
              <a:t>Second level</a:t>
            </a:r>
          </a:p>
          <a:p>
            <a:pPr lvl="4"/>
            <a:r>
              <a:rPr lang="en-US" dirty="0" smtClean="0"/>
              <a:t>Third level</a:t>
            </a:r>
          </a:p>
        </p:txBody>
      </p:sp>
    </p:spTree>
    <p:extLst>
      <p:ext uri="{BB962C8B-B14F-4D97-AF65-F5344CB8AC3E}">
        <p14:creationId xmlns:p14="http://schemas.microsoft.com/office/powerpoint/2010/main" val="1004309031"/>
      </p:ext>
    </p:extLst>
  </p:cSld>
  <p:clrMapOvr>
    <a:masterClrMapping/>
  </p:clrMapOvr>
  <mc:AlternateContent xmlns:mc="http://schemas.openxmlformats.org/markup-compatibility/2006" xmlns:p14="http://schemas.microsoft.com/office/powerpoint/2010/main">
    <mc:Choice Requires="p14">
      <p:transition p14:dur="0"/>
    </mc:Choice>
    <mc:Fallback xmlns:mv="urn:schemas-microsoft-com:mac:vml" xmlns="">
      <p:transition/>
    </mc:Fallback>
  </mc:AlternateContent>
  <p:timing>
    <p:tnLst>
      <p:par>
        <p:cTn id="1" dur="indefinite" restart="never" nodeType="tmRoot"/>
      </p:par>
    </p:tnLst>
  </p:timing>
</p:sldLayout>
</file>

<file path=ppt/slideLayouts/slideLayout259.xml><?xml version="1.0" encoding="utf-8"?>
<p:sldLayout xmlns:a="http://schemas.openxmlformats.org/drawingml/2006/main" xmlns:r="http://schemas.openxmlformats.org/officeDocument/2006/relationships" xmlns:p="http://schemas.openxmlformats.org/presentationml/2006/main">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lvl1pPr>
              <a:defRPr>
                <a:latin typeface="MetricHPE" panose="020B0503030202060203" pitchFamily="34" charset="0"/>
              </a:defRPr>
            </a:lvl1pPr>
          </a:lstStyle>
          <a:p>
            <a:r>
              <a:rPr lang="en-US" smtClean="0"/>
              <a:t>Click to edit Master title style</a:t>
            </a:r>
            <a:endParaRPr dirty="0"/>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atin typeface="MetricHPE" panose="020B050303020206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atin typeface="MetricHPE" panose="020B0503030202060203" pitchFamily="34" charset="0"/>
              </a:defRPr>
            </a:lvl1pPr>
            <a:lvl2pPr>
              <a:defRPr sz="1400">
                <a:latin typeface="MetricHPE" panose="020B0503030202060203" pitchFamily="34" charset="0"/>
              </a:defRPr>
            </a:lvl2pPr>
            <a:lvl3pPr>
              <a:defRPr sz="1200">
                <a:latin typeface="MetricHPE" panose="020B0503030202060203" pitchFamily="34" charset="0"/>
              </a:defRPr>
            </a:lvl3pPr>
            <a:lvl4pPr>
              <a:defRPr sz="1100">
                <a:latin typeface="MetricHPE" panose="020B0503030202060203" pitchFamily="34" charset="0"/>
              </a:defRPr>
            </a:lvl4pPr>
            <a:lvl5pPr>
              <a:defRPr sz="1100">
                <a:latin typeface="MetricHPE" panose="020B0503030202060203" pitchFamily="34" charset="0"/>
              </a:defRPr>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a:xfrm>
            <a:off x="5598212" y="6426104"/>
            <a:ext cx="995578" cy="210312"/>
          </a:xfrm>
          <a:prstGeom prst="rect">
            <a:avLst/>
          </a:prstGeom>
        </p:spPr>
        <p:txBody>
          <a:bodyPr/>
          <a:lstStyle>
            <a:lvl1pPr>
              <a:defRPr>
                <a:latin typeface="MetricHPE" panose="020B0503030202060203" pitchFamily="34" charset="0"/>
              </a:defRPr>
            </a:lvl1pPr>
          </a:lstStyle>
          <a:p>
            <a:pPr defTabSz="914400"/>
            <a:fld id="{8B8B1958-F972-48E2-B30C-3D9C71EE7ED1}" type="datetime4">
              <a:rPr lang="en-US" smtClean="0">
                <a:solidFill>
                  <a:srgbClr val="212E35"/>
                </a:solidFill>
              </a:rPr>
              <a:pPr defTabSz="914400"/>
              <a:t>December 10, 2018</a:t>
            </a:fld>
            <a:endParaRPr lang="en-US" dirty="0">
              <a:solidFill>
                <a:srgbClr val="212E35"/>
              </a:solidFill>
            </a:endParaRPr>
          </a:p>
        </p:txBody>
      </p:sp>
      <p:sp>
        <p:nvSpPr>
          <p:cNvPr id="6" name="Footer Placeholder 5"/>
          <p:cNvSpPr>
            <a:spLocks noGrp="1"/>
          </p:cNvSpPr>
          <p:nvPr>
            <p:ph type="ftr" sz="quarter" idx="11"/>
          </p:nvPr>
        </p:nvSpPr>
        <p:spPr>
          <a:xfrm>
            <a:off x="6934200" y="6426104"/>
            <a:ext cx="4025198" cy="210312"/>
          </a:xfrm>
          <a:prstGeom prst="rect">
            <a:avLst/>
          </a:prstGeom>
        </p:spPr>
        <p:txBody>
          <a:bodyPr/>
          <a:lstStyle>
            <a:lvl1pPr>
              <a:defRPr>
                <a:latin typeface="MetricHPE" panose="020B0503030202060203" pitchFamily="34" charset="0"/>
              </a:defRPr>
            </a:lvl1pPr>
          </a:lstStyle>
          <a:p>
            <a:pPr defTabSz="914400"/>
            <a:r>
              <a:rPr lang="en-US" dirty="0" smtClean="0">
                <a:solidFill>
                  <a:srgbClr val="212E35"/>
                </a:solidFill>
              </a:rPr>
              <a:t>Private | Confidential | Internal Use Only </a:t>
            </a:r>
            <a:endParaRPr lang="en-US" dirty="0">
              <a:solidFill>
                <a:srgbClr val="212E35"/>
              </a:solidFill>
            </a:endParaRPr>
          </a:p>
        </p:txBody>
      </p:sp>
      <p:sp>
        <p:nvSpPr>
          <p:cNvPr id="7" name="Slide Number Placeholder 6"/>
          <p:cNvSpPr>
            <a:spLocks noGrp="1"/>
          </p:cNvSpPr>
          <p:nvPr>
            <p:ph type="sldNum" sz="quarter" idx="12"/>
          </p:nvPr>
        </p:nvSpPr>
        <p:spPr/>
        <p:txBody>
          <a:bodyPr/>
          <a:lstStyle>
            <a:lvl1pPr>
              <a:defRPr>
                <a:latin typeface="MetricHPE" panose="020B0503030202060203" pitchFamily="34" charset="0"/>
              </a:defRPr>
            </a:lvl1pPr>
          </a:lstStyle>
          <a:p>
            <a:fld id="{B016F8AB-BCEA-4347-8BA6-BE776009BC89}"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18221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0.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a:latin typeface="MetricHPE" panose="020B0503030202060203" pitchFamily="34" charset="0"/>
              </a:defRPr>
            </a:lvl1pPr>
          </a:lstStyle>
          <a:p>
            <a:r>
              <a:rPr lang="en-US" smtClean="0"/>
              <a:t>Click to edit Master title style</a:t>
            </a:r>
            <a:endParaRPr dirty="0"/>
          </a:p>
        </p:txBody>
      </p:sp>
      <p:sp>
        <p:nvSpPr>
          <p:cNvPr id="3" name="Content Placeholder 2"/>
          <p:cNvSpPr>
            <a:spLocks noGrp="1"/>
          </p:cNvSpPr>
          <p:nvPr>
            <p:ph idx="1"/>
          </p:nvPr>
        </p:nvSpPr>
        <p:spPr/>
        <p:txBody>
          <a:bodyPr/>
          <a:lstStyle>
            <a:lvl1pPr>
              <a:defRPr>
                <a:latin typeface="MetricHPE" panose="020B0503030202060203" pitchFamily="34" charset="0"/>
              </a:defRPr>
            </a:lvl1pPr>
            <a:lvl2pPr>
              <a:defRPr>
                <a:latin typeface="MetricHPE" panose="020B0503030202060203" pitchFamily="34" charset="0"/>
              </a:defRPr>
            </a:lvl2pPr>
            <a:lvl3pPr>
              <a:defRPr>
                <a:latin typeface="MetricHPE" panose="020B0503030202060203" pitchFamily="34" charset="0"/>
              </a:defRPr>
            </a:lvl3pPr>
            <a:lvl4pPr>
              <a:defRPr>
                <a:latin typeface="MetricHPE" panose="020B0503030202060203" pitchFamily="34" charset="0"/>
              </a:defRPr>
            </a:lvl4pPr>
            <a:lvl5pPr>
              <a:defRPr>
                <a:latin typeface="MetricHPE" panose="020B050303020206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2" name="Date Placeholder 1"/>
          <p:cNvSpPr>
            <a:spLocks noGrp="1"/>
          </p:cNvSpPr>
          <p:nvPr>
            <p:ph type="dt" sz="half" idx="10"/>
          </p:nvPr>
        </p:nvSpPr>
        <p:spPr>
          <a:xfrm>
            <a:off x="5598212" y="6426104"/>
            <a:ext cx="995578" cy="210312"/>
          </a:xfrm>
          <a:prstGeom prst="rect">
            <a:avLst/>
          </a:prstGeom>
        </p:spPr>
        <p:txBody>
          <a:bodyPr/>
          <a:lstStyle>
            <a:lvl1pPr>
              <a:defRPr>
                <a:latin typeface="MetricHPE" panose="020B0503030202060203" pitchFamily="34" charset="0"/>
              </a:defRPr>
            </a:lvl1pPr>
          </a:lstStyle>
          <a:p>
            <a:pPr defTabSz="914400"/>
            <a:fld id="{ECF1CC87-9C4B-4D13-B529-5EAF641302E2}" type="datetime4">
              <a:rPr lang="en-US" smtClean="0">
                <a:solidFill>
                  <a:srgbClr val="212E35"/>
                </a:solidFill>
              </a:rPr>
              <a:pPr defTabSz="914400"/>
              <a:t>December 10, 2018</a:t>
            </a:fld>
            <a:endParaRPr lang="en-US" dirty="0">
              <a:solidFill>
                <a:srgbClr val="212E35"/>
              </a:solidFill>
            </a:endParaRPr>
          </a:p>
        </p:txBody>
      </p:sp>
      <p:sp>
        <p:nvSpPr>
          <p:cNvPr id="8" name="Footer Placeholder 7"/>
          <p:cNvSpPr>
            <a:spLocks noGrp="1"/>
          </p:cNvSpPr>
          <p:nvPr>
            <p:ph type="ftr" sz="quarter" idx="11"/>
          </p:nvPr>
        </p:nvSpPr>
        <p:spPr>
          <a:xfrm>
            <a:off x="6934200" y="6426104"/>
            <a:ext cx="4025198" cy="210312"/>
          </a:xfrm>
          <a:prstGeom prst="rect">
            <a:avLst/>
          </a:prstGeom>
        </p:spPr>
        <p:txBody>
          <a:bodyPr/>
          <a:lstStyle>
            <a:lvl1pPr>
              <a:defRPr>
                <a:latin typeface="MetricHPE" panose="020B0503030202060203" pitchFamily="34" charset="0"/>
              </a:defRPr>
            </a:lvl1pPr>
          </a:lstStyle>
          <a:p>
            <a:pPr defTabSz="914400"/>
            <a:r>
              <a:rPr lang="en-US" dirty="0" smtClean="0">
                <a:solidFill>
                  <a:srgbClr val="212E35"/>
                </a:solidFill>
              </a:rPr>
              <a:t>Private | Confidential | Internal Use Only </a:t>
            </a:r>
            <a:endParaRPr lang="en-US" dirty="0">
              <a:solidFill>
                <a:srgbClr val="212E35"/>
              </a:solidFill>
            </a:endParaRPr>
          </a:p>
        </p:txBody>
      </p:sp>
      <p:sp>
        <p:nvSpPr>
          <p:cNvPr id="9" name="Slide Number Placeholder 8"/>
          <p:cNvSpPr>
            <a:spLocks noGrp="1"/>
          </p:cNvSpPr>
          <p:nvPr>
            <p:ph type="sldNum" sz="quarter" idx="12"/>
          </p:nvPr>
        </p:nvSpPr>
        <p:spPr/>
        <p:txBody>
          <a:bodyPr/>
          <a:lstStyle>
            <a:lvl1pPr>
              <a:defRPr>
                <a:latin typeface="MetricHPE" panose="020B0503030202060203" pitchFamily="34" charset="0"/>
              </a:defRPr>
            </a:lvl1pPr>
          </a:lstStyle>
          <a:p>
            <a:fld id="{B016F8AB-BCEA-4347-8BA6-BE776009BC89}"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902306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1.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a:xfrm>
            <a:off x="5598212" y="6426104"/>
            <a:ext cx="995578" cy="210312"/>
          </a:xfrm>
          <a:prstGeom prst="rect">
            <a:avLst/>
          </a:prstGeom>
        </p:spPr>
        <p:txBody>
          <a:bodyPr/>
          <a:lstStyle/>
          <a:p>
            <a:pPr defTabSz="914400"/>
            <a:fld id="{357CE476-A3A9-47EC-ACB1-2D0024860F8E}" type="datetime4">
              <a:rPr lang="en-US" smtClean="0">
                <a:solidFill>
                  <a:srgbClr val="212E35"/>
                </a:solidFill>
              </a:rPr>
              <a:pPr defTabSz="914400"/>
              <a:t>December 10, 2018</a:t>
            </a:fld>
            <a:endParaRPr>
              <a:solidFill>
                <a:srgbClr val="212E35"/>
              </a:solidFill>
            </a:endParaRPr>
          </a:p>
        </p:txBody>
      </p:sp>
      <p:sp>
        <p:nvSpPr>
          <p:cNvPr id="5" name="Footer Placeholder 4"/>
          <p:cNvSpPr>
            <a:spLocks noGrp="1"/>
          </p:cNvSpPr>
          <p:nvPr>
            <p:ph type="ftr" sz="quarter" idx="11"/>
          </p:nvPr>
        </p:nvSpPr>
        <p:spPr>
          <a:xfrm>
            <a:off x="6934200" y="6426104"/>
            <a:ext cx="4025198" cy="210312"/>
          </a:xfrm>
          <a:prstGeom prst="rect">
            <a:avLst/>
          </a:prstGeom>
        </p:spPr>
        <p:txBody>
          <a:bodyPr/>
          <a:lstStyle/>
          <a:p>
            <a:pPr defTabSz="914400"/>
            <a:r>
              <a:rPr lang="en-US" smtClean="0">
                <a:solidFill>
                  <a:srgbClr val="212E35"/>
                </a:solidFill>
              </a:rPr>
              <a:t>Private | Confidential | Internal Use Only </a:t>
            </a:r>
            <a:endParaRPr>
              <a:solidFill>
                <a:srgbClr val="212E35"/>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prstClr val="white">
                    <a:lumMod val="75000"/>
                  </a:prstClr>
                </a:solidFill>
              </a:rPr>
              <a:pPr/>
              <a:t>‹#›</a:t>
            </a:fld>
            <a:endParaRPr>
              <a:solidFill>
                <a:prstClr val="white">
                  <a:lumMod val="75000"/>
                </a:prstClr>
              </a:solidFill>
            </a:endParaRPr>
          </a:p>
        </p:txBody>
      </p:sp>
    </p:spTree>
    <p:extLst>
      <p:ext uri="{BB962C8B-B14F-4D97-AF65-F5344CB8AC3E}">
        <p14:creationId xmlns:p14="http://schemas.microsoft.com/office/powerpoint/2010/main" val="238422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dirty="0"/>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4"/>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14" name="Group 13"/>
          <p:cNvGrpSpPr/>
          <p:nvPr userDrawn="1"/>
        </p:nvGrpSpPr>
        <p:grpSpPr>
          <a:xfrm>
            <a:off x="603248" y="456997"/>
            <a:ext cx="2968627" cy="1235279"/>
            <a:chOff x="3572940" y="1146175"/>
            <a:chExt cx="4941311" cy="2138865"/>
          </a:xfrm>
        </p:grpSpPr>
        <p:sp>
          <p:nvSpPr>
            <p:cNvPr id="15" name="Freeform 5"/>
            <p:cNvSpPr>
              <a:spLocks noEditPoints="1"/>
            </p:cNvSpPr>
            <p:nvPr/>
          </p:nvSpPr>
          <p:spPr bwMode="auto">
            <a:xfrm>
              <a:off x="3578227" y="1146175"/>
              <a:ext cx="1680576" cy="50225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sp>
          <p:nvSpPr>
            <p:cNvPr id="16" name="Freeform 6"/>
            <p:cNvSpPr>
              <a:spLocks noEditPoints="1"/>
            </p:cNvSpPr>
            <p:nvPr/>
          </p:nvSpPr>
          <p:spPr bwMode="auto">
            <a:xfrm>
              <a:off x="3572940" y="1973999"/>
              <a:ext cx="4941311" cy="131104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sysClr val="windowText" lastClr="000000"/>
                </a:solidFill>
              </a:endParaRPr>
            </a:p>
          </p:txBody>
        </p:sp>
      </p:grpSp>
    </p:spTree>
    <p:extLst>
      <p:ext uri="{BB962C8B-B14F-4D97-AF65-F5344CB8AC3E}">
        <p14:creationId xmlns:p14="http://schemas.microsoft.com/office/powerpoint/2010/main" val="133874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dirty="0"/>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10" name="Group 9"/>
          <p:cNvGrpSpPr/>
          <p:nvPr userDrawn="1"/>
        </p:nvGrpSpPr>
        <p:grpSpPr>
          <a:xfrm>
            <a:off x="603248" y="456997"/>
            <a:ext cx="2968627" cy="1235279"/>
            <a:chOff x="3572940" y="1146175"/>
            <a:chExt cx="4941311" cy="2138865"/>
          </a:xfrm>
        </p:grpSpPr>
        <p:sp>
          <p:nvSpPr>
            <p:cNvPr id="11" name="Freeform 5"/>
            <p:cNvSpPr>
              <a:spLocks noEditPoints="1"/>
            </p:cNvSpPr>
            <p:nvPr/>
          </p:nvSpPr>
          <p:spPr bwMode="auto">
            <a:xfrm>
              <a:off x="3578227" y="1146175"/>
              <a:ext cx="1680576" cy="50225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white"/>
                </a:solidFill>
              </a:endParaRPr>
            </a:p>
          </p:txBody>
        </p:sp>
        <p:sp>
          <p:nvSpPr>
            <p:cNvPr id="13" name="Freeform 6"/>
            <p:cNvSpPr>
              <a:spLocks noEditPoints="1"/>
            </p:cNvSpPr>
            <p:nvPr/>
          </p:nvSpPr>
          <p:spPr bwMode="auto">
            <a:xfrm>
              <a:off x="3572940" y="1973999"/>
              <a:ext cx="4941311" cy="131104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sysClr val="windowText" lastClr="000000"/>
                </a:solidFill>
              </a:endParaRPr>
            </a:p>
          </p:txBody>
        </p:sp>
      </p:grpSp>
    </p:spTree>
    <p:extLst>
      <p:ext uri="{BB962C8B-B14F-4D97-AF65-F5344CB8AC3E}">
        <p14:creationId xmlns:p14="http://schemas.microsoft.com/office/powerpoint/2010/main" val="6741916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dirty="0"/>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4"/>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166224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lang="en-US" smtClean="0"/>
              <a:t>Click to edit Master title style</a:t>
            </a:r>
            <a:endParaRPr dirty="0"/>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E06036-B233-499E-9BEE-F74B970C5025}"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23182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6.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rgbClr val="42556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lang="en-US" smtClean="0"/>
              <a:t>Click to edit Master title style</a:t>
            </a:r>
            <a:endParaRPr dirty="0"/>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482EA9-3B56-4A33-B12A-B2128B67CF47}"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225482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dirty="0"/>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285681EE-939E-420C-96CC-BBD4E0789F6E}"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1A98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5" name="Group 14"/>
          <p:cNvGrpSpPr/>
          <p:nvPr userDrawn="1"/>
        </p:nvGrpSpPr>
        <p:grpSpPr>
          <a:xfrm>
            <a:off x="610272" y="6248400"/>
            <a:ext cx="969471" cy="403225"/>
            <a:chOff x="610272" y="6248401"/>
            <a:chExt cx="969471" cy="403225"/>
          </a:xfrm>
        </p:grpSpPr>
        <p:sp>
          <p:nvSpPr>
            <p:cNvPr id="16" name="Freeform 5"/>
            <p:cNvSpPr>
              <a:spLocks noEditPoints="1"/>
            </p:cNvSpPr>
            <p:nvPr/>
          </p:nvSpPr>
          <p:spPr bwMode="auto">
            <a:xfrm>
              <a:off x="610272" y="6248401"/>
              <a:ext cx="332015" cy="92199"/>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sp>
          <p:nvSpPr>
            <p:cNvPr id="17" name="Freeform 6"/>
            <p:cNvSpPr>
              <a:spLocks noEditPoints="1"/>
            </p:cNvSpPr>
            <p:nvPr/>
          </p:nvSpPr>
          <p:spPr bwMode="auto">
            <a:xfrm>
              <a:off x="610272" y="6403675"/>
              <a:ext cx="969471" cy="24795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grpSp>
    </p:spTree>
    <p:extLst>
      <p:ext uri="{BB962C8B-B14F-4D97-AF65-F5344CB8AC3E}">
        <p14:creationId xmlns:p14="http://schemas.microsoft.com/office/powerpoint/2010/main" val="2744647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BBED21DF-B372-4715-A947-87638DB6C7DB}"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3" name="Group 12"/>
          <p:cNvGrpSpPr/>
          <p:nvPr userDrawn="1"/>
        </p:nvGrpSpPr>
        <p:grpSpPr>
          <a:xfrm>
            <a:off x="610272" y="6248400"/>
            <a:ext cx="969471" cy="403225"/>
            <a:chOff x="610272" y="6248401"/>
            <a:chExt cx="969471" cy="403225"/>
          </a:xfrm>
        </p:grpSpPr>
        <p:sp>
          <p:nvSpPr>
            <p:cNvPr id="14" name="Freeform 5"/>
            <p:cNvSpPr>
              <a:spLocks noEditPoints="1"/>
            </p:cNvSpPr>
            <p:nvPr/>
          </p:nvSpPr>
          <p:spPr bwMode="auto">
            <a:xfrm>
              <a:off x="610272" y="6248401"/>
              <a:ext cx="332015" cy="92199"/>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sp>
          <p:nvSpPr>
            <p:cNvPr id="15" name="Freeform 6"/>
            <p:cNvSpPr>
              <a:spLocks noEditPoints="1"/>
            </p:cNvSpPr>
            <p:nvPr/>
          </p:nvSpPr>
          <p:spPr bwMode="auto">
            <a:xfrm>
              <a:off x="610272" y="6403675"/>
              <a:ext cx="969471" cy="24795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grpSp>
    </p:spTree>
    <p:extLst>
      <p:ext uri="{BB962C8B-B14F-4D97-AF65-F5344CB8AC3E}">
        <p14:creationId xmlns:p14="http://schemas.microsoft.com/office/powerpoint/2010/main" val="2330839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Pr>
        <a:solidFill>
          <a:srgbClr val="4255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8D0524BA-C79E-44DB-BAC5-44EED042838E}"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3" name="Group 12"/>
          <p:cNvGrpSpPr/>
          <p:nvPr userDrawn="1"/>
        </p:nvGrpSpPr>
        <p:grpSpPr>
          <a:xfrm>
            <a:off x="610272" y="6248400"/>
            <a:ext cx="969471" cy="403225"/>
            <a:chOff x="610272" y="6248401"/>
            <a:chExt cx="969471" cy="403225"/>
          </a:xfrm>
        </p:grpSpPr>
        <p:sp>
          <p:nvSpPr>
            <p:cNvPr id="14" name="Freeform 5"/>
            <p:cNvSpPr>
              <a:spLocks noEditPoints="1"/>
            </p:cNvSpPr>
            <p:nvPr/>
          </p:nvSpPr>
          <p:spPr bwMode="auto">
            <a:xfrm>
              <a:off x="610272" y="6248401"/>
              <a:ext cx="332015" cy="92199"/>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sp>
          <p:nvSpPr>
            <p:cNvPr id="15" name="Freeform 6"/>
            <p:cNvSpPr>
              <a:spLocks noEditPoints="1"/>
            </p:cNvSpPr>
            <p:nvPr/>
          </p:nvSpPr>
          <p:spPr bwMode="auto">
            <a:xfrm>
              <a:off x="610272" y="6403675"/>
              <a:ext cx="969471" cy="24795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grpSp>
    </p:spTree>
    <p:extLst>
      <p:ext uri="{BB962C8B-B14F-4D97-AF65-F5344CB8AC3E}">
        <p14:creationId xmlns:p14="http://schemas.microsoft.com/office/powerpoint/2010/main" val="26679737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Pr>
        <a:solidFill>
          <a:srgbClr val="4255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1F3DF7D-C96A-4F63-BBD4-20D694625DCA}"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3" name="Group 12"/>
          <p:cNvGrpSpPr/>
          <p:nvPr userDrawn="1"/>
        </p:nvGrpSpPr>
        <p:grpSpPr>
          <a:xfrm>
            <a:off x="610272" y="6248400"/>
            <a:ext cx="969471" cy="403225"/>
            <a:chOff x="610272" y="6248401"/>
            <a:chExt cx="969471" cy="403225"/>
          </a:xfrm>
        </p:grpSpPr>
        <p:sp>
          <p:nvSpPr>
            <p:cNvPr id="14" name="Freeform 5"/>
            <p:cNvSpPr>
              <a:spLocks noEditPoints="1"/>
            </p:cNvSpPr>
            <p:nvPr/>
          </p:nvSpPr>
          <p:spPr bwMode="auto">
            <a:xfrm>
              <a:off x="610272" y="6248401"/>
              <a:ext cx="332015" cy="92199"/>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sp>
          <p:nvSpPr>
            <p:cNvPr id="15" name="Freeform 6"/>
            <p:cNvSpPr>
              <a:spLocks noEditPoints="1"/>
            </p:cNvSpPr>
            <p:nvPr/>
          </p:nvSpPr>
          <p:spPr bwMode="auto">
            <a:xfrm>
              <a:off x="610272" y="6403675"/>
              <a:ext cx="969471" cy="24795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grpSp>
    </p:spTree>
    <p:extLst>
      <p:ext uri="{BB962C8B-B14F-4D97-AF65-F5344CB8AC3E}">
        <p14:creationId xmlns:p14="http://schemas.microsoft.com/office/powerpoint/2010/main" val="22344734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29184" indent="-329184">
              <a:lnSpc>
                <a:spcPct val="80000"/>
              </a:lnSpc>
              <a:defRPr sz="6000"/>
            </a:lvl1pPr>
          </a:lstStyle>
          <a:p>
            <a:r>
              <a:rPr dirty="0"/>
              <a:t>“Click to add quote here. Type quotation marks before and after text.”</a:t>
            </a:r>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add quoted person’s name, title, company</a:t>
            </a:r>
          </a:p>
        </p:txBody>
      </p:sp>
      <p:sp>
        <p:nvSpPr>
          <p:cNvPr id="3" name="Date Placeholder 2"/>
          <p:cNvSpPr>
            <a:spLocks noGrp="1"/>
          </p:cNvSpPr>
          <p:nvPr>
            <p:ph type="dt" sz="half" idx="10"/>
          </p:nvPr>
        </p:nvSpPr>
        <p:spPr/>
        <p:txBody>
          <a:bodyPr/>
          <a:lstStyle/>
          <a:p>
            <a:fld id="{1D980C28-7D34-4539-8BD9-384792B5196D}"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grpSp>
        <p:nvGrpSpPr>
          <p:cNvPr id="10" name="Group 9"/>
          <p:cNvGrpSpPr/>
          <p:nvPr userDrawn="1"/>
        </p:nvGrpSpPr>
        <p:grpSpPr>
          <a:xfrm>
            <a:off x="610272" y="6248400"/>
            <a:ext cx="969471" cy="403225"/>
            <a:chOff x="610272" y="6248401"/>
            <a:chExt cx="969471" cy="403225"/>
          </a:xfrm>
        </p:grpSpPr>
        <p:sp>
          <p:nvSpPr>
            <p:cNvPr id="11" name="Freeform 5"/>
            <p:cNvSpPr>
              <a:spLocks noEditPoints="1"/>
            </p:cNvSpPr>
            <p:nvPr/>
          </p:nvSpPr>
          <p:spPr bwMode="auto">
            <a:xfrm>
              <a:off x="610272" y="6248401"/>
              <a:ext cx="332015" cy="92199"/>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sp>
          <p:nvSpPr>
            <p:cNvPr id="12" name="Freeform 6"/>
            <p:cNvSpPr>
              <a:spLocks noEditPoints="1"/>
            </p:cNvSpPr>
            <p:nvPr/>
          </p:nvSpPr>
          <p:spPr bwMode="auto">
            <a:xfrm>
              <a:off x="610272" y="6403675"/>
              <a:ext cx="969471" cy="24795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grpSp>
    </p:spTree>
    <p:extLst>
      <p:ext uri="{BB962C8B-B14F-4D97-AF65-F5344CB8AC3E}">
        <p14:creationId xmlns:p14="http://schemas.microsoft.com/office/powerpoint/2010/main" val="594736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p:cSld name="Slate Quote">
    <p:bg>
      <p:bgPr>
        <a:solidFill>
          <a:srgbClr val="42556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29184" indent="-384048">
              <a:lnSpc>
                <a:spcPct val="80000"/>
              </a:lnSpc>
              <a:defRPr sz="6000"/>
            </a:lvl1pPr>
          </a:lstStyle>
          <a:p>
            <a:r>
              <a:rPr dirty="0"/>
              <a:t>“Click to add quote here. Type quotation marks before and after text.”</a:t>
            </a:r>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add quoted person’s name, title, company</a:t>
            </a:r>
          </a:p>
        </p:txBody>
      </p:sp>
      <p:sp>
        <p:nvSpPr>
          <p:cNvPr id="3" name="Date Placeholder 2"/>
          <p:cNvSpPr>
            <a:spLocks noGrp="1"/>
          </p:cNvSpPr>
          <p:nvPr>
            <p:ph type="dt" sz="half" idx="10"/>
          </p:nvPr>
        </p:nvSpPr>
        <p:spPr/>
        <p:txBody>
          <a:bodyPr/>
          <a:lstStyle/>
          <a:p>
            <a:fld id="{50C080A3-67D3-4334-BBBD-2586A0E23186}"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grpSp>
        <p:nvGrpSpPr>
          <p:cNvPr id="10" name="Group 9"/>
          <p:cNvGrpSpPr/>
          <p:nvPr userDrawn="1"/>
        </p:nvGrpSpPr>
        <p:grpSpPr>
          <a:xfrm>
            <a:off x="610272" y="6248400"/>
            <a:ext cx="969471" cy="403225"/>
            <a:chOff x="610272" y="6248401"/>
            <a:chExt cx="969471" cy="403225"/>
          </a:xfrm>
        </p:grpSpPr>
        <p:sp>
          <p:nvSpPr>
            <p:cNvPr id="11" name="Freeform 5"/>
            <p:cNvSpPr>
              <a:spLocks noEditPoints="1"/>
            </p:cNvSpPr>
            <p:nvPr/>
          </p:nvSpPr>
          <p:spPr bwMode="auto">
            <a:xfrm>
              <a:off x="610272" y="6248401"/>
              <a:ext cx="332015" cy="92199"/>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sp>
          <p:nvSpPr>
            <p:cNvPr id="12" name="Freeform 6"/>
            <p:cNvSpPr>
              <a:spLocks noEditPoints="1"/>
            </p:cNvSpPr>
            <p:nvPr/>
          </p:nvSpPr>
          <p:spPr bwMode="auto">
            <a:xfrm>
              <a:off x="610272" y="6403675"/>
              <a:ext cx="969471" cy="24795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grpSp>
    </p:spTree>
    <p:extLst>
      <p:ext uri="{BB962C8B-B14F-4D97-AF65-F5344CB8AC3E}">
        <p14:creationId xmlns:p14="http://schemas.microsoft.com/office/powerpoint/2010/main" val="25876443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2" name="Date Placeholder 1"/>
          <p:cNvSpPr>
            <a:spLocks noGrp="1"/>
          </p:cNvSpPr>
          <p:nvPr>
            <p:ph type="dt" sz="half" idx="10"/>
          </p:nvPr>
        </p:nvSpPr>
        <p:spPr/>
        <p:txBody>
          <a:bodyPr/>
          <a:lstStyle/>
          <a:p>
            <a:fld id="{80CAAD1B-173D-4E62-B833-0AF2E678DB5B}"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64062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357CE476-A3A9-47EC-ACB1-2D0024860F8E}"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058759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atin typeface="+mj-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dirty="0"/>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E82B2E7-D875-4E89-BEB0-DF13336BC9CE}"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1669819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3926EDFA-6C48-4F15-B65F-ABE41D14A4C8}"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88410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Date Placeholder 2"/>
          <p:cNvSpPr>
            <a:spLocks noGrp="1"/>
          </p:cNvSpPr>
          <p:nvPr>
            <p:ph type="dt" sz="half" idx="10"/>
          </p:nvPr>
        </p:nvSpPr>
        <p:spPr/>
        <p:txBody>
          <a:bodyPr/>
          <a:lstStyle/>
          <a:p>
            <a:fld id="{24C3AE83-4A36-4E0D-BF8F-4D5F09C9996E}"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1360845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966151-5C95-458F-9D01-ADBA6339298B}" type="datetime4">
              <a:rPr lang="en-US" smtClean="0">
                <a:solidFill>
                  <a:prstClr val="black"/>
                </a:solidFill>
              </a:rPr>
              <a:pPr/>
              <a:t>December 10, 2018</a:t>
            </a:fld>
            <a:endParaRPr>
              <a:solidFill>
                <a:prstClr val="black"/>
              </a:solidFill>
            </a:endParaRPr>
          </a:p>
        </p:txBody>
      </p:sp>
      <p:sp>
        <p:nvSpPr>
          <p:cNvPr id="3" name="Footer Placeholder 2"/>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652707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00C57C41-464A-475D-A0CC-FA046720D321}"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1451201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86CBB321-0014-4731-89E6-1BC031F3EE89}"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061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B83A9101-7F81-4BC0-9C6D-05CA017BFC04}"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2539345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FF52CA6-9065-4530-9FEE-3074B09FF7FD}"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2381548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C65DE5AF-321A-457F-A608-80FBE08733D7}"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2189897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6BE40BD-D00A-4117-B47F-4C35630AD5BC}"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8955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bwMode="ltGray">
          <a:xfrm>
            <a:off x="8610600" y="1524000"/>
            <a:ext cx="2968784" cy="4572000"/>
          </a:xfrm>
          <a:solidFill>
            <a:schemeClr val="accent5"/>
          </a:solidFill>
        </p:spPr>
        <p:txBody>
          <a:bodyPr lIns="91440" tIns="91440" rIns="91440" bIns="9144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493285-0125-4EAD-BF76-1005CE54CAE9}"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813026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05C3B2ED-7A0E-4C69-896C-C3138BD2C963}"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1951497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7467601" y="1524000"/>
            <a:ext cx="4111784" cy="4572000"/>
          </a:xfrm>
          <a:solidFill>
            <a:srgbClr val="425563"/>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E8AE39-AB37-455B-B24A-AEB729461A5B}"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111981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lang="en-US" smtClean="0"/>
              <a:t>Click to edit Master title style</a:t>
            </a:r>
            <a:endParaRP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472CE275-2ADB-4956-8B2A-9A6F2A8C468F}"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2439083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953000"/>
            <a:ext cx="5312664" cy="1143000"/>
          </a:xfrm>
          <a:solidFill>
            <a:schemeClr val="accent4"/>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6266720" y="4953000"/>
            <a:ext cx="5312664" cy="1143000"/>
          </a:xfrm>
          <a:solidFill>
            <a:schemeClr val="accent4"/>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7E6DE7-F10B-46C5-AF7F-96F588A12604}"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472388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267200"/>
            <a:ext cx="3429000" cy="1828800"/>
          </a:xfrm>
          <a:solidFill>
            <a:srgbClr val="425563"/>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4381500" y="4267200"/>
            <a:ext cx="3429000" cy="1828800"/>
          </a:xfrm>
          <a:solidFill>
            <a:srgbClr val="425563"/>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11" name="Text Placeholder 3"/>
          <p:cNvSpPr>
            <a:spLocks noGrp="1"/>
          </p:cNvSpPr>
          <p:nvPr>
            <p:ph type="body" sz="half" idx="16"/>
          </p:nvPr>
        </p:nvSpPr>
        <p:spPr bwMode="ltGray">
          <a:xfrm>
            <a:off x="8150384" y="4267200"/>
            <a:ext cx="3429000" cy="1828800"/>
          </a:xfrm>
          <a:solidFill>
            <a:srgbClr val="425563"/>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506769-C66B-42D7-90FF-D002BAB248E2}"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815882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9" name="Date Placeholder 8"/>
          <p:cNvSpPr>
            <a:spLocks noGrp="1"/>
          </p:cNvSpPr>
          <p:nvPr>
            <p:ph type="dt" sz="half" idx="15"/>
          </p:nvPr>
        </p:nvSpPr>
        <p:spPr/>
        <p:txBody>
          <a:bodyPr/>
          <a:lstStyle/>
          <a:p>
            <a:fld id="{BF3D13FF-AA40-4ED9-80A3-1305E183FC0D}" type="datetime4">
              <a:rPr lang="en-US" smtClean="0">
                <a:solidFill>
                  <a:prstClr val="black"/>
                </a:solidFill>
              </a:rPr>
              <a:pPr/>
              <a:t>December 10, 2018</a:t>
            </a:fld>
            <a:endParaRPr>
              <a:solidFill>
                <a:prstClr val="black"/>
              </a:solidFill>
            </a:endParaRPr>
          </a:p>
        </p:txBody>
      </p:sp>
      <p:sp>
        <p:nvSpPr>
          <p:cNvPr id="12" name="Footer Placeholder 11"/>
          <p:cNvSpPr>
            <a:spLocks noGrp="1"/>
          </p:cNvSpPr>
          <p:nvPr>
            <p:ph type="ftr" sz="quarter" idx="16"/>
          </p:nvPr>
        </p:nvSpPr>
        <p:spPr/>
        <p:txBody>
          <a:bodyPr/>
          <a:lstStyle/>
          <a:p>
            <a:r>
              <a:rPr lang="en-US" smtClean="0">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5F7A76"/>
                </a:solidFill>
              </a:rPr>
              <a:pPr/>
              <a:t>‹#›</a:t>
            </a:fld>
            <a:endParaRPr>
              <a:solidFill>
                <a:srgbClr val="5F7A76"/>
              </a:solidFill>
            </a:endParaRPr>
          </a:p>
        </p:txBody>
      </p:sp>
      <p:grpSp>
        <p:nvGrpSpPr>
          <p:cNvPr id="16" name="Group 15"/>
          <p:cNvGrpSpPr/>
          <p:nvPr userDrawn="1"/>
        </p:nvGrpSpPr>
        <p:grpSpPr>
          <a:xfrm>
            <a:off x="603248" y="456997"/>
            <a:ext cx="2968627" cy="1235279"/>
            <a:chOff x="3572940" y="1146175"/>
            <a:chExt cx="4941311" cy="2138865"/>
          </a:xfrm>
        </p:grpSpPr>
        <p:sp>
          <p:nvSpPr>
            <p:cNvPr id="17" name="Freeform 5"/>
            <p:cNvSpPr>
              <a:spLocks noEditPoints="1"/>
            </p:cNvSpPr>
            <p:nvPr/>
          </p:nvSpPr>
          <p:spPr bwMode="auto">
            <a:xfrm>
              <a:off x="3578227" y="1146175"/>
              <a:ext cx="1680576" cy="50225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sp>
          <p:nvSpPr>
            <p:cNvPr id="18" name="Freeform 6"/>
            <p:cNvSpPr>
              <a:spLocks noEditPoints="1"/>
            </p:cNvSpPr>
            <p:nvPr/>
          </p:nvSpPr>
          <p:spPr bwMode="auto">
            <a:xfrm>
              <a:off x="3572940" y="1973999"/>
              <a:ext cx="4941311" cy="131104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sysClr val="windowText" lastClr="000000"/>
                </a:solidFill>
              </a:endParaRPr>
            </a:p>
          </p:txBody>
        </p:sp>
      </p:grpSp>
    </p:spTree>
    <p:extLst>
      <p:ext uri="{BB962C8B-B14F-4D97-AF65-F5344CB8AC3E}">
        <p14:creationId xmlns:p14="http://schemas.microsoft.com/office/powerpoint/2010/main" val="3794243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dirty="0"/>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grpSp>
        <p:nvGrpSpPr>
          <p:cNvPr id="10" name="Group 9"/>
          <p:cNvGrpSpPr/>
          <p:nvPr userDrawn="1"/>
        </p:nvGrpSpPr>
        <p:grpSpPr>
          <a:xfrm>
            <a:off x="603248" y="456997"/>
            <a:ext cx="2968627" cy="1235279"/>
            <a:chOff x="3572940" y="1146175"/>
            <a:chExt cx="4941311" cy="2138865"/>
          </a:xfrm>
        </p:grpSpPr>
        <p:sp>
          <p:nvSpPr>
            <p:cNvPr id="11" name="Freeform 5"/>
            <p:cNvSpPr>
              <a:spLocks noEditPoints="1"/>
            </p:cNvSpPr>
            <p:nvPr/>
          </p:nvSpPr>
          <p:spPr bwMode="auto">
            <a:xfrm>
              <a:off x="3578227" y="1146175"/>
              <a:ext cx="1680576" cy="50225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sp>
          <p:nvSpPr>
            <p:cNvPr id="12" name="Freeform 6"/>
            <p:cNvSpPr>
              <a:spLocks noEditPoints="1"/>
            </p:cNvSpPr>
            <p:nvPr/>
          </p:nvSpPr>
          <p:spPr bwMode="auto">
            <a:xfrm>
              <a:off x="3572940" y="1973999"/>
              <a:ext cx="4941311" cy="131104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sysClr val="windowText" lastClr="000000"/>
                </a:solidFill>
              </a:endParaRPr>
            </a:p>
          </p:txBody>
        </p:sp>
      </p:grpSp>
    </p:spTree>
    <p:extLst>
      <p:ext uri="{BB962C8B-B14F-4D97-AF65-F5344CB8AC3E}">
        <p14:creationId xmlns:p14="http://schemas.microsoft.com/office/powerpoint/2010/main" val="8847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D1F29FE-D144-43A1-B829-1A3F0513DD4B}"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195341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lang="en-US" smtClean="0"/>
              <a:t>Click to edit Master title style</a:t>
            </a:r>
            <a:endParaRP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3C01402A-B2C1-42E8-9A70-4E8CD46CA06D}"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9407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38912" y="1001854"/>
            <a:ext cx="10822941" cy="369332"/>
          </a:xfrm>
          <a:prstGeom prst="rect">
            <a:avLst/>
          </a:prstGeom>
        </p:spPr>
        <p:txBody>
          <a:bodyPr wrap="square" anchor="t">
            <a:noAutofit/>
          </a:bodyPr>
          <a:lstStyle>
            <a:lvl1pPr marL="0" indent="0" algn="l">
              <a:lnSpc>
                <a:spcPct val="100000"/>
              </a:lnSpc>
              <a:buNone/>
              <a:defRPr sz="2400" b="0" i="0">
                <a:solidFill>
                  <a:srgbClr val="000000"/>
                </a:solidFill>
                <a:latin typeface="HP Simplified" pitchFamily="34" charset="0"/>
                <a:cs typeface="HP Simplified"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38912" y="313419"/>
            <a:ext cx="10822941"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912" y="1584962"/>
            <a:ext cx="10826496"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69583144"/>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hf hdr="0" ftr="0" dt="0"/>
</p:sldLayout>
</file>

<file path=ppt/slideLayouts/slideLayout296.xml><?xml version="1.0" encoding="utf-8"?>
<p:sldLayout xmlns:a="http://schemas.openxmlformats.org/drawingml/2006/main" xmlns:r="http://schemas.openxmlformats.org/officeDocument/2006/relationships" xmlns:p="http://schemas.openxmlformats.org/presentationml/2006/main" userDrawn="1">
  <p:cSld name="1_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6091770" y="1584001"/>
            <a:ext cx="5171017" cy="4296588"/>
          </a:xfrm>
        </p:spPr>
        <p:txBody>
          <a:bodyPr anchor="ctr"/>
          <a:lstStyle>
            <a:lvl1pPr algn="ctr">
              <a:defRPr b="0">
                <a:solidFill>
                  <a:schemeClr val="tx1"/>
                </a:solidFill>
              </a:defRPr>
            </a:lvl1pPr>
          </a:lstStyle>
          <a:p>
            <a:endParaRPr lang="en-US" dirty="0"/>
          </a:p>
        </p:txBody>
      </p:sp>
      <p:sp>
        <p:nvSpPr>
          <p:cNvPr id="7" name="Title 6"/>
          <p:cNvSpPr>
            <a:spLocks noGrp="1"/>
          </p:cNvSpPr>
          <p:nvPr>
            <p:ph type="title" hasCustomPrompt="1"/>
          </p:nvPr>
        </p:nvSpPr>
        <p:spPr bwMode="black">
          <a:xfrm>
            <a:off x="612648" y="521208"/>
            <a:ext cx="11277600" cy="573024"/>
          </a:xfrm>
        </p:spPr>
        <p:txBody>
          <a:bodyPr/>
          <a:lstStyle>
            <a:lvl1pPr>
              <a:defRPr b="1" i="0">
                <a:solidFill>
                  <a:srgbClr val="000000"/>
                </a:solidFill>
                <a:latin typeface="+mj-lt"/>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612648" y="1527048"/>
            <a:ext cx="5303520" cy="4645152"/>
          </a:xfrm>
        </p:spPr>
        <p:txBody>
          <a:bodyPr/>
          <a:lstStyle>
            <a:lvl1pPr>
              <a:spcAft>
                <a:spcPts val="0"/>
              </a:spcAft>
              <a:defRPr sz="1600" b="1"/>
            </a:lvl1pPr>
            <a:lvl2pPr>
              <a:spcAft>
                <a:spcPts val="0"/>
              </a:spcAft>
              <a:defRPr sz="1300">
                <a:solidFill>
                  <a:srgbClr val="000000"/>
                </a:solidFill>
              </a:defRPr>
            </a:lvl2pPr>
            <a:lvl3pPr>
              <a:spcAft>
                <a:spcPts val="0"/>
              </a:spcAft>
              <a:defRPr sz="1300">
                <a:solidFill>
                  <a:srgbClr val="000000"/>
                </a:solidFill>
              </a:defRPr>
            </a:lvl3pPr>
            <a:lvl4pPr>
              <a:spcAft>
                <a:spcPts val="0"/>
              </a:spcAft>
              <a:defRPr sz="1300">
                <a:solidFill>
                  <a:srgbClr val="000000"/>
                </a:solidFill>
              </a:defRPr>
            </a:lvl4pPr>
            <a:lvl5pPr>
              <a:spcAft>
                <a:spcPts val="0"/>
              </a:spcAft>
              <a:defRPr sz="1300">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ubtitle 2"/>
          <p:cNvSpPr>
            <a:spLocks noGrp="1"/>
          </p:cNvSpPr>
          <p:nvPr>
            <p:ph type="subTitle" idx="1" hasCustomPrompt="1"/>
          </p:nvPr>
        </p:nvSpPr>
        <p:spPr bwMode="black">
          <a:xfrm>
            <a:off x="612648" y="932688"/>
            <a:ext cx="11280140" cy="369332"/>
          </a:xfrm>
          <a:prstGeom prst="rect">
            <a:avLst/>
          </a:prstGeom>
        </p:spPr>
        <p:txBody>
          <a:bodyPr wrap="square" anchor="t">
            <a:noAutofit/>
          </a:bodyPr>
          <a:lstStyle>
            <a:lvl1pPr marL="0" indent="0" algn="l">
              <a:lnSpc>
                <a:spcPct val="100000"/>
              </a:lnSpc>
              <a:buNone/>
              <a:defRPr sz="2400" b="0" i="0">
                <a:solidFill>
                  <a:srgbClr val="000000"/>
                </a:solidFill>
                <a:latin typeface="+mn-lt"/>
                <a:cs typeface="HP Simplified"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6597525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slideLayout" Target="../slideLayouts/slideLayout81.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slideLayout" Target="../slideLayouts/slideLayout112.xml"/><Relationship Id="rId3" Type="http://schemas.openxmlformats.org/officeDocument/2006/relationships/slideLayout" Target="../slideLayouts/slideLayout89.xml"/><Relationship Id="rId21" Type="http://schemas.openxmlformats.org/officeDocument/2006/relationships/slideLayout" Target="../slideLayouts/slideLayout107.xml"/><Relationship Id="rId34" Type="http://schemas.openxmlformats.org/officeDocument/2006/relationships/slideLayout" Target="../slideLayouts/slideLayout120.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slideLayout" Target="../slideLayouts/slideLayout119.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0" Type="http://schemas.openxmlformats.org/officeDocument/2006/relationships/slideLayout" Target="../slideLayouts/slideLayout106.xml"/><Relationship Id="rId29" Type="http://schemas.openxmlformats.org/officeDocument/2006/relationships/slideLayout" Target="../slideLayouts/slideLayout115.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slideLayout" Target="../slideLayouts/slideLayout118.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10" Type="http://schemas.openxmlformats.org/officeDocument/2006/relationships/slideLayout" Target="../slideLayouts/slideLayout96.xml"/><Relationship Id="rId19" Type="http://schemas.openxmlformats.org/officeDocument/2006/relationships/slideLayout" Target="../slideLayouts/slideLayout105.xml"/><Relationship Id="rId31" Type="http://schemas.openxmlformats.org/officeDocument/2006/relationships/slideLayout" Target="../slideLayouts/slideLayout117.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slideLayout" Target="../slideLayouts/slideLayout116.xml"/><Relationship Id="rId3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slideLayout" Target="../slideLayouts/slideLayout133.xml"/><Relationship Id="rId18" Type="http://schemas.openxmlformats.org/officeDocument/2006/relationships/slideLayout" Target="../slideLayouts/slideLayout138.xml"/><Relationship Id="rId26" Type="http://schemas.openxmlformats.org/officeDocument/2006/relationships/slideLayout" Target="../slideLayouts/slideLayout146.xml"/><Relationship Id="rId3" Type="http://schemas.openxmlformats.org/officeDocument/2006/relationships/slideLayout" Target="../slideLayouts/slideLayout123.xml"/><Relationship Id="rId21" Type="http://schemas.openxmlformats.org/officeDocument/2006/relationships/slideLayout" Target="../slideLayouts/slideLayout141.xml"/><Relationship Id="rId34" Type="http://schemas.openxmlformats.org/officeDocument/2006/relationships/slideLayout" Target="../slideLayouts/slideLayout154.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17" Type="http://schemas.openxmlformats.org/officeDocument/2006/relationships/slideLayout" Target="../slideLayouts/slideLayout137.xml"/><Relationship Id="rId25" Type="http://schemas.openxmlformats.org/officeDocument/2006/relationships/slideLayout" Target="../slideLayouts/slideLayout145.xml"/><Relationship Id="rId33" Type="http://schemas.openxmlformats.org/officeDocument/2006/relationships/slideLayout" Target="../slideLayouts/slideLayout153.xml"/><Relationship Id="rId2" Type="http://schemas.openxmlformats.org/officeDocument/2006/relationships/slideLayout" Target="../slideLayouts/slideLayout122.xml"/><Relationship Id="rId16" Type="http://schemas.openxmlformats.org/officeDocument/2006/relationships/slideLayout" Target="../slideLayouts/slideLayout136.xml"/><Relationship Id="rId20" Type="http://schemas.openxmlformats.org/officeDocument/2006/relationships/slideLayout" Target="../slideLayouts/slideLayout140.xml"/><Relationship Id="rId29" Type="http://schemas.openxmlformats.org/officeDocument/2006/relationships/slideLayout" Target="../slideLayouts/slideLayout149.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24" Type="http://schemas.openxmlformats.org/officeDocument/2006/relationships/slideLayout" Target="../slideLayouts/slideLayout144.xml"/><Relationship Id="rId32" Type="http://schemas.openxmlformats.org/officeDocument/2006/relationships/slideLayout" Target="../slideLayouts/slideLayout152.xml"/><Relationship Id="rId5" Type="http://schemas.openxmlformats.org/officeDocument/2006/relationships/slideLayout" Target="../slideLayouts/slideLayout125.xml"/><Relationship Id="rId15" Type="http://schemas.openxmlformats.org/officeDocument/2006/relationships/slideLayout" Target="../slideLayouts/slideLayout135.xml"/><Relationship Id="rId23" Type="http://schemas.openxmlformats.org/officeDocument/2006/relationships/slideLayout" Target="../slideLayouts/slideLayout143.xml"/><Relationship Id="rId28" Type="http://schemas.openxmlformats.org/officeDocument/2006/relationships/slideLayout" Target="../slideLayouts/slideLayout148.xml"/><Relationship Id="rId10" Type="http://schemas.openxmlformats.org/officeDocument/2006/relationships/slideLayout" Target="../slideLayouts/slideLayout130.xml"/><Relationship Id="rId19" Type="http://schemas.openxmlformats.org/officeDocument/2006/relationships/slideLayout" Target="../slideLayouts/slideLayout139.xml"/><Relationship Id="rId31" Type="http://schemas.openxmlformats.org/officeDocument/2006/relationships/slideLayout" Target="../slideLayouts/slideLayout151.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slideLayout" Target="../slideLayouts/slideLayout134.xml"/><Relationship Id="rId22" Type="http://schemas.openxmlformats.org/officeDocument/2006/relationships/slideLayout" Target="../slideLayouts/slideLayout142.xml"/><Relationship Id="rId27" Type="http://schemas.openxmlformats.org/officeDocument/2006/relationships/slideLayout" Target="../slideLayouts/slideLayout147.xml"/><Relationship Id="rId30" Type="http://schemas.openxmlformats.org/officeDocument/2006/relationships/slideLayout" Target="../slideLayouts/slideLayout150.xml"/><Relationship Id="rId35"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62.xml"/><Relationship Id="rId13" Type="http://schemas.openxmlformats.org/officeDocument/2006/relationships/slideLayout" Target="../slideLayouts/slideLayout167.xml"/><Relationship Id="rId18" Type="http://schemas.openxmlformats.org/officeDocument/2006/relationships/slideLayout" Target="../slideLayouts/slideLayout172.xml"/><Relationship Id="rId26" Type="http://schemas.openxmlformats.org/officeDocument/2006/relationships/slideLayout" Target="../slideLayouts/slideLayout180.xml"/><Relationship Id="rId3" Type="http://schemas.openxmlformats.org/officeDocument/2006/relationships/slideLayout" Target="../slideLayouts/slideLayout157.xml"/><Relationship Id="rId21" Type="http://schemas.openxmlformats.org/officeDocument/2006/relationships/slideLayout" Target="../slideLayouts/slideLayout175.xml"/><Relationship Id="rId34" Type="http://schemas.openxmlformats.org/officeDocument/2006/relationships/slideLayout" Target="../slideLayouts/slideLayout188.xml"/><Relationship Id="rId7" Type="http://schemas.openxmlformats.org/officeDocument/2006/relationships/slideLayout" Target="../slideLayouts/slideLayout161.xml"/><Relationship Id="rId12" Type="http://schemas.openxmlformats.org/officeDocument/2006/relationships/slideLayout" Target="../slideLayouts/slideLayout166.xml"/><Relationship Id="rId17" Type="http://schemas.openxmlformats.org/officeDocument/2006/relationships/slideLayout" Target="../slideLayouts/slideLayout171.xml"/><Relationship Id="rId25" Type="http://schemas.openxmlformats.org/officeDocument/2006/relationships/slideLayout" Target="../slideLayouts/slideLayout179.xml"/><Relationship Id="rId33" Type="http://schemas.openxmlformats.org/officeDocument/2006/relationships/slideLayout" Target="../slideLayouts/slideLayout187.xml"/><Relationship Id="rId2" Type="http://schemas.openxmlformats.org/officeDocument/2006/relationships/slideLayout" Target="../slideLayouts/slideLayout156.xml"/><Relationship Id="rId16" Type="http://schemas.openxmlformats.org/officeDocument/2006/relationships/slideLayout" Target="../slideLayouts/slideLayout170.xml"/><Relationship Id="rId20" Type="http://schemas.openxmlformats.org/officeDocument/2006/relationships/slideLayout" Target="../slideLayouts/slideLayout174.xml"/><Relationship Id="rId29" Type="http://schemas.openxmlformats.org/officeDocument/2006/relationships/slideLayout" Target="../slideLayouts/slideLayout183.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24" Type="http://schemas.openxmlformats.org/officeDocument/2006/relationships/slideLayout" Target="../slideLayouts/slideLayout178.xml"/><Relationship Id="rId32" Type="http://schemas.openxmlformats.org/officeDocument/2006/relationships/slideLayout" Target="../slideLayouts/slideLayout186.xml"/><Relationship Id="rId5" Type="http://schemas.openxmlformats.org/officeDocument/2006/relationships/slideLayout" Target="../slideLayouts/slideLayout159.xml"/><Relationship Id="rId15" Type="http://schemas.openxmlformats.org/officeDocument/2006/relationships/slideLayout" Target="../slideLayouts/slideLayout169.xml"/><Relationship Id="rId23" Type="http://schemas.openxmlformats.org/officeDocument/2006/relationships/slideLayout" Target="../slideLayouts/slideLayout177.xml"/><Relationship Id="rId28" Type="http://schemas.openxmlformats.org/officeDocument/2006/relationships/slideLayout" Target="../slideLayouts/slideLayout182.xml"/><Relationship Id="rId10" Type="http://schemas.openxmlformats.org/officeDocument/2006/relationships/slideLayout" Target="../slideLayouts/slideLayout164.xml"/><Relationship Id="rId19" Type="http://schemas.openxmlformats.org/officeDocument/2006/relationships/slideLayout" Target="../slideLayouts/slideLayout173.xml"/><Relationship Id="rId31" Type="http://schemas.openxmlformats.org/officeDocument/2006/relationships/slideLayout" Target="../slideLayouts/slideLayout185.xml"/><Relationship Id="rId4" Type="http://schemas.openxmlformats.org/officeDocument/2006/relationships/slideLayout" Target="../slideLayouts/slideLayout158.xml"/><Relationship Id="rId9" Type="http://schemas.openxmlformats.org/officeDocument/2006/relationships/slideLayout" Target="../slideLayouts/slideLayout163.xml"/><Relationship Id="rId14" Type="http://schemas.openxmlformats.org/officeDocument/2006/relationships/slideLayout" Target="../slideLayouts/slideLayout168.xml"/><Relationship Id="rId22" Type="http://schemas.openxmlformats.org/officeDocument/2006/relationships/slideLayout" Target="../slideLayouts/slideLayout176.xml"/><Relationship Id="rId27" Type="http://schemas.openxmlformats.org/officeDocument/2006/relationships/slideLayout" Target="../slideLayouts/slideLayout181.xml"/><Relationship Id="rId30" Type="http://schemas.openxmlformats.org/officeDocument/2006/relationships/slideLayout" Target="../slideLayouts/slideLayout184.xml"/><Relationship Id="rId35"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96.xml"/><Relationship Id="rId13" Type="http://schemas.openxmlformats.org/officeDocument/2006/relationships/slideLayout" Target="../slideLayouts/slideLayout201.xml"/><Relationship Id="rId18" Type="http://schemas.openxmlformats.org/officeDocument/2006/relationships/slideLayout" Target="../slideLayouts/slideLayout206.xml"/><Relationship Id="rId26" Type="http://schemas.openxmlformats.org/officeDocument/2006/relationships/slideLayout" Target="../slideLayouts/slideLayout214.xml"/><Relationship Id="rId3" Type="http://schemas.openxmlformats.org/officeDocument/2006/relationships/slideLayout" Target="../slideLayouts/slideLayout191.xml"/><Relationship Id="rId21" Type="http://schemas.openxmlformats.org/officeDocument/2006/relationships/slideLayout" Target="../slideLayouts/slideLayout209.xml"/><Relationship Id="rId34" Type="http://schemas.openxmlformats.org/officeDocument/2006/relationships/slideLayout" Target="../slideLayouts/slideLayout222.xml"/><Relationship Id="rId7" Type="http://schemas.openxmlformats.org/officeDocument/2006/relationships/slideLayout" Target="../slideLayouts/slideLayout195.xml"/><Relationship Id="rId12" Type="http://schemas.openxmlformats.org/officeDocument/2006/relationships/slideLayout" Target="../slideLayouts/slideLayout200.xml"/><Relationship Id="rId17" Type="http://schemas.openxmlformats.org/officeDocument/2006/relationships/slideLayout" Target="../slideLayouts/slideLayout205.xml"/><Relationship Id="rId25" Type="http://schemas.openxmlformats.org/officeDocument/2006/relationships/slideLayout" Target="../slideLayouts/slideLayout213.xml"/><Relationship Id="rId33" Type="http://schemas.openxmlformats.org/officeDocument/2006/relationships/slideLayout" Target="../slideLayouts/slideLayout221.xml"/><Relationship Id="rId2" Type="http://schemas.openxmlformats.org/officeDocument/2006/relationships/slideLayout" Target="../slideLayouts/slideLayout190.xml"/><Relationship Id="rId16" Type="http://schemas.openxmlformats.org/officeDocument/2006/relationships/slideLayout" Target="../slideLayouts/slideLayout204.xml"/><Relationship Id="rId20" Type="http://schemas.openxmlformats.org/officeDocument/2006/relationships/slideLayout" Target="../slideLayouts/slideLayout208.xml"/><Relationship Id="rId29" Type="http://schemas.openxmlformats.org/officeDocument/2006/relationships/slideLayout" Target="../slideLayouts/slideLayout217.xml"/><Relationship Id="rId1" Type="http://schemas.openxmlformats.org/officeDocument/2006/relationships/slideLayout" Target="../slideLayouts/slideLayout189.xml"/><Relationship Id="rId6" Type="http://schemas.openxmlformats.org/officeDocument/2006/relationships/slideLayout" Target="../slideLayouts/slideLayout194.xml"/><Relationship Id="rId11" Type="http://schemas.openxmlformats.org/officeDocument/2006/relationships/slideLayout" Target="../slideLayouts/slideLayout199.xml"/><Relationship Id="rId24" Type="http://schemas.openxmlformats.org/officeDocument/2006/relationships/slideLayout" Target="../slideLayouts/slideLayout212.xml"/><Relationship Id="rId32" Type="http://schemas.openxmlformats.org/officeDocument/2006/relationships/slideLayout" Target="../slideLayouts/slideLayout220.xml"/><Relationship Id="rId5" Type="http://schemas.openxmlformats.org/officeDocument/2006/relationships/slideLayout" Target="../slideLayouts/slideLayout193.xml"/><Relationship Id="rId15" Type="http://schemas.openxmlformats.org/officeDocument/2006/relationships/slideLayout" Target="../slideLayouts/slideLayout203.xml"/><Relationship Id="rId23" Type="http://schemas.openxmlformats.org/officeDocument/2006/relationships/slideLayout" Target="../slideLayouts/slideLayout211.xml"/><Relationship Id="rId28" Type="http://schemas.openxmlformats.org/officeDocument/2006/relationships/slideLayout" Target="../slideLayouts/slideLayout216.xml"/><Relationship Id="rId10" Type="http://schemas.openxmlformats.org/officeDocument/2006/relationships/slideLayout" Target="../slideLayouts/slideLayout198.xml"/><Relationship Id="rId19" Type="http://schemas.openxmlformats.org/officeDocument/2006/relationships/slideLayout" Target="../slideLayouts/slideLayout207.xml"/><Relationship Id="rId31" Type="http://schemas.openxmlformats.org/officeDocument/2006/relationships/slideLayout" Target="../slideLayouts/slideLayout219.xml"/><Relationship Id="rId4" Type="http://schemas.openxmlformats.org/officeDocument/2006/relationships/slideLayout" Target="../slideLayouts/slideLayout192.xml"/><Relationship Id="rId9" Type="http://schemas.openxmlformats.org/officeDocument/2006/relationships/slideLayout" Target="../slideLayouts/slideLayout197.xml"/><Relationship Id="rId14" Type="http://schemas.openxmlformats.org/officeDocument/2006/relationships/slideLayout" Target="../slideLayouts/slideLayout202.xml"/><Relationship Id="rId22" Type="http://schemas.openxmlformats.org/officeDocument/2006/relationships/slideLayout" Target="../slideLayouts/slideLayout210.xml"/><Relationship Id="rId27" Type="http://schemas.openxmlformats.org/officeDocument/2006/relationships/slideLayout" Target="../slideLayouts/slideLayout215.xml"/><Relationship Id="rId30" Type="http://schemas.openxmlformats.org/officeDocument/2006/relationships/slideLayout" Target="../slideLayouts/slideLayout218.xml"/><Relationship Id="rId35"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0.xml"/><Relationship Id="rId3" Type="http://schemas.openxmlformats.org/officeDocument/2006/relationships/slideLayout" Target="../slideLayouts/slideLayout225.xml"/><Relationship Id="rId7" Type="http://schemas.openxmlformats.org/officeDocument/2006/relationships/slideLayout" Target="../slideLayouts/slideLayout229.xml"/><Relationship Id="rId12" Type="http://schemas.openxmlformats.org/officeDocument/2006/relationships/theme" Target="../theme/theme7.xml"/><Relationship Id="rId2" Type="http://schemas.openxmlformats.org/officeDocument/2006/relationships/slideLayout" Target="../slideLayouts/slideLayout224.xml"/><Relationship Id="rId1" Type="http://schemas.openxmlformats.org/officeDocument/2006/relationships/slideLayout" Target="../slideLayouts/slideLayout223.xml"/><Relationship Id="rId6" Type="http://schemas.openxmlformats.org/officeDocument/2006/relationships/slideLayout" Target="../slideLayouts/slideLayout228.xml"/><Relationship Id="rId11" Type="http://schemas.openxmlformats.org/officeDocument/2006/relationships/slideLayout" Target="../slideLayouts/slideLayout233.xml"/><Relationship Id="rId5" Type="http://schemas.openxmlformats.org/officeDocument/2006/relationships/slideLayout" Target="../slideLayouts/slideLayout227.xml"/><Relationship Id="rId10" Type="http://schemas.openxmlformats.org/officeDocument/2006/relationships/slideLayout" Target="../slideLayouts/slideLayout232.xml"/><Relationship Id="rId4" Type="http://schemas.openxmlformats.org/officeDocument/2006/relationships/slideLayout" Target="../slideLayouts/slideLayout226.xml"/><Relationship Id="rId9" Type="http://schemas.openxmlformats.org/officeDocument/2006/relationships/slideLayout" Target="../slideLayouts/slideLayout23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41.xml"/><Relationship Id="rId13" Type="http://schemas.openxmlformats.org/officeDocument/2006/relationships/slideLayout" Target="../slideLayouts/slideLayout246.xml"/><Relationship Id="rId18" Type="http://schemas.openxmlformats.org/officeDocument/2006/relationships/slideLayout" Target="../slideLayouts/slideLayout251.xml"/><Relationship Id="rId26" Type="http://schemas.openxmlformats.org/officeDocument/2006/relationships/slideLayout" Target="../slideLayouts/slideLayout259.xml"/><Relationship Id="rId3" Type="http://schemas.openxmlformats.org/officeDocument/2006/relationships/slideLayout" Target="../slideLayouts/slideLayout236.xml"/><Relationship Id="rId21" Type="http://schemas.openxmlformats.org/officeDocument/2006/relationships/slideLayout" Target="../slideLayouts/slideLayout254.xml"/><Relationship Id="rId7" Type="http://schemas.openxmlformats.org/officeDocument/2006/relationships/slideLayout" Target="../slideLayouts/slideLayout240.xml"/><Relationship Id="rId12" Type="http://schemas.openxmlformats.org/officeDocument/2006/relationships/slideLayout" Target="../slideLayouts/slideLayout245.xml"/><Relationship Id="rId17" Type="http://schemas.openxmlformats.org/officeDocument/2006/relationships/slideLayout" Target="../slideLayouts/slideLayout250.xml"/><Relationship Id="rId25" Type="http://schemas.openxmlformats.org/officeDocument/2006/relationships/slideLayout" Target="../slideLayouts/slideLayout258.xml"/><Relationship Id="rId2" Type="http://schemas.openxmlformats.org/officeDocument/2006/relationships/slideLayout" Target="../slideLayouts/slideLayout235.xml"/><Relationship Id="rId16" Type="http://schemas.openxmlformats.org/officeDocument/2006/relationships/slideLayout" Target="../slideLayouts/slideLayout249.xml"/><Relationship Id="rId20" Type="http://schemas.openxmlformats.org/officeDocument/2006/relationships/slideLayout" Target="../slideLayouts/slideLayout253.xml"/><Relationship Id="rId29" Type="http://schemas.openxmlformats.org/officeDocument/2006/relationships/theme" Target="../theme/theme8.xml"/><Relationship Id="rId1" Type="http://schemas.openxmlformats.org/officeDocument/2006/relationships/slideLayout" Target="../slideLayouts/slideLayout234.xml"/><Relationship Id="rId6" Type="http://schemas.openxmlformats.org/officeDocument/2006/relationships/slideLayout" Target="../slideLayouts/slideLayout239.xml"/><Relationship Id="rId11" Type="http://schemas.openxmlformats.org/officeDocument/2006/relationships/slideLayout" Target="../slideLayouts/slideLayout244.xml"/><Relationship Id="rId24" Type="http://schemas.openxmlformats.org/officeDocument/2006/relationships/slideLayout" Target="../slideLayouts/slideLayout257.xml"/><Relationship Id="rId5" Type="http://schemas.openxmlformats.org/officeDocument/2006/relationships/slideLayout" Target="../slideLayouts/slideLayout238.xml"/><Relationship Id="rId15" Type="http://schemas.openxmlformats.org/officeDocument/2006/relationships/slideLayout" Target="../slideLayouts/slideLayout248.xml"/><Relationship Id="rId23" Type="http://schemas.openxmlformats.org/officeDocument/2006/relationships/slideLayout" Target="../slideLayouts/slideLayout256.xml"/><Relationship Id="rId28" Type="http://schemas.openxmlformats.org/officeDocument/2006/relationships/slideLayout" Target="../slideLayouts/slideLayout261.xml"/><Relationship Id="rId10" Type="http://schemas.openxmlformats.org/officeDocument/2006/relationships/slideLayout" Target="../slideLayouts/slideLayout243.xml"/><Relationship Id="rId19" Type="http://schemas.openxmlformats.org/officeDocument/2006/relationships/slideLayout" Target="../slideLayouts/slideLayout252.xml"/><Relationship Id="rId4" Type="http://schemas.openxmlformats.org/officeDocument/2006/relationships/slideLayout" Target="../slideLayouts/slideLayout237.xml"/><Relationship Id="rId9" Type="http://schemas.openxmlformats.org/officeDocument/2006/relationships/slideLayout" Target="../slideLayouts/slideLayout242.xml"/><Relationship Id="rId14" Type="http://schemas.openxmlformats.org/officeDocument/2006/relationships/slideLayout" Target="../slideLayouts/slideLayout247.xml"/><Relationship Id="rId22" Type="http://schemas.openxmlformats.org/officeDocument/2006/relationships/slideLayout" Target="../slideLayouts/slideLayout255.xml"/><Relationship Id="rId27" Type="http://schemas.openxmlformats.org/officeDocument/2006/relationships/slideLayout" Target="../slideLayouts/slideLayout26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269.xml"/><Relationship Id="rId13" Type="http://schemas.openxmlformats.org/officeDocument/2006/relationships/slideLayout" Target="../slideLayouts/slideLayout274.xml"/><Relationship Id="rId18" Type="http://schemas.openxmlformats.org/officeDocument/2006/relationships/slideLayout" Target="../slideLayouts/slideLayout279.xml"/><Relationship Id="rId26" Type="http://schemas.openxmlformats.org/officeDocument/2006/relationships/slideLayout" Target="../slideLayouts/slideLayout287.xml"/><Relationship Id="rId3" Type="http://schemas.openxmlformats.org/officeDocument/2006/relationships/slideLayout" Target="../slideLayouts/slideLayout264.xml"/><Relationship Id="rId21" Type="http://schemas.openxmlformats.org/officeDocument/2006/relationships/slideLayout" Target="../slideLayouts/slideLayout282.xml"/><Relationship Id="rId34" Type="http://schemas.openxmlformats.org/officeDocument/2006/relationships/slideLayout" Target="../slideLayouts/slideLayout295.xml"/><Relationship Id="rId7" Type="http://schemas.openxmlformats.org/officeDocument/2006/relationships/slideLayout" Target="../slideLayouts/slideLayout268.xml"/><Relationship Id="rId12" Type="http://schemas.openxmlformats.org/officeDocument/2006/relationships/slideLayout" Target="../slideLayouts/slideLayout273.xml"/><Relationship Id="rId17" Type="http://schemas.openxmlformats.org/officeDocument/2006/relationships/slideLayout" Target="../slideLayouts/slideLayout278.xml"/><Relationship Id="rId25" Type="http://schemas.openxmlformats.org/officeDocument/2006/relationships/slideLayout" Target="../slideLayouts/slideLayout286.xml"/><Relationship Id="rId33" Type="http://schemas.openxmlformats.org/officeDocument/2006/relationships/slideLayout" Target="../slideLayouts/slideLayout294.xml"/><Relationship Id="rId2" Type="http://schemas.openxmlformats.org/officeDocument/2006/relationships/slideLayout" Target="../slideLayouts/slideLayout263.xml"/><Relationship Id="rId16" Type="http://schemas.openxmlformats.org/officeDocument/2006/relationships/slideLayout" Target="../slideLayouts/slideLayout277.xml"/><Relationship Id="rId20" Type="http://schemas.openxmlformats.org/officeDocument/2006/relationships/slideLayout" Target="../slideLayouts/slideLayout281.xml"/><Relationship Id="rId29" Type="http://schemas.openxmlformats.org/officeDocument/2006/relationships/slideLayout" Target="../slideLayouts/slideLayout290.xml"/><Relationship Id="rId1" Type="http://schemas.openxmlformats.org/officeDocument/2006/relationships/slideLayout" Target="../slideLayouts/slideLayout262.xml"/><Relationship Id="rId6" Type="http://schemas.openxmlformats.org/officeDocument/2006/relationships/slideLayout" Target="../slideLayouts/slideLayout267.xml"/><Relationship Id="rId11" Type="http://schemas.openxmlformats.org/officeDocument/2006/relationships/slideLayout" Target="../slideLayouts/slideLayout272.xml"/><Relationship Id="rId24" Type="http://schemas.openxmlformats.org/officeDocument/2006/relationships/slideLayout" Target="../slideLayouts/slideLayout285.xml"/><Relationship Id="rId32" Type="http://schemas.openxmlformats.org/officeDocument/2006/relationships/slideLayout" Target="../slideLayouts/slideLayout293.xml"/><Relationship Id="rId5" Type="http://schemas.openxmlformats.org/officeDocument/2006/relationships/slideLayout" Target="../slideLayouts/slideLayout266.xml"/><Relationship Id="rId15" Type="http://schemas.openxmlformats.org/officeDocument/2006/relationships/slideLayout" Target="../slideLayouts/slideLayout276.xml"/><Relationship Id="rId23" Type="http://schemas.openxmlformats.org/officeDocument/2006/relationships/slideLayout" Target="../slideLayouts/slideLayout284.xml"/><Relationship Id="rId28" Type="http://schemas.openxmlformats.org/officeDocument/2006/relationships/slideLayout" Target="../slideLayouts/slideLayout289.xml"/><Relationship Id="rId36" Type="http://schemas.openxmlformats.org/officeDocument/2006/relationships/theme" Target="../theme/theme9.xml"/><Relationship Id="rId10" Type="http://schemas.openxmlformats.org/officeDocument/2006/relationships/slideLayout" Target="../slideLayouts/slideLayout271.xml"/><Relationship Id="rId19" Type="http://schemas.openxmlformats.org/officeDocument/2006/relationships/slideLayout" Target="../slideLayouts/slideLayout280.xml"/><Relationship Id="rId31" Type="http://schemas.openxmlformats.org/officeDocument/2006/relationships/slideLayout" Target="../slideLayouts/slideLayout292.xml"/><Relationship Id="rId4" Type="http://schemas.openxmlformats.org/officeDocument/2006/relationships/slideLayout" Target="../slideLayouts/slideLayout265.xml"/><Relationship Id="rId9" Type="http://schemas.openxmlformats.org/officeDocument/2006/relationships/slideLayout" Target="../slideLayouts/slideLayout270.xml"/><Relationship Id="rId14" Type="http://schemas.openxmlformats.org/officeDocument/2006/relationships/slideLayout" Target="../slideLayouts/slideLayout275.xml"/><Relationship Id="rId22" Type="http://schemas.openxmlformats.org/officeDocument/2006/relationships/slideLayout" Target="../slideLayouts/slideLayout283.xml"/><Relationship Id="rId27" Type="http://schemas.openxmlformats.org/officeDocument/2006/relationships/slideLayout" Target="../slideLayouts/slideLayout288.xml"/><Relationship Id="rId30" Type="http://schemas.openxmlformats.org/officeDocument/2006/relationships/slideLayout" Target="../slideLayouts/slideLayout291.xml"/><Relationship Id="rId35" Type="http://schemas.openxmlformats.org/officeDocument/2006/relationships/slideLayout" Target="../slideLayouts/slideLayout29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dirty="0"/>
              <a:t>Title Text</a:t>
            </a:r>
            <a:br>
              <a:rPr lang="en-US" dirty="0"/>
            </a:br>
            <a:r>
              <a:rPr lang="en-US" dirty="0"/>
              <a:t>with up to two lines</a:t>
            </a:r>
          </a:p>
        </p:txBody>
      </p:sp>
      <p:sp>
        <p:nvSpPr>
          <p:cNvPr id="3" name="Text Placeholder"/>
          <p:cNvSpPr>
            <a:spLocks noGrp="1"/>
          </p:cNvSpPr>
          <p:nvPr>
            <p:ph type="body" idx="1"/>
          </p:nvPr>
        </p:nvSpPr>
        <p:spPr>
          <a:xfrm>
            <a:off x="946786" y="1728000"/>
            <a:ext cx="10311765" cy="4452138"/>
          </a:xfrm>
          <a:prstGeom prst="rect">
            <a:avLst/>
          </a:prstGeom>
        </p:spPr>
        <p:txBody>
          <a:bodyPr vert="horz" lIns="0" tIns="45720" rIns="91440" bIns="45720" rtlCol="0">
            <a:noAutofit/>
          </a:body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24"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grpSp>
        <p:nvGrpSpPr>
          <p:cNvPr id="54" name="Logo"/>
          <p:cNvGrpSpPr>
            <a:grpSpLocks noChangeAspect="1"/>
          </p:cNvGrpSpPr>
          <p:nvPr userDrawn="1"/>
        </p:nvGrpSpPr>
        <p:grpSpPr>
          <a:xfrm>
            <a:off x="11051812" y="6398865"/>
            <a:ext cx="875755" cy="212246"/>
            <a:chOff x="941528" y="4056809"/>
            <a:chExt cx="1454151" cy="352425"/>
          </a:xfrm>
          <a:solidFill>
            <a:schemeClr val="bg1">
              <a:lumMod val="75000"/>
            </a:schemeClr>
          </a:solidFill>
        </p:grpSpPr>
        <p:sp>
          <p:nvSpPr>
            <p:cNvPr id="55" name="Freeform 5"/>
            <p:cNvSpPr>
              <a:spLocks/>
            </p:cNvSpPr>
            <p:nvPr/>
          </p:nvSpPr>
          <p:spPr bwMode="auto">
            <a:xfrm>
              <a:off x="1009791" y="4056809"/>
              <a:ext cx="282575" cy="282575"/>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6" name="Freeform 6"/>
            <p:cNvSpPr>
              <a:spLocks/>
            </p:cNvSpPr>
            <p:nvPr/>
          </p:nvSpPr>
          <p:spPr bwMode="auto">
            <a:xfrm>
              <a:off x="941528" y="4125071"/>
              <a:ext cx="282575" cy="284163"/>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7" name="Freeform 7"/>
            <p:cNvSpPr>
              <a:spLocks/>
            </p:cNvSpPr>
            <p:nvPr/>
          </p:nvSpPr>
          <p:spPr bwMode="auto">
            <a:xfrm>
              <a:off x="1374916" y="4056809"/>
              <a:ext cx="163513" cy="152400"/>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8" name="Rectangle 8"/>
            <p:cNvSpPr>
              <a:spLocks noChangeArrowheads="1"/>
            </p:cNvSpPr>
            <p:nvPr/>
          </p:nvSpPr>
          <p:spPr bwMode="auto">
            <a:xfrm>
              <a:off x="1614628" y="4056809"/>
              <a:ext cx="28575" cy="152400"/>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9" name="Freeform 9"/>
            <p:cNvSpPr>
              <a:spLocks/>
            </p:cNvSpPr>
            <p:nvPr/>
          </p:nvSpPr>
          <p:spPr bwMode="auto">
            <a:xfrm>
              <a:off x="1720991" y="4056809"/>
              <a:ext cx="147638" cy="152400"/>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0" name="Freeform 10"/>
            <p:cNvSpPr>
              <a:spLocks noEditPoints="1"/>
            </p:cNvSpPr>
            <p:nvPr/>
          </p:nvSpPr>
          <p:spPr bwMode="auto">
            <a:xfrm>
              <a:off x="1944828" y="4056809"/>
              <a:ext cx="149225" cy="152400"/>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1" name="Freeform 11"/>
            <p:cNvSpPr>
              <a:spLocks noEditPoints="1"/>
            </p:cNvSpPr>
            <p:nvPr/>
          </p:nvSpPr>
          <p:spPr bwMode="auto">
            <a:xfrm>
              <a:off x="2170253" y="4056809"/>
              <a:ext cx="147638" cy="152400"/>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2" name="Freeform 12"/>
            <p:cNvSpPr>
              <a:spLocks/>
            </p:cNvSpPr>
            <p:nvPr/>
          </p:nvSpPr>
          <p:spPr bwMode="auto">
            <a:xfrm>
              <a:off x="1374916" y="4256834"/>
              <a:ext cx="149225" cy="150813"/>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3" name="Freeform 13"/>
            <p:cNvSpPr>
              <a:spLocks noEditPoints="1"/>
            </p:cNvSpPr>
            <p:nvPr/>
          </p:nvSpPr>
          <p:spPr bwMode="auto">
            <a:xfrm>
              <a:off x="1565416" y="4256834"/>
              <a:ext cx="147638" cy="150813"/>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4" name="Freeform 14"/>
            <p:cNvSpPr>
              <a:spLocks/>
            </p:cNvSpPr>
            <p:nvPr/>
          </p:nvSpPr>
          <p:spPr bwMode="auto">
            <a:xfrm>
              <a:off x="1767028" y="4256834"/>
              <a:ext cx="147638" cy="152400"/>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5" name="Freeform 15"/>
            <p:cNvSpPr>
              <a:spLocks/>
            </p:cNvSpPr>
            <p:nvPr/>
          </p:nvSpPr>
          <p:spPr bwMode="auto">
            <a:xfrm>
              <a:off x="1968641" y="4256834"/>
              <a:ext cx="147638" cy="150813"/>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6" name="Freeform 16"/>
            <p:cNvSpPr>
              <a:spLocks/>
            </p:cNvSpPr>
            <p:nvPr/>
          </p:nvSpPr>
          <p:spPr bwMode="auto">
            <a:xfrm>
              <a:off x="2168666" y="4256834"/>
              <a:ext cx="149225" cy="152400"/>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7" name="Freeform 17"/>
            <p:cNvSpPr>
              <a:spLocks noEditPoints="1"/>
            </p:cNvSpPr>
            <p:nvPr/>
          </p:nvSpPr>
          <p:spPr bwMode="auto">
            <a:xfrm>
              <a:off x="2340116" y="4058396"/>
              <a:ext cx="55563" cy="55563"/>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rgbClr val="0079EF"/>
          </a:solidFill>
          <a:ln w="12700">
            <a:miter lim="400000"/>
          </a:ln>
        </p:spPr>
        <p:txBody>
          <a:bodyPr lIns="45719" rIns="45719" anchor="ctr"/>
          <a:lstStyle/>
          <a:p>
            <a:pPr algn="ctr">
              <a:defRPr>
                <a:solidFill>
                  <a:srgbClr val="FFFFFF"/>
                </a:solidFill>
              </a:defRPr>
            </a:pPr>
            <a:endParaRPr/>
          </a:p>
        </p:txBody>
      </p:sp>
      <p:sp>
        <p:nvSpPr>
          <p:cNvPr id="4"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838940517"/>
      </p:ext>
    </p:extLst>
  </p:cSld>
  <p:clrMap bg1="lt1" tx1="dk1" bg2="lt2" tx2="dk2" accent1="accent1" accent2="accent2" accent3="accent3" accent4="accent4" accent5="accent5" accent6="accent6" hlink="hlink" folHlink="folHlink"/>
  <p:sldLayoutIdLst>
    <p:sldLayoutId id="2147483920" r:id="rId1"/>
    <p:sldLayoutId id="2147483894" r:id="rId2"/>
    <p:sldLayoutId id="2147483910" r:id="rId3"/>
    <p:sldLayoutId id="2147483896" r:id="rId4"/>
    <p:sldLayoutId id="2147483895" r:id="rId5"/>
    <p:sldLayoutId id="2147483860" r:id="rId6"/>
    <p:sldLayoutId id="2147483886" r:id="rId7"/>
    <p:sldLayoutId id="2147483861" r:id="rId8"/>
    <p:sldLayoutId id="2147483890" r:id="rId9"/>
    <p:sldLayoutId id="2147483863" r:id="rId10"/>
    <p:sldLayoutId id="2147483885" r:id="rId11"/>
    <p:sldLayoutId id="2147483864" r:id="rId12"/>
    <p:sldLayoutId id="2147483866" r:id="rId13"/>
    <p:sldLayoutId id="2147483884" r:id="rId14"/>
    <p:sldLayoutId id="2147483865" r:id="rId15"/>
    <p:sldLayoutId id="2147483897" r:id="rId16"/>
    <p:sldLayoutId id="2147483867" r:id="rId17"/>
    <p:sldLayoutId id="2147483883" r:id="rId18"/>
    <p:sldLayoutId id="2147483893" r:id="rId19"/>
    <p:sldLayoutId id="2147483898" r:id="rId20"/>
    <p:sldLayoutId id="2147483868" r:id="rId21"/>
    <p:sldLayoutId id="2147483888" r:id="rId22"/>
    <p:sldLayoutId id="2147483891" r:id="rId23"/>
    <p:sldLayoutId id="2147483869" r:id="rId24"/>
    <p:sldLayoutId id="2147483889" r:id="rId25"/>
    <p:sldLayoutId id="2147483892" r:id="rId26"/>
    <p:sldLayoutId id="2147483870" r:id="rId27"/>
    <p:sldLayoutId id="2147483871" r:id="rId28"/>
    <p:sldLayoutId id="2147483872" r:id="rId29"/>
    <p:sldLayoutId id="2147483873" r:id="rId30"/>
    <p:sldLayoutId id="2147483874" r:id="rId31"/>
    <p:sldLayoutId id="2147483908" r:id="rId32"/>
    <p:sldLayoutId id="2147483876" r:id="rId33"/>
    <p:sldLayoutId id="2147483875" r:id="rId34"/>
    <p:sldLayoutId id="2147483899" r:id="rId35"/>
    <p:sldLayoutId id="2147483900" r:id="rId36"/>
    <p:sldLayoutId id="2147483901" r:id="rId37"/>
    <p:sldLayoutId id="2147483902" r:id="rId38"/>
    <p:sldLayoutId id="2147483909" r:id="rId39"/>
    <p:sldLayoutId id="2147483906" r:id="rId40"/>
    <p:sldLayoutId id="2147483904" r:id="rId41"/>
    <p:sldLayoutId id="2147483905" r:id="rId42"/>
    <p:sldLayoutId id="2147483907" r:id="rId43"/>
    <p:sldLayoutId id="2147483916" r:id="rId44"/>
    <p:sldLayoutId id="2147483903" r:id="rId45"/>
    <p:sldLayoutId id="2147483915" r:id="rId46"/>
    <p:sldLayoutId id="2147483914" r:id="rId47"/>
    <p:sldLayoutId id="2147483913" r:id="rId48"/>
    <p:sldLayoutId id="2147483912" r:id="rId49"/>
    <p:sldLayoutId id="2147483911" r:id="rId50"/>
    <p:sldLayoutId id="2147483917" r:id="rId51"/>
    <p:sldLayoutId id="2147483881" r:id="rId5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lnSpc>
          <a:spcPct val="90000"/>
        </a:lnSpc>
        <a:spcBef>
          <a:spcPct val="0"/>
        </a:spcBef>
        <a:buNone/>
        <a:defRPr sz="3600" b="1" kern="1200" baseline="0">
          <a:solidFill>
            <a:schemeClr val="tx1"/>
          </a:solidFill>
          <a:latin typeface="+mj-lt"/>
          <a:ea typeface="+mj-ea"/>
          <a:cs typeface="+mj-cs"/>
        </a:defRPr>
      </a:lvl1pPr>
    </p:titleStyle>
    <p:bodyStyle>
      <a:lvl1pPr marL="287338" indent="-287338"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800" kern="1200">
          <a:solidFill>
            <a:schemeClr val="tx1"/>
          </a:solidFill>
          <a:latin typeface="+mn-lt"/>
          <a:ea typeface="+mn-ea"/>
          <a:cs typeface="+mn-cs"/>
        </a:defRPr>
      </a:lvl1pPr>
      <a:lvl2pPr marL="574675" indent="-2286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000" kern="1200">
          <a:solidFill>
            <a:schemeClr val="tx1"/>
          </a:solidFill>
          <a:latin typeface="+mn-lt"/>
          <a:ea typeface="+mn-ea"/>
          <a:cs typeface="+mn-cs"/>
        </a:defRPr>
      </a:lvl2pPr>
      <a:lvl3pPr marL="744538" indent="-169863"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800" kern="1200">
          <a:solidFill>
            <a:schemeClr val="tx1"/>
          </a:solidFill>
          <a:latin typeface="+mn-lt"/>
          <a:ea typeface="+mn-ea"/>
          <a:cs typeface="+mn-cs"/>
        </a:defRPr>
      </a:lvl3pPr>
      <a:lvl4pPr marL="922338" indent="-1778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600" kern="1200">
          <a:solidFill>
            <a:schemeClr val="tx1"/>
          </a:solidFill>
          <a:latin typeface="+mn-lt"/>
          <a:ea typeface="+mn-ea"/>
          <a:cs typeface="+mn-cs"/>
        </a:defRPr>
      </a:lvl4pPr>
      <a:lvl5pPr marL="1079500" indent="-15875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3" pos="7092">
          <p15:clr>
            <a:srgbClr val="F26B43"/>
          </p15:clr>
        </p15:guide>
        <p15:guide id="4" pos="595">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094" userDrawn="1">
          <p15:clr>
            <a:srgbClr val="F26B43"/>
          </p15:clr>
        </p15:guide>
        <p15:guide id="0" pos="3840" userDrawn="1">
          <p15:clr>
            <a:srgbClr val="F26B43"/>
          </p15:clr>
        </p15:guide>
        <p15:guide id="9" orient="horz" pos="3893" userDrawn="1">
          <p15:clr>
            <a:srgbClr val="F26B43"/>
          </p15:clr>
        </p15:guide>
        <p15:guide id="10" orient="horz" pos="1389" userDrawn="1">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785" y="429272"/>
            <a:ext cx="10311765" cy="974663"/>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46785" y="1825625"/>
            <a:ext cx="10311765"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rot="10800000">
            <a:off x="-3" y="-4"/>
            <a:ext cx="1050134" cy="156755"/>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1311010" y="6527385"/>
            <a:ext cx="740366" cy="179271"/>
            <a:chOff x="-504825" y="3757613"/>
            <a:chExt cx="1009650" cy="244475"/>
          </a:xfrm>
          <a:solidFill>
            <a:schemeClr val="bg1">
              <a:lumMod val="85000"/>
            </a:schemeClr>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3" name="Rectangle 22"/>
          <p:cNvSpPr/>
          <p:nvPr userDrawn="1"/>
        </p:nvSpPr>
        <p:spPr>
          <a:xfrm>
            <a:off x="0" y="6498236"/>
            <a:ext cx="231632" cy="824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4"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pPr defTabSz="914400"/>
            <a:fld id="{0FB999A9-77CE-4AD1-9911-24A29F08BC34}" type="slidenum">
              <a:rPr lang="en-US" smtClean="0">
                <a:solidFill>
                  <a:prstClr val="white">
                    <a:lumMod val="75000"/>
                  </a:prstClr>
                </a:solidFill>
              </a:rPr>
              <a:pPr defTabSz="914400"/>
              <a:t>‹#›</a:t>
            </a:fld>
            <a:endParaRPr lang="en-US" dirty="0">
              <a:solidFill>
                <a:prstClr val="white">
                  <a:lumMod val="75000"/>
                </a:prstClr>
              </a:solidFill>
            </a:endParaRPr>
          </a:p>
        </p:txBody>
      </p:sp>
    </p:spTree>
    <p:extLst>
      <p:ext uri="{BB962C8B-B14F-4D97-AF65-F5344CB8AC3E}">
        <p14:creationId xmlns:p14="http://schemas.microsoft.com/office/powerpoint/2010/main" val="355186001"/>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 id="2147483934" r:id="rId13"/>
    <p:sldLayoutId id="2147483935" r:id="rId14"/>
    <p:sldLayoutId id="2147483936" r:id="rId15"/>
    <p:sldLayoutId id="2147483937" r:id="rId16"/>
    <p:sldLayoutId id="2147483938" r:id="rId17"/>
    <p:sldLayoutId id="2147483939" r:id="rId18"/>
    <p:sldLayoutId id="2147483940" r:id="rId19"/>
    <p:sldLayoutId id="2147483941" r:id="rId20"/>
    <p:sldLayoutId id="2147483942" r:id="rId21"/>
    <p:sldLayoutId id="2147483943" r:id="rId22"/>
    <p:sldLayoutId id="2147483944" r:id="rId23"/>
    <p:sldLayoutId id="2147483945" r:id="rId24"/>
    <p:sldLayoutId id="2147483946" r:id="rId25"/>
    <p:sldLayoutId id="2147483947" r:id="rId26"/>
    <p:sldLayoutId id="2147483948" r:id="rId27"/>
    <p:sldLayoutId id="2147483949" r:id="rId28"/>
    <p:sldLayoutId id="2147483950" r:id="rId29"/>
    <p:sldLayoutId id="2147483951" r:id="rId30"/>
    <p:sldLayoutId id="2147483952" r:id="rId31"/>
    <p:sldLayoutId id="2147483953" r:id="rId32"/>
    <p:sldLayoutId id="2147483954" r:id="rId33"/>
    <p:sldLayoutId id="2147483955" r:id="rId34"/>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1200"/>
        </a:spcAft>
        <a:buFont typeface="Wingdings" panose="05000000000000000000" pitchFamily="2" charset="2"/>
        <a:buChar char="§"/>
        <a:defRPr sz="2000" kern="1200">
          <a:solidFill>
            <a:schemeClr val="tx1"/>
          </a:solidFill>
          <a:latin typeface="+mn-lt"/>
          <a:ea typeface="+mn-ea"/>
          <a:cs typeface="+mn-cs"/>
        </a:defRPr>
      </a:lvl1pPr>
      <a:lvl2pPr marL="400050" indent="-171450" algn="l" defTabSz="914400" rtl="0" eaLnBrk="1" latinLnBrk="0" hangingPunct="1">
        <a:lnSpc>
          <a:spcPct val="90000"/>
        </a:lnSpc>
        <a:spcBef>
          <a:spcPts val="0"/>
        </a:spcBef>
        <a:spcAft>
          <a:spcPts val="1200"/>
        </a:spcAft>
        <a:buFont typeface="Calibri" panose="020F0502020204030204" pitchFamily="34" charset="0"/>
        <a:buChar char="-"/>
        <a:defRPr sz="1800" kern="1200">
          <a:solidFill>
            <a:schemeClr val="tx1"/>
          </a:solidFill>
          <a:latin typeface="+mn-lt"/>
          <a:ea typeface="+mn-ea"/>
          <a:cs typeface="+mn-cs"/>
        </a:defRPr>
      </a:lvl2pPr>
      <a:lvl3pPr marL="571500" indent="-171450" algn="l" defTabSz="914400" rtl="0" eaLnBrk="1" latinLnBrk="0" hangingPunct="1">
        <a:lnSpc>
          <a:spcPct val="90000"/>
        </a:lnSpc>
        <a:spcBef>
          <a:spcPts val="0"/>
        </a:spcBef>
        <a:spcAft>
          <a:spcPts val="1200"/>
        </a:spcAft>
        <a:buFont typeface="Calibri" panose="020F0502020204030204" pitchFamily="34" charset="0"/>
        <a:buChar char="-"/>
        <a:defRPr sz="1600" kern="1200">
          <a:solidFill>
            <a:schemeClr val="tx1"/>
          </a:solidFill>
          <a:latin typeface="+mn-lt"/>
          <a:ea typeface="+mn-ea"/>
          <a:cs typeface="+mn-cs"/>
        </a:defRPr>
      </a:lvl3pPr>
      <a:lvl4pPr marL="74295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91440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660">
          <p15:clr>
            <a:srgbClr val="F26B43"/>
          </p15:clr>
        </p15:guide>
        <p15:guide id="3" pos="7092">
          <p15:clr>
            <a:srgbClr val="F26B43"/>
          </p15:clr>
        </p15:guide>
        <p15:guide id="4" pos="594">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1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785" y="429272"/>
            <a:ext cx="10311765" cy="974663"/>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46785" y="1825625"/>
            <a:ext cx="10311765"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rot="10800000">
            <a:off x="-3" y="-4"/>
            <a:ext cx="1050134" cy="156755"/>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1311010" y="6527385"/>
            <a:ext cx="740366" cy="179271"/>
            <a:chOff x="-504825" y="3757613"/>
            <a:chExt cx="1009650" cy="244475"/>
          </a:xfrm>
          <a:solidFill>
            <a:schemeClr val="bg1">
              <a:lumMod val="85000"/>
            </a:schemeClr>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3" name="Rectangle 22"/>
          <p:cNvSpPr/>
          <p:nvPr userDrawn="1"/>
        </p:nvSpPr>
        <p:spPr>
          <a:xfrm>
            <a:off x="0" y="6498236"/>
            <a:ext cx="231632" cy="824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4"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pPr defTabSz="914400"/>
            <a:fld id="{0FB999A9-77CE-4AD1-9911-24A29F08BC34}" type="slidenum">
              <a:rPr lang="en-US" smtClean="0">
                <a:solidFill>
                  <a:prstClr val="white">
                    <a:lumMod val="75000"/>
                  </a:prstClr>
                </a:solidFill>
              </a:rPr>
              <a:pPr defTabSz="914400"/>
              <a:t>‹#›</a:t>
            </a:fld>
            <a:endParaRPr lang="en-US" dirty="0">
              <a:solidFill>
                <a:prstClr val="white">
                  <a:lumMod val="75000"/>
                </a:prstClr>
              </a:solidFill>
            </a:endParaRPr>
          </a:p>
        </p:txBody>
      </p:sp>
    </p:spTree>
    <p:extLst>
      <p:ext uri="{BB962C8B-B14F-4D97-AF65-F5344CB8AC3E}">
        <p14:creationId xmlns:p14="http://schemas.microsoft.com/office/powerpoint/2010/main" val="1798018210"/>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 id="2147483968" r:id="rId12"/>
    <p:sldLayoutId id="2147483969" r:id="rId13"/>
    <p:sldLayoutId id="2147483970" r:id="rId14"/>
    <p:sldLayoutId id="2147483971" r:id="rId15"/>
    <p:sldLayoutId id="2147483972" r:id="rId16"/>
    <p:sldLayoutId id="2147483973" r:id="rId17"/>
    <p:sldLayoutId id="2147483974" r:id="rId18"/>
    <p:sldLayoutId id="2147483975" r:id="rId19"/>
    <p:sldLayoutId id="2147483976" r:id="rId20"/>
    <p:sldLayoutId id="2147483977" r:id="rId21"/>
    <p:sldLayoutId id="2147483978" r:id="rId22"/>
    <p:sldLayoutId id="2147483979" r:id="rId23"/>
    <p:sldLayoutId id="2147483980" r:id="rId24"/>
    <p:sldLayoutId id="2147483981" r:id="rId25"/>
    <p:sldLayoutId id="2147483982" r:id="rId26"/>
    <p:sldLayoutId id="2147483983" r:id="rId27"/>
    <p:sldLayoutId id="2147483984" r:id="rId28"/>
    <p:sldLayoutId id="2147483985" r:id="rId29"/>
    <p:sldLayoutId id="2147483986" r:id="rId30"/>
    <p:sldLayoutId id="2147483987" r:id="rId31"/>
    <p:sldLayoutId id="2147483988" r:id="rId32"/>
    <p:sldLayoutId id="2147483989" r:id="rId33"/>
    <p:sldLayoutId id="2147483990" r:id="rId34"/>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1200"/>
        </a:spcAft>
        <a:buFont typeface="Wingdings" panose="05000000000000000000" pitchFamily="2" charset="2"/>
        <a:buChar char="§"/>
        <a:defRPr sz="2000" kern="1200">
          <a:solidFill>
            <a:schemeClr val="tx1"/>
          </a:solidFill>
          <a:latin typeface="+mn-lt"/>
          <a:ea typeface="+mn-ea"/>
          <a:cs typeface="+mn-cs"/>
        </a:defRPr>
      </a:lvl1pPr>
      <a:lvl2pPr marL="400050" indent="-171450" algn="l" defTabSz="914400" rtl="0" eaLnBrk="1" latinLnBrk="0" hangingPunct="1">
        <a:lnSpc>
          <a:spcPct val="90000"/>
        </a:lnSpc>
        <a:spcBef>
          <a:spcPts val="0"/>
        </a:spcBef>
        <a:spcAft>
          <a:spcPts val="1200"/>
        </a:spcAft>
        <a:buFont typeface="Calibri" panose="020F0502020204030204" pitchFamily="34" charset="0"/>
        <a:buChar char="-"/>
        <a:defRPr sz="1800" kern="1200">
          <a:solidFill>
            <a:schemeClr val="tx1"/>
          </a:solidFill>
          <a:latin typeface="+mn-lt"/>
          <a:ea typeface="+mn-ea"/>
          <a:cs typeface="+mn-cs"/>
        </a:defRPr>
      </a:lvl2pPr>
      <a:lvl3pPr marL="571500" indent="-171450" algn="l" defTabSz="914400" rtl="0" eaLnBrk="1" latinLnBrk="0" hangingPunct="1">
        <a:lnSpc>
          <a:spcPct val="90000"/>
        </a:lnSpc>
        <a:spcBef>
          <a:spcPts val="0"/>
        </a:spcBef>
        <a:spcAft>
          <a:spcPts val="1200"/>
        </a:spcAft>
        <a:buFont typeface="Calibri" panose="020F0502020204030204" pitchFamily="34" charset="0"/>
        <a:buChar char="-"/>
        <a:defRPr sz="1600" kern="1200">
          <a:solidFill>
            <a:schemeClr val="tx1"/>
          </a:solidFill>
          <a:latin typeface="+mn-lt"/>
          <a:ea typeface="+mn-ea"/>
          <a:cs typeface="+mn-cs"/>
        </a:defRPr>
      </a:lvl3pPr>
      <a:lvl4pPr marL="74295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91440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660">
          <p15:clr>
            <a:srgbClr val="F26B43"/>
          </p15:clr>
        </p15:guide>
        <p15:guide id="3" pos="7092">
          <p15:clr>
            <a:srgbClr val="F26B43"/>
          </p15:clr>
        </p15:guide>
        <p15:guide id="4" pos="594">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14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785" y="429272"/>
            <a:ext cx="10311765" cy="974663"/>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46785" y="1825625"/>
            <a:ext cx="10311765"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rot="10800000">
            <a:off x="-3" y="-4"/>
            <a:ext cx="1050134" cy="156755"/>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1311010" y="6527385"/>
            <a:ext cx="740366" cy="179271"/>
            <a:chOff x="-504825" y="3757613"/>
            <a:chExt cx="1009650" cy="244475"/>
          </a:xfrm>
          <a:solidFill>
            <a:schemeClr val="bg1">
              <a:lumMod val="85000"/>
            </a:schemeClr>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3" name="Rectangle 22"/>
          <p:cNvSpPr/>
          <p:nvPr userDrawn="1"/>
        </p:nvSpPr>
        <p:spPr>
          <a:xfrm>
            <a:off x="0" y="6498236"/>
            <a:ext cx="231632" cy="824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4"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pPr defTabSz="914400"/>
            <a:fld id="{0FB999A9-77CE-4AD1-9911-24A29F08BC34}" type="slidenum">
              <a:rPr lang="en-US" smtClean="0">
                <a:solidFill>
                  <a:prstClr val="white">
                    <a:lumMod val="75000"/>
                  </a:prstClr>
                </a:solidFill>
              </a:rPr>
              <a:pPr defTabSz="914400"/>
              <a:t>‹#›</a:t>
            </a:fld>
            <a:endParaRPr lang="en-US" dirty="0">
              <a:solidFill>
                <a:prstClr val="white">
                  <a:lumMod val="75000"/>
                </a:prstClr>
              </a:solidFill>
            </a:endParaRPr>
          </a:p>
        </p:txBody>
      </p:sp>
    </p:spTree>
    <p:extLst>
      <p:ext uri="{BB962C8B-B14F-4D97-AF65-F5344CB8AC3E}">
        <p14:creationId xmlns:p14="http://schemas.microsoft.com/office/powerpoint/2010/main" val="3697219631"/>
      </p:ext>
    </p:extLst>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 id="2147484033" r:id="rId7"/>
    <p:sldLayoutId id="2147484034" r:id="rId8"/>
    <p:sldLayoutId id="2147484035" r:id="rId9"/>
    <p:sldLayoutId id="2147484036" r:id="rId10"/>
    <p:sldLayoutId id="2147484037" r:id="rId11"/>
    <p:sldLayoutId id="2147484038" r:id="rId12"/>
    <p:sldLayoutId id="2147484039" r:id="rId13"/>
    <p:sldLayoutId id="2147484040" r:id="rId14"/>
    <p:sldLayoutId id="2147484041" r:id="rId15"/>
    <p:sldLayoutId id="2147484042" r:id="rId16"/>
    <p:sldLayoutId id="2147484043" r:id="rId17"/>
    <p:sldLayoutId id="2147484044" r:id="rId18"/>
    <p:sldLayoutId id="2147484045" r:id="rId19"/>
    <p:sldLayoutId id="2147484046" r:id="rId20"/>
    <p:sldLayoutId id="2147484047" r:id="rId21"/>
    <p:sldLayoutId id="2147484048" r:id="rId22"/>
    <p:sldLayoutId id="2147484049" r:id="rId23"/>
    <p:sldLayoutId id="2147484050" r:id="rId24"/>
    <p:sldLayoutId id="2147484051" r:id="rId25"/>
    <p:sldLayoutId id="2147484052" r:id="rId26"/>
    <p:sldLayoutId id="2147484053" r:id="rId27"/>
    <p:sldLayoutId id="2147484054" r:id="rId28"/>
    <p:sldLayoutId id="2147484055" r:id="rId29"/>
    <p:sldLayoutId id="2147484056" r:id="rId30"/>
    <p:sldLayoutId id="2147484057" r:id="rId31"/>
    <p:sldLayoutId id="2147484058" r:id="rId32"/>
    <p:sldLayoutId id="2147484059" r:id="rId33"/>
    <p:sldLayoutId id="2147484060" r:id="rId34"/>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1200"/>
        </a:spcAft>
        <a:buFont typeface="Wingdings" panose="05000000000000000000" pitchFamily="2" charset="2"/>
        <a:buChar char="§"/>
        <a:defRPr sz="2000" kern="1200">
          <a:solidFill>
            <a:schemeClr val="tx1"/>
          </a:solidFill>
          <a:latin typeface="+mn-lt"/>
          <a:ea typeface="+mn-ea"/>
          <a:cs typeface="+mn-cs"/>
        </a:defRPr>
      </a:lvl1pPr>
      <a:lvl2pPr marL="400050" indent="-171450" algn="l" defTabSz="914400" rtl="0" eaLnBrk="1" latinLnBrk="0" hangingPunct="1">
        <a:lnSpc>
          <a:spcPct val="90000"/>
        </a:lnSpc>
        <a:spcBef>
          <a:spcPts val="0"/>
        </a:spcBef>
        <a:spcAft>
          <a:spcPts val="1200"/>
        </a:spcAft>
        <a:buFont typeface="Calibri" panose="020F0502020204030204" pitchFamily="34" charset="0"/>
        <a:buChar char="-"/>
        <a:defRPr sz="1800" kern="1200">
          <a:solidFill>
            <a:schemeClr val="tx1"/>
          </a:solidFill>
          <a:latin typeface="+mn-lt"/>
          <a:ea typeface="+mn-ea"/>
          <a:cs typeface="+mn-cs"/>
        </a:defRPr>
      </a:lvl2pPr>
      <a:lvl3pPr marL="571500" indent="-171450" algn="l" defTabSz="914400" rtl="0" eaLnBrk="1" latinLnBrk="0" hangingPunct="1">
        <a:lnSpc>
          <a:spcPct val="90000"/>
        </a:lnSpc>
        <a:spcBef>
          <a:spcPts val="0"/>
        </a:spcBef>
        <a:spcAft>
          <a:spcPts val="1200"/>
        </a:spcAft>
        <a:buFont typeface="Calibri" panose="020F0502020204030204" pitchFamily="34" charset="0"/>
        <a:buChar char="-"/>
        <a:defRPr sz="1600" kern="1200">
          <a:solidFill>
            <a:schemeClr val="tx1"/>
          </a:solidFill>
          <a:latin typeface="+mn-lt"/>
          <a:ea typeface="+mn-ea"/>
          <a:cs typeface="+mn-cs"/>
        </a:defRPr>
      </a:lvl3pPr>
      <a:lvl4pPr marL="74295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91440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660">
          <p15:clr>
            <a:srgbClr val="F26B43"/>
          </p15:clr>
        </p15:guide>
        <p15:guide id="3" pos="7092">
          <p15:clr>
            <a:srgbClr val="F26B43"/>
          </p15:clr>
        </p15:guide>
        <p15:guide id="4" pos="594">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14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785" y="429272"/>
            <a:ext cx="10311765" cy="974663"/>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46785" y="1825625"/>
            <a:ext cx="10311765"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rot="10800000">
            <a:off x="-3" y="-4"/>
            <a:ext cx="1050134" cy="156755"/>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1311010" y="6527385"/>
            <a:ext cx="740366" cy="179271"/>
            <a:chOff x="-504825" y="3757613"/>
            <a:chExt cx="1009650" cy="244475"/>
          </a:xfrm>
          <a:solidFill>
            <a:schemeClr val="bg1">
              <a:lumMod val="85000"/>
            </a:schemeClr>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3" name="Rectangle 22"/>
          <p:cNvSpPr/>
          <p:nvPr userDrawn="1"/>
        </p:nvSpPr>
        <p:spPr>
          <a:xfrm>
            <a:off x="0" y="6498236"/>
            <a:ext cx="231632" cy="824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4"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pPr defTabSz="914400"/>
            <a:fld id="{0FB999A9-77CE-4AD1-9911-24A29F08BC34}" type="slidenum">
              <a:rPr lang="en-US" smtClean="0">
                <a:solidFill>
                  <a:prstClr val="white">
                    <a:lumMod val="75000"/>
                  </a:prstClr>
                </a:solidFill>
              </a:rPr>
              <a:pPr defTabSz="914400"/>
              <a:t>‹#›</a:t>
            </a:fld>
            <a:endParaRPr lang="en-US" dirty="0">
              <a:solidFill>
                <a:prstClr val="white">
                  <a:lumMod val="75000"/>
                </a:prstClr>
              </a:solidFill>
            </a:endParaRPr>
          </a:p>
        </p:txBody>
      </p:sp>
    </p:spTree>
    <p:extLst>
      <p:ext uri="{BB962C8B-B14F-4D97-AF65-F5344CB8AC3E}">
        <p14:creationId xmlns:p14="http://schemas.microsoft.com/office/powerpoint/2010/main" val="1868973556"/>
      </p:ext>
    </p:extLst>
  </p:cSld>
  <p:clrMap bg1="lt1" tx1="dk1" bg2="lt2" tx2="dk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 id="2147484073" r:id="rId12"/>
    <p:sldLayoutId id="2147484074" r:id="rId13"/>
    <p:sldLayoutId id="2147484075" r:id="rId14"/>
    <p:sldLayoutId id="2147484076" r:id="rId15"/>
    <p:sldLayoutId id="2147484077" r:id="rId16"/>
    <p:sldLayoutId id="2147484078" r:id="rId17"/>
    <p:sldLayoutId id="2147484079" r:id="rId18"/>
    <p:sldLayoutId id="2147484080" r:id="rId19"/>
    <p:sldLayoutId id="2147484081" r:id="rId20"/>
    <p:sldLayoutId id="2147484082" r:id="rId21"/>
    <p:sldLayoutId id="2147484083" r:id="rId22"/>
    <p:sldLayoutId id="2147484084" r:id="rId23"/>
    <p:sldLayoutId id="2147484085" r:id="rId24"/>
    <p:sldLayoutId id="2147484086" r:id="rId25"/>
    <p:sldLayoutId id="2147484087" r:id="rId26"/>
    <p:sldLayoutId id="2147484088" r:id="rId27"/>
    <p:sldLayoutId id="2147484089" r:id="rId28"/>
    <p:sldLayoutId id="2147484090" r:id="rId29"/>
    <p:sldLayoutId id="2147484091" r:id="rId30"/>
    <p:sldLayoutId id="2147484092" r:id="rId31"/>
    <p:sldLayoutId id="2147484093" r:id="rId32"/>
    <p:sldLayoutId id="2147484094" r:id="rId33"/>
    <p:sldLayoutId id="2147484095" r:id="rId34"/>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1200"/>
        </a:spcAft>
        <a:buFont typeface="Wingdings" panose="05000000000000000000" pitchFamily="2" charset="2"/>
        <a:buChar char="§"/>
        <a:defRPr sz="2000" kern="1200">
          <a:solidFill>
            <a:schemeClr val="tx1"/>
          </a:solidFill>
          <a:latin typeface="+mn-lt"/>
          <a:ea typeface="+mn-ea"/>
          <a:cs typeface="+mn-cs"/>
        </a:defRPr>
      </a:lvl1pPr>
      <a:lvl2pPr marL="400050" indent="-171450" algn="l" defTabSz="914400" rtl="0" eaLnBrk="1" latinLnBrk="0" hangingPunct="1">
        <a:lnSpc>
          <a:spcPct val="90000"/>
        </a:lnSpc>
        <a:spcBef>
          <a:spcPts val="0"/>
        </a:spcBef>
        <a:spcAft>
          <a:spcPts val="1200"/>
        </a:spcAft>
        <a:buFont typeface="Calibri" panose="020F0502020204030204" pitchFamily="34" charset="0"/>
        <a:buChar char="-"/>
        <a:defRPr sz="1800" kern="1200">
          <a:solidFill>
            <a:schemeClr val="tx1"/>
          </a:solidFill>
          <a:latin typeface="+mn-lt"/>
          <a:ea typeface="+mn-ea"/>
          <a:cs typeface="+mn-cs"/>
        </a:defRPr>
      </a:lvl2pPr>
      <a:lvl3pPr marL="571500" indent="-171450" algn="l" defTabSz="914400" rtl="0" eaLnBrk="1" latinLnBrk="0" hangingPunct="1">
        <a:lnSpc>
          <a:spcPct val="90000"/>
        </a:lnSpc>
        <a:spcBef>
          <a:spcPts val="0"/>
        </a:spcBef>
        <a:spcAft>
          <a:spcPts val="1200"/>
        </a:spcAft>
        <a:buFont typeface="Calibri" panose="020F0502020204030204" pitchFamily="34" charset="0"/>
        <a:buChar char="-"/>
        <a:defRPr sz="1600" kern="1200">
          <a:solidFill>
            <a:schemeClr val="tx1"/>
          </a:solidFill>
          <a:latin typeface="+mn-lt"/>
          <a:ea typeface="+mn-ea"/>
          <a:cs typeface="+mn-cs"/>
        </a:defRPr>
      </a:lvl3pPr>
      <a:lvl4pPr marL="74295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91440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660">
          <p15:clr>
            <a:srgbClr val="F26B43"/>
          </p15:clr>
        </p15:guide>
        <p15:guide id="3" pos="7092">
          <p15:clr>
            <a:srgbClr val="F26B43"/>
          </p15:clr>
        </p15:guide>
        <p15:guide id="4" pos="594">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14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785" y="429272"/>
            <a:ext cx="10311765" cy="974663"/>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46785" y="1825625"/>
            <a:ext cx="10311765"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rot="10800000">
            <a:off x="-3" y="-4"/>
            <a:ext cx="1050134" cy="156755"/>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1311010" y="6527385"/>
            <a:ext cx="740366" cy="179271"/>
            <a:chOff x="-504825" y="3757613"/>
            <a:chExt cx="1009650" cy="244475"/>
          </a:xfrm>
          <a:solidFill>
            <a:schemeClr val="bg1">
              <a:lumMod val="85000"/>
            </a:schemeClr>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3" name="Rectangle 22"/>
          <p:cNvSpPr/>
          <p:nvPr userDrawn="1"/>
        </p:nvSpPr>
        <p:spPr>
          <a:xfrm>
            <a:off x="0" y="6498236"/>
            <a:ext cx="231632" cy="824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4"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pPr defTabSz="914400"/>
            <a:fld id="{0FB999A9-77CE-4AD1-9911-24A29F08BC34}" type="slidenum">
              <a:rPr lang="en-US" smtClean="0">
                <a:solidFill>
                  <a:prstClr val="white">
                    <a:lumMod val="75000"/>
                  </a:prstClr>
                </a:solidFill>
              </a:rPr>
              <a:pPr defTabSz="914400"/>
              <a:t>‹#›</a:t>
            </a:fld>
            <a:endParaRPr lang="en-US" dirty="0">
              <a:solidFill>
                <a:prstClr val="white">
                  <a:lumMod val="75000"/>
                </a:prstClr>
              </a:solidFill>
            </a:endParaRPr>
          </a:p>
        </p:txBody>
      </p:sp>
    </p:spTree>
    <p:extLst>
      <p:ext uri="{BB962C8B-B14F-4D97-AF65-F5344CB8AC3E}">
        <p14:creationId xmlns:p14="http://schemas.microsoft.com/office/powerpoint/2010/main" val="3040155984"/>
      </p:ext>
    </p:extLst>
  </p:cSld>
  <p:clrMap bg1="lt1" tx1="dk1" bg2="lt2" tx2="dk2" accent1="accent1" accent2="accent2" accent3="accent3" accent4="accent4" accent5="accent5" accent6="accent6" hlink="hlink" folHlink="folHlink"/>
  <p:sldLayoutIdLst>
    <p:sldLayoutId id="2147484097" r:id="rId1"/>
    <p:sldLayoutId id="2147484098" r:id="rId2"/>
    <p:sldLayoutId id="2147484099" r:id="rId3"/>
    <p:sldLayoutId id="2147484100" r:id="rId4"/>
    <p:sldLayoutId id="2147484101" r:id="rId5"/>
    <p:sldLayoutId id="2147484102" r:id="rId6"/>
    <p:sldLayoutId id="2147484103" r:id="rId7"/>
    <p:sldLayoutId id="2147484104" r:id="rId8"/>
    <p:sldLayoutId id="2147484105" r:id="rId9"/>
    <p:sldLayoutId id="2147484106" r:id="rId10"/>
    <p:sldLayoutId id="2147484107" r:id="rId11"/>
    <p:sldLayoutId id="2147484108" r:id="rId12"/>
    <p:sldLayoutId id="2147484109" r:id="rId13"/>
    <p:sldLayoutId id="2147484110" r:id="rId14"/>
    <p:sldLayoutId id="2147484111" r:id="rId15"/>
    <p:sldLayoutId id="2147484112" r:id="rId16"/>
    <p:sldLayoutId id="2147484113" r:id="rId17"/>
    <p:sldLayoutId id="2147484114" r:id="rId18"/>
    <p:sldLayoutId id="2147484115" r:id="rId19"/>
    <p:sldLayoutId id="2147484116" r:id="rId20"/>
    <p:sldLayoutId id="2147484117" r:id="rId21"/>
    <p:sldLayoutId id="2147484118" r:id="rId22"/>
    <p:sldLayoutId id="2147484119" r:id="rId23"/>
    <p:sldLayoutId id="2147484120" r:id="rId24"/>
    <p:sldLayoutId id="2147484121" r:id="rId25"/>
    <p:sldLayoutId id="2147484122" r:id="rId26"/>
    <p:sldLayoutId id="2147484123" r:id="rId27"/>
    <p:sldLayoutId id="2147484124" r:id="rId28"/>
    <p:sldLayoutId id="2147484125" r:id="rId29"/>
    <p:sldLayoutId id="2147484126" r:id="rId30"/>
    <p:sldLayoutId id="2147484127" r:id="rId31"/>
    <p:sldLayoutId id="2147484128" r:id="rId32"/>
    <p:sldLayoutId id="2147484129" r:id="rId33"/>
    <p:sldLayoutId id="2147484130" r:id="rId34"/>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1200"/>
        </a:spcAft>
        <a:buFont typeface="Wingdings" panose="05000000000000000000" pitchFamily="2" charset="2"/>
        <a:buChar char="§"/>
        <a:defRPr sz="2000" kern="1200">
          <a:solidFill>
            <a:schemeClr val="tx1"/>
          </a:solidFill>
          <a:latin typeface="+mn-lt"/>
          <a:ea typeface="+mn-ea"/>
          <a:cs typeface="+mn-cs"/>
        </a:defRPr>
      </a:lvl1pPr>
      <a:lvl2pPr marL="400050" indent="-171450" algn="l" defTabSz="914400" rtl="0" eaLnBrk="1" latinLnBrk="0" hangingPunct="1">
        <a:lnSpc>
          <a:spcPct val="90000"/>
        </a:lnSpc>
        <a:spcBef>
          <a:spcPts val="0"/>
        </a:spcBef>
        <a:spcAft>
          <a:spcPts val="1200"/>
        </a:spcAft>
        <a:buFont typeface="Calibri" panose="020F0502020204030204" pitchFamily="34" charset="0"/>
        <a:buChar char="-"/>
        <a:defRPr sz="1800" kern="1200">
          <a:solidFill>
            <a:schemeClr val="tx1"/>
          </a:solidFill>
          <a:latin typeface="+mn-lt"/>
          <a:ea typeface="+mn-ea"/>
          <a:cs typeface="+mn-cs"/>
        </a:defRPr>
      </a:lvl2pPr>
      <a:lvl3pPr marL="571500" indent="-171450" algn="l" defTabSz="914400" rtl="0" eaLnBrk="1" latinLnBrk="0" hangingPunct="1">
        <a:lnSpc>
          <a:spcPct val="90000"/>
        </a:lnSpc>
        <a:spcBef>
          <a:spcPts val="0"/>
        </a:spcBef>
        <a:spcAft>
          <a:spcPts val="1200"/>
        </a:spcAft>
        <a:buFont typeface="Calibri" panose="020F0502020204030204" pitchFamily="34" charset="0"/>
        <a:buChar char="-"/>
        <a:defRPr sz="1600" kern="1200">
          <a:solidFill>
            <a:schemeClr val="tx1"/>
          </a:solidFill>
          <a:latin typeface="+mn-lt"/>
          <a:ea typeface="+mn-ea"/>
          <a:cs typeface="+mn-cs"/>
        </a:defRPr>
      </a:lvl3pPr>
      <a:lvl4pPr marL="74295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91440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660">
          <p15:clr>
            <a:srgbClr val="F26B43"/>
          </p15:clr>
        </p15:guide>
        <p15:guide id="3" pos="7092">
          <p15:clr>
            <a:srgbClr val="F26B43"/>
          </p15:clr>
        </p15:guide>
        <p15:guide id="4" pos="594">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14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fld id="{DF6A670D-F627-479B-9C7B-3E1F7F169E9B}" type="datetimeFigureOut">
              <a:rPr lang="en-GB" smtClean="0">
                <a:solidFill>
                  <a:prstClr val="black">
                    <a:tint val="75000"/>
                  </a:prstClr>
                </a:solidFill>
              </a:rPr>
              <a:pPr defTabSz="914400"/>
              <a:t>10/12/2018</a:t>
            </a:fld>
            <a:endParaRPr lang="en-GB">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a:fld id="{FDD9434C-7B3C-4566-A348-F19FC4D8B936}" type="slidenum">
              <a:rPr lang="en-GB" smtClean="0">
                <a:solidFill>
                  <a:prstClr val="black">
                    <a:tint val="75000"/>
                  </a:prstClr>
                </a:solidFill>
              </a:rPr>
              <a:pPr defTabSz="914400"/>
              <a:t>‹#›</a:t>
            </a:fld>
            <a:endParaRPr lang="en-GB">
              <a:solidFill>
                <a:prstClr val="black">
                  <a:tint val="75000"/>
                </a:prstClr>
              </a:solidFill>
            </a:endParaRPr>
          </a:p>
        </p:txBody>
      </p:sp>
    </p:spTree>
    <p:extLst>
      <p:ext uri="{BB962C8B-B14F-4D97-AF65-F5344CB8AC3E}">
        <p14:creationId xmlns:p14="http://schemas.microsoft.com/office/powerpoint/2010/main" val="3447243121"/>
      </p:ext>
    </p:extLst>
  </p:cSld>
  <p:clrMap bg1="lt1" tx1="dk1" bg2="lt2" tx2="dk2" accent1="accent1" accent2="accent2" accent3="accent3" accent4="accent4" accent5="accent5" accent6="accent6" hlink="hlink" folHlink="folHlink"/>
  <p:sldLayoutIdLst>
    <p:sldLayoutId id="2147484132" r:id="rId1"/>
    <p:sldLayoutId id="2147484133" r:id="rId2"/>
    <p:sldLayoutId id="2147484134" r:id="rId3"/>
    <p:sldLayoutId id="2147484135" r:id="rId4"/>
    <p:sldLayoutId id="2147484136" r:id="rId5"/>
    <p:sldLayoutId id="2147484137" r:id="rId6"/>
    <p:sldLayoutId id="2147484138" r:id="rId7"/>
    <p:sldLayoutId id="2147484139" r:id="rId8"/>
    <p:sldLayoutId id="2147484140" r:id="rId9"/>
    <p:sldLayoutId id="2147484141" r:id="rId10"/>
    <p:sldLayoutId id="21474841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785" y="429272"/>
            <a:ext cx="10311765" cy="974663"/>
          </a:xfrm>
          <a:prstGeom prst="rect">
            <a:avLst/>
          </a:prstGeom>
        </p:spPr>
        <p:txBody>
          <a:bodyPr vert="horz" lIns="91440" tIns="45720" rIns="91440" bIns="45720" rtlCol="0" anchor="t">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946785" y="1825625"/>
            <a:ext cx="10311765" cy="4351338"/>
          </a:xfrm>
          <a:prstGeom prst="rect">
            <a:avLst/>
          </a:prstGeom>
        </p:spPr>
        <p:txBody>
          <a:bodyPr vert="horz" lIns="91440" tIns="45720" rIns="91440" bIns="45720" rtlCol="0">
            <a:normAutofit/>
          </a:bodyPr>
          <a:lstStyle/>
          <a:p>
            <a:pPr lvl="0"/>
            <a:r>
              <a:rPr lang="en-US"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Rectangle 7"/>
          <p:cNvSpPr/>
          <p:nvPr userDrawn="1"/>
        </p:nvSpPr>
        <p:spPr>
          <a:xfrm rot="10800000">
            <a:off x="-3" y="-4"/>
            <a:ext cx="1050134" cy="156755"/>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1311010" y="6527385"/>
            <a:ext cx="740366" cy="179271"/>
            <a:chOff x="-504825" y="3757613"/>
            <a:chExt cx="1009650" cy="244475"/>
          </a:xfrm>
          <a:solidFill>
            <a:schemeClr val="bg1">
              <a:lumMod val="85000"/>
            </a:schemeClr>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3" name="Rectangle 22"/>
          <p:cNvSpPr/>
          <p:nvPr userDrawn="1"/>
        </p:nvSpPr>
        <p:spPr>
          <a:xfrm>
            <a:off x="0" y="6498236"/>
            <a:ext cx="231632" cy="824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4"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pPr defTabSz="914400"/>
            <a:fld id="{0FB999A9-77CE-4AD1-9911-24A29F08BC34}" type="slidenum">
              <a:rPr lang="en-US" smtClean="0">
                <a:solidFill>
                  <a:prstClr val="white">
                    <a:lumMod val="75000"/>
                  </a:prstClr>
                </a:solidFill>
              </a:rPr>
              <a:pPr defTabSz="914400"/>
              <a:t>‹#›</a:t>
            </a:fld>
            <a:endParaRPr lang="en-US" dirty="0">
              <a:solidFill>
                <a:prstClr val="white">
                  <a:lumMod val="75000"/>
                </a:prstClr>
              </a:solidFill>
            </a:endParaRPr>
          </a:p>
        </p:txBody>
      </p:sp>
    </p:spTree>
    <p:extLst>
      <p:ext uri="{BB962C8B-B14F-4D97-AF65-F5344CB8AC3E}">
        <p14:creationId xmlns:p14="http://schemas.microsoft.com/office/powerpoint/2010/main" val="935647898"/>
      </p:ext>
    </p:extLst>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 id="2147484155" r:id="rId12"/>
    <p:sldLayoutId id="2147484156" r:id="rId13"/>
    <p:sldLayoutId id="2147484157" r:id="rId14"/>
    <p:sldLayoutId id="2147484158" r:id="rId15"/>
    <p:sldLayoutId id="2147484159" r:id="rId16"/>
    <p:sldLayoutId id="2147484160" r:id="rId17"/>
    <p:sldLayoutId id="2147484161" r:id="rId18"/>
    <p:sldLayoutId id="2147484162" r:id="rId19"/>
    <p:sldLayoutId id="2147484163" r:id="rId20"/>
    <p:sldLayoutId id="2147484164" r:id="rId21"/>
    <p:sldLayoutId id="2147484165" r:id="rId22"/>
    <p:sldLayoutId id="2147484166" r:id="rId23"/>
    <p:sldLayoutId id="2147484167" r:id="rId24"/>
    <p:sldLayoutId id="2147484168" r:id="rId25"/>
    <p:sldLayoutId id="2147484169" r:id="rId26"/>
    <p:sldLayoutId id="2147484170" r:id="rId27"/>
    <p:sldLayoutId id="2147484171" r:id="rId28"/>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1200"/>
        </a:spcAft>
        <a:buFont typeface="Wingdings" panose="05000000000000000000" pitchFamily="2" charset="2"/>
        <a:buChar char="§"/>
        <a:defRPr sz="2000" kern="1200">
          <a:solidFill>
            <a:schemeClr val="tx1"/>
          </a:solidFill>
          <a:latin typeface="+mn-lt"/>
          <a:ea typeface="+mn-ea"/>
          <a:cs typeface="+mn-cs"/>
        </a:defRPr>
      </a:lvl1pPr>
      <a:lvl2pPr marL="400050" indent="-171450" algn="l" defTabSz="914400" rtl="0" eaLnBrk="1" latinLnBrk="0" hangingPunct="1">
        <a:lnSpc>
          <a:spcPct val="90000"/>
        </a:lnSpc>
        <a:spcBef>
          <a:spcPts val="0"/>
        </a:spcBef>
        <a:spcAft>
          <a:spcPts val="1200"/>
        </a:spcAft>
        <a:buFont typeface="Calibri" panose="020F0502020204030204" pitchFamily="34" charset="0"/>
        <a:buChar char="-"/>
        <a:defRPr sz="1800" kern="1200">
          <a:solidFill>
            <a:schemeClr val="tx1"/>
          </a:solidFill>
          <a:latin typeface="+mn-lt"/>
          <a:ea typeface="+mn-ea"/>
          <a:cs typeface="+mn-cs"/>
        </a:defRPr>
      </a:lvl2pPr>
      <a:lvl3pPr marL="571500" indent="-171450" algn="l" defTabSz="914400" rtl="0" eaLnBrk="1" latinLnBrk="0" hangingPunct="1">
        <a:lnSpc>
          <a:spcPct val="90000"/>
        </a:lnSpc>
        <a:spcBef>
          <a:spcPts val="0"/>
        </a:spcBef>
        <a:spcAft>
          <a:spcPts val="1200"/>
        </a:spcAft>
        <a:buFont typeface="Calibri" panose="020F0502020204030204" pitchFamily="34" charset="0"/>
        <a:buChar char="-"/>
        <a:defRPr sz="1600" kern="1200">
          <a:solidFill>
            <a:schemeClr val="tx1"/>
          </a:solidFill>
          <a:latin typeface="+mn-lt"/>
          <a:ea typeface="+mn-ea"/>
          <a:cs typeface="+mn-cs"/>
        </a:defRPr>
      </a:lvl3pPr>
      <a:lvl4pPr marL="74295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91440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660">
          <p15:clr>
            <a:srgbClr val="F26B43"/>
          </p15:clr>
        </p15:guide>
        <p15:guide id="3" pos="7092">
          <p15:clr>
            <a:srgbClr val="F26B43"/>
          </p15:clr>
        </p15:guide>
        <p15:guide id="4" pos="594">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146">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EAEA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Rectangle 6"/>
          <p:cNvSpPr/>
          <p:nvPr/>
        </p:nvSpPr>
        <p:spPr>
          <a:xfrm>
            <a:off x="608012" y="437706"/>
            <a:ext cx="10972800" cy="18288"/>
          </a:xfrm>
          <a:prstGeom prst="rect">
            <a:avLst/>
          </a:prstGeom>
          <a:solidFill>
            <a:srgbClr val="01A98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2F7A8908-8F7D-4671-9CE7-F4C8C33CF3B7}"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4"/>
                </a:solidFill>
              </a:defRPr>
            </a:lvl1pPr>
          </a:lstStyle>
          <a:p>
            <a:pPr defTabSz="914400"/>
            <a:fld id="{B016F8AB-BCEA-4347-8BA6-BE776009BC89}" type="slidenum">
              <a:rPr lang="en-US" smtClean="0">
                <a:solidFill>
                  <a:srgbClr val="5F7A76"/>
                </a:solidFill>
              </a:rPr>
              <a:pPr defTabSz="914400"/>
              <a:t>‹#›</a:t>
            </a:fld>
            <a:endParaRPr lang="en-US">
              <a:solidFill>
                <a:srgbClr val="5F7A76"/>
              </a:solidFill>
            </a:endParaRPr>
          </a:p>
        </p:txBody>
      </p:sp>
      <p:grpSp>
        <p:nvGrpSpPr>
          <p:cNvPr id="11" name="Group 10"/>
          <p:cNvGrpSpPr/>
          <p:nvPr userDrawn="1"/>
        </p:nvGrpSpPr>
        <p:grpSpPr>
          <a:xfrm>
            <a:off x="610272" y="6248400"/>
            <a:ext cx="969471" cy="403225"/>
            <a:chOff x="610272" y="6248401"/>
            <a:chExt cx="969471" cy="403225"/>
          </a:xfrm>
        </p:grpSpPr>
        <p:sp>
          <p:nvSpPr>
            <p:cNvPr id="12" name="Freeform 5"/>
            <p:cNvSpPr>
              <a:spLocks noEditPoints="1"/>
            </p:cNvSpPr>
            <p:nvPr/>
          </p:nvSpPr>
          <p:spPr bwMode="auto">
            <a:xfrm>
              <a:off x="610272" y="6248401"/>
              <a:ext cx="332015" cy="92199"/>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sp>
          <p:nvSpPr>
            <p:cNvPr id="13" name="Freeform 6"/>
            <p:cNvSpPr>
              <a:spLocks noEditPoints="1"/>
            </p:cNvSpPr>
            <p:nvPr/>
          </p:nvSpPr>
          <p:spPr bwMode="auto">
            <a:xfrm>
              <a:off x="610272" y="6403675"/>
              <a:ext cx="969471" cy="247951"/>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grpSp>
    </p:spTree>
    <p:extLst>
      <p:ext uri="{BB962C8B-B14F-4D97-AF65-F5344CB8AC3E}">
        <p14:creationId xmlns:p14="http://schemas.microsoft.com/office/powerpoint/2010/main" val="2483454597"/>
      </p:ext>
    </p:extLst>
  </p:cSld>
  <p:clrMap bg1="lt1" tx1="dk1" bg2="lt2" tx2="dk2" accent1="accent1" accent2="accent2" accent3="accent3" accent4="accent4" accent5="accent5" accent6="accent6" hlink="hlink" folHlink="folHlink"/>
  <p:sldLayoutIdLst>
    <p:sldLayoutId id="2147484173" r:id="rId1"/>
    <p:sldLayoutId id="2147484174" r:id="rId2"/>
    <p:sldLayoutId id="2147484175" r:id="rId3"/>
    <p:sldLayoutId id="2147484176" r:id="rId4"/>
    <p:sldLayoutId id="2147484177" r:id="rId5"/>
    <p:sldLayoutId id="2147484178" r:id="rId6"/>
    <p:sldLayoutId id="2147484179" r:id="rId7"/>
    <p:sldLayoutId id="2147484180" r:id="rId8"/>
    <p:sldLayoutId id="2147484181" r:id="rId9"/>
    <p:sldLayoutId id="2147484182" r:id="rId10"/>
    <p:sldLayoutId id="2147484183" r:id="rId11"/>
    <p:sldLayoutId id="2147484184" r:id="rId12"/>
    <p:sldLayoutId id="2147484185" r:id="rId13"/>
    <p:sldLayoutId id="2147484186" r:id="rId14"/>
    <p:sldLayoutId id="2147484187" r:id="rId15"/>
    <p:sldLayoutId id="2147484188" r:id="rId16"/>
    <p:sldLayoutId id="2147484189" r:id="rId17"/>
    <p:sldLayoutId id="2147484190" r:id="rId18"/>
    <p:sldLayoutId id="2147484191" r:id="rId19"/>
    <p:sldLayoutId id="2147484192" r:id="rId20"/>
    <p:sldLayoutId id="2147484193" r:id="rId21"/>
    <p:sldLayoutId id="2147484194" r:id="rId22"/>
    <p:sldLayoutId id="2147484195" r:id="rId23"/>
    <p:sldLayoutId id="2147484196" r:id="rId24"/>
    <p:sldLayoutId id="2147484197" r:id="rId25"/>
    <p:sldLayoutId id="2147484198" r:id="rId26"/>
    <p:sldLayoutId id="2147484199" r:id="rId27"/>
    <p:sldLayoutId id="2147484200" r:id="rId28"/>
    <p:sldLayoutId id="2147484201" r:id="rId29"/>
    <p:sldLayoutId id="2147484202" r:id="rId30"/>
    <p:sldLayoutId id="2147484203" r:id="rId31"/>
    <p:sldLayoutId id="2147484204" r:id="rId32"/>
    <p:sldLayoutId id="2147484205" r:id="rId33"/>
    <p:sldLayoutId id="2147484206" r:id="rId34"/>
    <p:sldLayoutId id="2147484207"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tx1"/>
        </a:buClr>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Clr>
          <a:schemeClr val="tx1"/>
        </a:buClr>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0.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7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106.xml"/><Relationship Id="rId5" Type="http://schemas.openxmlformats.org/officeDocument/2006/relationships/image" Target="../media/image14.emf"/><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5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5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5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03.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03.xml"/><Relationship Id="rId6" Type="http://schemas.openxmlformats.org/officeDocument/2006/relationships/image" Target="../media/image23.jpe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5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Secure Content Management </a:t>
            </a:r>
            <a:r>
              <a:rPr lang="en-US" dirty="0" smtClean="0"/>
              <a:t>Foundations Overview</a:t>
            </a:r>
            <a:r>
              <a:rPr lang="en-US" dirty="0"/>
              <a:t/>
            </a:r>
            <a:br>
              <a:rPr lang="en-US" dirty="0"/>
            </a:br>
            <a:endParaRPr lang="en-US" dirty="0"/>
          </a:p>
        </p:txBody>
      </p:sp>
      <p:sp>
        <p:nvSpPr>
          <p:cNvPr id="3" name="Subtitle 2"/>
          <p:cNvSpPr>
            <a:spLocks noGrp="1"/>
          </p:cNvSpPr>
          <p:nvPr>
            <p:ph type="subTitle" idx="1"/>
          </p:nvPr>
        </p:nvSpPr>
        <p:spPr/>
        <p:txBody>
          <a:bodyPr>
            <a:normAutofit/>
          </a:bodyPr>
          <a:lstStyle/>
          <a:p>
            <a:r>
              <a:rPr lang="en-US" dirty="0"/>
              <a:t/>
            </a:r>
            <a:br>
              <a:rPr lang="en-US" dirty="0"/>
            </a:br>
            <a:endParaRPr lang="en-US" dirty="0"/>
          </a:p>
        </p:txBody>
      </p:sp>
    </p:spTree>
    <p:extLst>
      <p:ext uri="{BB962C8B-B14F-4D97-AF65-F5344CB8AC3E}">
        <p14:creationId xmlns:p14="http://schemas.microsoft.com/office/powerpoint/2010/main" val="1917953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r>
              <a:rPr lang="en-US" dirty="0"/>
              <a:t>Trends</a:t>
            </a:r>
          </a:p>
          <a:p>
            <a:r>
              <a:rPr lang="en-US" dirty="0"/>
              <a:t>Customer Challenges </a:t>
            </a:r>
          </a:p>
          <a:p>
            <a:r>
              <a:rPr lang="en-US" dirty="0"/>
              <a:t>Solution Capabilities </a:t>
            </a:r>
          </a:p>
          <a:p>
            <a:r>
              <a:rPr lang="en-US" dirty="0"/>
              <a:t>Value to Change </a:t>
            </a:r>
          </a:p>
          <a:p>
            <a:r>
              <a:rPr lang="en-US" dirty="0"/>
              <a:t>Customer Success</a:t>
            </a:r>
          </a:p>
          <a:p>
            <a:r>
              <a:rPr lang="en-US" dirty="0"/>
              <a:t>Competition </a:t>
            </a:r>
          </a:p>
          <a:p>
            <a:r>
              <a:rPr lang="en-US" dirty="0"/>
              <a:t>Summary </a:t>
            </a:r>
            <a:endParaRPr lang="en-US" dirty="0" smtClean="0"/>
          </a:p>
          <a:p>
            <a:r>
              <a:rPr lang="en-US" dirty="0" smtClean="0"/>
              <a:t>Knowledge Check</a:t>
            </a:r>
            <a:endParaRPr lang="en-US" dirty="0"/>
          </a:p>
          <a:p>
            <a:endParaRPr lang="en-US" dirty="0"/>
          </a:p>
          <a:p>
            <a:endParaRPr lang="en-US" dirty="0"/>
          </a:p>
        </p:txBody>
      </p:sp>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229350" y="2280444"/>
            <a:ext cx="5029200" cy="3352800"/>
          </a:xfrm>
        </p:spPr>
      </p:pic>
      <p:sp>
        <p:nvSpPr>
          <p:cNvPr id="5" name="Slide Number Placeholder 4"/>
          <p:cNvSpPr>
            <a:spLocks noGrp="1"/>
          </p:cNvSpPr>
          <p:nvPr>
            <p:ph type="sldNum" sz="quarter" idx="4"/>
          </p:nvPr>
        </p:nvSpPr>
        <p:spPr/>
        <p:txBody>
          <a:bodyPr/>
          <a:lstStyle/>
          <a:p>
            <a:fld id="{0FB999A9-77CE-4AD1-9911-24A29F08BC34}" type="slidenum">
              <a:rPr lang="en-US" smtClean="0">
                <a:solidFill>
                  <a:prstClr val="white">
                    <a:lumMod val="75000"/>
                  </a:prstClr>
                </a:solidFill>
              </a:rPr>
              <a:pPr/>
              <a:t>2</a:t>
            </a:fld>
            <a:endParaRPr lang="en-US" dirty="0">
              <a:solidFill>
                <a:prstClr val="white">
                  <a:lumMod val="75000"/>
                </a:prstClr>
              </a:solidFill>
            </a:endParaRPr>
          </a:p>
        </p:txBody>
      </p:sp>
      <p:sp>
        <p:nvSpPr>
          <p:cNvPr id="2" name="Title 1"/>
          <p:cNvSpPr>
            <a:spLocks noGrp="1"/>
          </p:cNvSpPr>
          <p:nvPr>
            <p:ph type="title"/>
          </p:nvPr>
        </p:nvSpPr>
        <p:spPr/>
        <p:txBody>
          <a:bodyPr/>
          <a:lstStyle/>
          <a:p>
            <a:r>
              <a:rPr lang="en-US" dirty="0"/>
              <a:t>Agenda </a:t>
            </a:r>
          </a:p>
        </p:txBody>
      </p:sp>
    </p:spTree>
    <p:extLst>
      <p:ext uri="{BB962C8B-B14F-4D97-AF65-F5344CB8AC3E}">
        <p14:creationId xmlns:p14="http://schemas.microsoft.com/office/powerpoint/2010/main" val="410481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Trends  </a:t>
            </a:r>
          </a:p>
        </p:txBody>
      </p:sp>
    </p:spTree>
    <p:extLst>
      <p:ext uri="{BB962C8B-B14F-4D97-AF65-F5344CB8AC3E}">
        <p14:creationId xmlns:p14="http://schemas.microsoft.com/office/powerpoint/2010/main" val="3627552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Information Reality</a:t>
            </a:r>
          </a:p>
        </p:txBody>
      </p:sp>
      <p:grpSp>
        <p:nvGrpSpPr>
          <p:cNvPr id="6" name="Group 19"/>
          <p:cNvGrpSpPr/>
          <p:nvPr/>
        </p:nvGrpSpPr>
        <p:grpSpPr>
          <a:xfrm>
            <a:off x="717461" y="1868419"/>
            <a:ext cx="2615519" cy="3741938"/>
            <a:chOff x="406400" y="1454150"/>
            <a:chExt cx="1962150" cy="2933700"/>
          </a:xfrm>
          <a:solidFill>
            <a:sysClr val="window" lastClr="FFFFFF"/>
          </a:solidFill>
        </p:grpSpPr>
        <p:sp>
          <p:nvSpPr>
            <p:cNvPr id="7" name="Round Diagonal Corner Rectangle 6"/>
            <p:cNvSpPr/>
            <p:nvPr/>
          </p:nvSpPr>
          <p:spPr>
            <a:xfrm flipH="1">
              <a:off x="406400" y="1454150"/>
              <a:ext cx="1962150" cy="2933700"/>
            </a:xfrm>
            <a:prstGeom prst="round2DiagRect">
              <a:avLst>
                <a:gd name="adj1" fmla="val 7334"/>
                <a:gd name="adj2" fmla="val 0"/>
              </a:avLst>
            </a:prstGeom>
            <a:grpFill/>
            <a:ln w="9525" cap="flat" cmpd="sng" algn="ctr">
              <a:noFill/>
              <a:prstDash val="solid"/>
            </a:ln>
            <a:effectLst/>
          </p:spPr>
          <p:txBody>
            <a:bodyPr rtlCol="0" anchor="t" anchorCtr="0"/>
            <a:lstStyle/>
            <a:p>
              <a:pPr algn="ctr" defTabSz="1218895">
                <a:lnSpc>
                  <a:spcPts val="2133"/>
                </a:lnSpc>
                <a:defRPr/>
              </a:pPr>
              <a:r>
                <a:rPr lang="en-US" sz="2533" b="1" kern="0" dirty="0">
                  <a:solidFill>
                    <a:srgbClr val="0078EF"/>
                  </a:solidFill>
                  <a:cs typeface="Arial" panose="020B0604020202020204" pitchFamily="34" charset="0"/>
                </a:rPr>
                <a:t>Explosion </a:t>
              </a:r>
            </a:p>
            <a:p>
              <a:pPr algn="ctr" defTabSz="1218895">
                <a:lnSpc>
                  <a:spcPts val="2133"/>
                </a:lnSpc>
                <a:defRPr/>
              </a:pPr>
              <a:r>
                <a:rPr lang="en-US" sz="2533" b="1" kern="0" dirty="0">
                  <a:solidFill>
                    <a:srgbClr val="0078EF"/>
                  </a:solidFill>
                  <a:cs typeface="Arial" panose="020B0604020202020204" pitchFamily="34" charset="0"/>
                </a:rPr>
                <a:t>of data</a:t>
              </a:r>
            </a:p>
          </p:txBody>
        </p:sp>
        <p:cxnSp>
          <p:nvCxnSpPr>
            <p:cNvPr id="8" name="Straight Connector 7"/>
            <p:cNvCxnSpPr/>
            <p:nvPr/>
          </p:nvCxnSpPr>
          <p:spPr>
            <a:xfrm>
              <a:off x="533400" y="2082497"/>
              <a:ext cx="1727200" cy="1588"/>
            </a:xfrm>
            <a:prstGeom prst="line">
              <a:avLst/>
            </a:prstGeom>
            <a:grpFill/>
            <a:ln w="12700" cap="flat" cmpd="sng" algn="ctr">
              <a:solidFill>
                <a:srgbClr val="B9B8BB"/>
              </a:solidFill>
              <a:prstDash val="solid"/>
            </a:ln>
            <a:effectLst/>
          </p:spPr>
        </p:cxnSp>
        <p:sp>
          <p:nvSpPr>
            <p:cNvPr id="9" name="TextBox 8"/>
            <p:cNvSpPr txBox="1"/>
            <p:nvPr/>
          </p:nvSpPr>
          <p:spPr>
            <a:xfrm>
              <a:off x="520700" y="2203450"/>
              <a:ext cx="1727201" cy="957151"/>
            </a:xfrm>
            <a:prstGeom prst="rect">
              <a:avLst/>
            </a:prstGeom>
            <a:grpFill/>
          </p:spPr>
          <p:txBody>
            <a:bodyPr wrap="square" rtlCol="0">
              <a:spAutoFit/>
            </a:bodyPr>
            <a:lstStyle/>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Data doubling every 12-18 months</a:t>
              </a:r>
            </a:p>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New, unstructured data types to </a:t>
              </a:r>
              <a:r>
                <a:rPr lang="en-US" kern="0" dirty="0" smtClean="0">
                  <a:solidFill>
                    <a:prstClr val="black"/>
                  </a:solidFill>
                  <a:cs typeface="Arial" panose="020B0604020202020204" pitchFamily="34" charset="0"/>
                </a:rPr>
                <a:t>manage</a:t>
              </a:r>
              <a:endParaRPr lang="en-US" kern="0" dirty="0">
                <a:solidFill>
                  <a:prstClr val="black"/>
                </a:solidFill>
                <a:cs typeface="Arial" panose="020B0604020202020204" pitchFamily="34" charset="0"/>
              </a:endParaRPr>
            </a:p>
          </p:txBody>
        </p:sp>
      </p:grpSp>
      <p:grpSp>
        <p:nvGrpSpPr>
          <p:cNvPr id="10" name="Group 20"/>
          <p:cNvGrpSpPr/>
          <p:nvPr/>
        </p:nvGrpSpPr>
        <p:grpSpPr>
          <a:xfrm>
            <a:off x="3358373" y="1868419"/>
            <a:ext cx="2615519" cy="3741938"/>
            <a:chOff x="406400" y="1454150"/>
            <a:chExt cx="1962150" cy="2933700"/>
          </a:xfrm>
          <a:solidFill>
            <a:sysClr val="window" lastClr="FFFFFF"/>
          </a:solidFill>
        </p:grpSpPr>
        <p:sp>
          <p:nvSpPr>
            <p:cNvPr id="11" name="Round Diagonal Corner Rectangle 10"/>
            <p:cNvSpPr/>
            <p:nvPr/>
          </p:nvSpPr>
          <p:spPr>
            <a:xfrm flipH="1">
              <a:off x="406400" y="1454150"/>
              <a:ext cx="1962150" cy="2933700"/>
            </a:xfrm>
            <a:prstGeom prst="round2DiagRect">
              <a:avLst>
                <a:gd name="adj1" fmla="val 4829"/>
                <a:gd name="adj2" fmla="val 0"/>
              </a:avLst>
            </a:prstGeom>
            <a:grpFill/>
            <a:ln w="9525" cap="flat" cmpd="sng" algn="ctr">
              <a:noFill/>
              <a:prstDash val="solid"/>
            </a:ln>
            <a:effectLst/>
          </p:spPr>
          <p:txBody>
            <a:bodyPr rtlCol="0" anchor="t" anchorCtr="0"/>
            <a:lstStyle/>
            <a:p>
              <a:pPr algn="ctr" defTabSz="1218895">
                <a:lnSpc>
                  <a:spcPts val="2133"/>
                </a:lnSpc>
                <a:defRPr/>
              </a:pPr>
              <a:r>
                <a:rPr lang="en-US" sz="2533" b="1" kern="0" dirty="0">
                  <a:solidFill>
                    <a:srgbClr val="0078EF"/>
                  </a:solidFill>
                  <a:cs typeface="Arial" panose="020B0604020202020204" pitchFamily="34" charset="0"/>
                </a:rPr>
                <a:t>Data </a:t>
              </a:r>
            </a:p>
            <a:p>
              <a:pPr algn="ctr" defTabSz="1218895">
                <a:lnSpc>
                  <a:spcPts val="2133"/>
                </a:lnSpc>
                <a:defRPr/>
              </a:pPr>
              <a:r>
                <a:rPr lang="en-US" sz="2533" b="1" kern="0" dirty="0">
                  <a:solidFill>
                    <a:srgbClr val="0078EF"/>
                  </a:solidFill>
                  <a:cs typeface="Arial" panose="020B0604020202020204" pitchFamily="34" charset="0"/>
                </a:rPr>
                <a:t>everywhere</a:t>
              </a:r>
            </a:p>
          </p:txBody>
        </p:sp>
        <p:cxnSp>
          <p:nvCxnSpPr>
            <p:cNvPr id="12" name="Straight Connector 11"/>
            <p:cNvCxnSpPr/>
            <p:nvPr/>
          </p:nvCxnSpPr>
          <p:spPr>
            <a:xfrm>
              <a:off x="533400" y="2082497"/>
              <a:ext cx="1727200" cy="1588"/>
            </a:xfrm>
            <a:prstGeom prst="line">
              <a:avLst/>
            </a:prstGeom>
            <a:grpFill/>
            <a:ln w="12700" cap="flat" cmpd="sng" algn="ctr">
              <a:solidFill>
                <a:srgbClr val="B9B8BB"/>
              </a:solidFill>
              <a:prstDash val="solid"/>
            </a:ln>
            <a:effectLst/>
          </p:spPr>
        </p:cxnSp>
        <p:sp>
          <p:nvSpPr>
            <p:cNvPr id="13" name="TextBox 12"/>
            <p:cNvSpPr txBox="1"/>
            <p:nvPr/>
          </p:nvSpPr>
          <p:spPr>
            <a:xfrm>
              <a:off x="520700" y="2203450"/>
              <a:ext cx="1727201" cy="1681047"/>
            </a:xfrm>
            <a:prstGeom prst="rect">
              <a:avLst/>
            </a:prstGeom>
            <a:grpFill/>
          </p:spPr>
          <p:txBody>
            <a:bodyPr wrap="square" rtlCol="0">
              <a:spAutoFit/>
            </a:bodyPr>
            <a:lstStyle/>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Mobile, virtual, cloud joins physical</a:t>
              </a:r>
            </a:p>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Distributed across organization</a:t>
              </a:r>
            </a:p>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67% of users have three or more computing platforms</a:t>
              </a:r>
            </a:p>
          </p:txBody>
        </p:sp>
      </p:grpSp>
      <p:grpSp>
        <p:nvGrpSpPr>
          <p:cNvPr id="14" name="Group 24"/>
          <p:cNvGrpSpPr/>
          <p:nvPr/>
        </p:nvGrpSpPr>
        <p:grpSpPr>
          <a:xfrm>
            <a:off x="6161118" y="1868418"/>
            <a:ext cx="2615519" cy="3741939"/>
            <a:chOff x="406400" y="1454150"/>
            <a:chExt cx="1962150" cy="2933700"/>
          </a:xfrm>
          <a:solidFill>
            <a:sysClr val="window" lastClr="FFFFFF"/>
          </a:solidFill>
        </p:grpSpPr>
        <p:sp>
          <p:nvSpPr>
            <p:cNvPr id="15" name="Round Diagonal Corner Rectangle 14"/>
            <p:cNvSpPr/>
            <p:nvPr/>
          </p:nvSpPr>
          <p:spPr>
            <a:xfrm flipH="1">
              <a:off x="406400" y="1454150"/>
              <a:ext cx="1962150" cy="2933700"/>
            </a:xfrm>
            <a:prstGeom prst="round2DiagRect">
              <a:avLst>
                <a:gd name="adj1" fmla="val 4829"/>
                <a:gd name="adj2" fmla="val 0"/>
              </a:avLst>
            </a:prstGeom>
            <a:grpFill/>
            <a:ln w="9525" cap="flat" cmpd="sng" algn="ctr">
              <a:noFill/>
              <a:prstDash val="solid"/>
            </a:ln>
            <a:effectLst/>
          </p:spPr>
          <p:txBody>
            <a:bodyPr rtlCol="0" anchor="t" anchorCtr="0"/>
            <a:lstStyle/>
            <a:p>
              <a:pPr algn="ctr" defTabSz="1218895">
                <a:lnSpc>
                  <a:spcPts val="2133"/>
                </a:lnSpc>
                <a:defRPr/>
              </a:pPr>
              <a:r>
                <a:rPr lang="en-US" sz="2533" b="1" kern="0" dirty="0">
                  <a:solidFill>
                    <a:srgbClr val="0078EF"/>
                  </a:solidFill>
                  <a:cs typeface="Arial" panose="020B0604020202020204" pitchFamily="34" charset="0"/>
                </a:rPr>
                <a:t>Increased litigation</a:t>
              </a:r>
            </a:p>
          </p:txBody>
        </p:sp>
        <p:cxnSp>
          <p:nvCxnSpPr>
            <p:cNvPr id="16" name="Straight Connector 15"/>
            <p:cNvCxnSpPr/>
            <p:nvPr/>
          </p:nvCxnSpPr>
          <p:spPr>
            <a:xfrm>
              <a:off x="533400" y="2082497"/>
              <a:ext cx="1727200" cy="1588"/>
            </a:xfrm>
            <a:prstGeom prst="line">
              <a:avLst/>
            </a:prstGeom>
            <a:grpFill/>
            <a:ln w="12700" cap="flat" cmpd="sng" algn="ctr">
              <a:solidFill>
                <a:srgbClr val="B9B8BB"/>
              </a:solidFill>
              <a:prstDash val="solid"/>
            </a:ln>
            <a:effectLst/>
          </p:spPr>
        </p:cxnSp>
        <p:sp>
          <p:nvSpPr>
            <p:cNvPr id="17" name="TextBox 16"/>
            <p:cNvSpPr txBox="1"/>
            <p:nvPr/>
          </p:nvSpPr>
          <p:spPr>
            <a:xfrm>
              <a:off x="520700" y="2203450"/>
              <a:ext cx="1727201" cy="1359315"/>
            </a:xfrm>
            <a:prstGeom prst="rect">
              <a:avLst/>
            </a:prstGeom>
            <a:grpFill/>
          </p:spPr>
          <p:txBody>
            <a:bodyPr wrap="square" rtlCol="0">
              <a:spAutoFit/>
            </a:bodyPr>
            <a:lstStyle/>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More litigation than ever before</a:t>
              </a:r>
            </a:p>
            <a:p>
              <a:pPr marL="162943" indent="-162943" defTabSz="1218895">
                <a:lnSpc>
                  <a:spcPts val="1600"/>
                </a:lnSpc>
                <a:spcBef>
                  <a:spcPts val="800"/>
                </a:spcBef>
                <a:buFont typeface="Arial" pitchFamily="34" charset="0"/>
                <a:buChar char="•"/>
                <a:defRPr/>
              </a:pPr>
              <a:r>
                <a:rPr lang="en-US" kern="0" dirty="0" smtClean="0">
                  <a:solidFill>
                    <a:prstClr val="black"/>
                  </a:solidFill>
                  <a:cs typeface="Arial" panose="020B0604020202020204" pitchFamily="34" charset="0"/>
                </a:rPr>
                <a:t>Increasingly </a:t>
              </a:r>
              <a:r>
                <a:rPr lang="en-US" kern="0" dirty="0">
                  <a:solidFill>
                    <a:prstClr val="black"/>
                  </a:solidFill>
                  <a:cs typeface="Arial" panose="020B0604020202020204" pitchFamily="34" charset="0"/>
                </a:rPr>
                <a:t>complex </a:t>
              </a:r>
              <a:r>
                <a:rPr lang="en-US" kern="0" dirty="0" smtClean="0">
                  <a:solidFill>
                    <a:prstClr val="black"/>
                  </a:solidFill>
                  <a:cs typeface="Arial" panose="020B0604020202020204" pitchFamily="34" charset="0"/>
                </a:rPr>
                <a:t>cases</a:t>
              </a:r>
            </a:p>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Litigation increasingly involving </a:t>
              </a:r>
              <a:r>
                <a:rPr lang="en-US" kern="0" dirty="0" smtClean="0">
                  <a:solidFill>
                    <a:prstClr val="black"/>
                  </a:solidFill>
                  <a:cs typeface="Arial" panose="020B0604020202020204" pitchFamily="34" charset="0"/>
                </a:rPr>
                <a:t>ESI</a:t>
              </a:r>
              <a:endParaRPr lang="en-US" kern="0" dirty="0">
                <a:solidFill>
                  <a:prstClr val="black"/>
                </a:solidFill>
                <a:cs typeface="Arial" panose="020B0604020202020204" pitchFamily="34" charset="0"/>
              </a:endParaRPr>
            </a:p>
          </p:txBody>
        </p:sp>
      </p:grpSp>
      <p:grpSp>
        <p:nvGrpSpPr>
          <p:cNvPr id="18" name="Group 28"/>
          <p:cNvGrpSpPr/>
          <p:nvPr/>
        </p:nvGrpSpPr>
        <p:grpSpPr>
          <a:xfrm>
            <a:off x="8976561" y="1868417"/>
            <a:ext cx="2615519" cy="3741939"/>
            <a:chOff x="406400" y="1454150"/>
            <a:chExt cx="1962150" cy="2933700"/>
          </a:xfrm>
          <a:solidFill>
            <a:sysClr val="window" lastClr="FFFFFF"/>
          </a:solidFill>
        </p:grpSpPr>
        <p:sp>
          <p:nvSpPr>
            <p:cNvPr id="19" name="Round Diagonal Corner Rectangle 18"/>
            <p:cNvSpPr/>
            <p:nvPr/>
          </p:nvSpPr>
          <p:spPr>
            <a:xfrm flipH="1">
              <a:off x="406400" y="1454150"/>
              <a:ext cx="1962150" cy="2933700"/>
            </a:xfrm>
            <a:prstGeom prst="round2DiagRect">
              <a:avLst>
                <a:gd name="adj1" fmla="val 4829"/>
                <a:gd name="adj2" fmla="val 0"/>
              </a:avLst>
            </a:prstGeom>
            <a:grpFill/>
            <a:ln w="9525" cap="flat" cmpd="sng" algn="ctr">
              <a:noFill/>
              <a:prstDash val="solid"/>
            </a:ln>
            <a:effectLst/>
          </p:spPr>
          <p:txBody>
            <a:bodyPr rtlCol="0" anchor="t" anchorCtr="0"/>
            <a:lstStyle/>
            <a:p>
              <a:pPr algn="ctr" defTabSz="1218895">
                <a:lnSpc>
                  <a:spcPts val="2133"/>
                </a:lnSpc>
                <a:defRPr/>
              </a:pPr>
              <a:r>
                <a:rPr lang="en-US" sz="2533" b="1" kern="0" dirty="0">
                  <a:solidFill>
                    <a:srgbClr val="0078EF"/>
                  </a:solidFill>
                  <a:cs typeface="Arial" panose="020B0604020202020204" pitchFamily="34" charset="0"/>
                </a:rPr>
                <a:t>Escalating regulations</a:t>
              </a:r>
            </a:p>
          </p:txBody>
        </p:sp>
        <p:cxnSp>
          <p:nvCxnSpPr>
            <p:cNvPr id="20" name="Straight Connector 19"/>
            <p:cNvCxnSpPr/>
            <p:nvPr/>
          </p:nvCxnSpPr>
          <p:spPr>
            <a:xfrm>
              <a:off x="533400" y="2082497"/>
              <a:ext cx="1727200" cy="1588"/>
            </a:xfrm>
            <a:prstGeom prst="line">
              <a:avLst/>
            </a:prstGeom>
            <a:grpFill/>
            <a:ln w="12700" cap="flat" cmpd="sng" algn="ctr">
              <a:solidFill>
                <a:srgbClr val="B9B8BB"/>
              </a:solidFill>
              <a:prstDash val="solid"/>
            </a:ln>
            <a:effectLst/>
          </p:spPr>
        </p:cxnSp>
        <p:sp>
          <p:nvSpPr>
            <p:cNvPr id="21" name="TextBox 20"/>
            <p:cNvSpPr txBox="1"/>
            <p:nvPr/>
          </p:nvSpPr>
          <p:spPr>
            <a:xfrm>
              <a:off x="520700" y="2203450"/>
              <a:ext cx="1727201" cy="1359315"/>
            </a:xfrm>
            <a:prstGeom prst="rect">
              <a:avLst/>
            </a:prstGeom>
            <a:grpFill/>
          </p:spPr>
          <p:txBody>
            <a:bodyPr wrap="square" rtlCol="0">
              <a:spAutoFit/>
            </a:bodyPr>
            <a:lstStyle/>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Increasing volume and complexity of regulations</a:t>
              </a:r>
            </a:p>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Growth in regulatory investigations</a:t>
              </a:r>
            </a:p>
            <a:p>
              <a:pPr marL="162943" indent="-162943" defTabSz="1218895">
                <a:lnSpc>
                  <a:spcPts val="1600"/>
                </a:lnSpc>
                <a:spcBef>
                  <a:spcPts val="800"/>
                </a:spcBef>
                <a:buFont typeface="Arial" pitchFamily="34" charset="0"/>
                <a:buChar char="•"/>
                <a:defRPr/>
              </a:pPr>
              <a:r>
                <a:rPr lang="en-US" kern="0" dirty="0">
                  <a:solidFill>
                    <a:prstClr val="black"/>
                  </a:solidFill>
                  <a:cs typeface="Arial" panose="020B0604020202020204" pitchFamily="34" charset="0"/>
                </a:rPr>
                <a:t>Tougher sanctions</a:t>
              </a:r>
            </a:p>
          </p:txBody>
        </p:sp>
      </p:grpSp>
      <p:sp>
        <p:nvSpPr>
          <p:cNvPr id="22" name="Left-Right Arrow 21"/>
          <p:cNvSpPr/>
          <p:nvPr/>
        </p:nvSpPr>
        <p:spPr>
          <a:xfrm>
            <a:off x="886750" y="4934602"/>
            <a:ext cx="10705330" cy="801302"/>
          </a:xfrm>
          <a:prstGeom prst="leftRightArrow">
            <a:avLst>
              <a:gd name="adj1" fmla="val 62676"/>
              <a:gd name="adj2" fmla="val 77465"/>
            </a:avLst>
          </a:prstGeom>
          <a:solidFill>
            <a:srgbClr val="0078EF"/>
          </a:solidFill>
          <a:ln w="9525" cap="flat" cmpd="sng" algn="ctr">
            <a:noFill/>
            <a:prstDash val="solid"/>
          </a:ln>
          <a:effectLst/>
        </p:spPr>
        <p:txBody>
          <a:bodyPr tIns="0" bIns="0" rtlCol="0" anchor="ctr"/>
          <a:lstStyle/>
          <a:p>
            <a:pPr algn="ctr" defTabSz="573474">
              <a:spcAft>
                <a:spcPts val="533"/>
              </a:spcAft>
              <a:buSzPct val="100000"/>
            </a:pPr>
            <a:r>
              <a:rPr lang="en-US" sz="2400" b="1" kern="0" dirty="0" smtClean="0">
                <a:solidFill>
                  <a:prstClr val="white"/>
                </a:solidFill>
                <a:cs typeface="Arial" panose="020B0604020202020204" pitchFamily="34" charset="0"/>
              </a:rPr>
              <a:t>it is getting more difficult for customers to manually govern their data</a:t>
            </a:r>
            <a:endParaRPr lang="en-US" sz="2400" b="1" kern="0" dirty="0">
              <a:solidFill>
                <a:prstClr val="white"/>
              </a:solidFill>
              <a:cs typeface="Arial" panose="020B0604020202020204" pitchFamily="34" charset="0"/>
            </a:endParaRPr>
          </a:p>
        </p:txBody>
      </p:sp>
    </p:spTree>
    <p:extLst>
      <p:ext uri="{BB962C8B-B14F-4D97-AF65-F5344CB8AC3E}">
        <p14:creationId xmlns:p14="http://schemas.microsoft.com/office/powerpoint/2010/main" val="1366459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0" y="4958775"/>
            <a:ext cx="12192000" cy="1981200"/>
            <a:chOff x="0" y="4712691"/>
            <a:chExt cx="12192000" cy="2145309"/>
          </a:xfrm>
        </p:grpSpPr>
        <p:pic>
          <p:nvPicPr>
            <p:cNvPr id="60" name="Picture 59"/>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4800600"/>
              <a:ext cx="12192000" cy="2057400"/>
            </a:xfrm>
            <a:prstGeom prst="rect">
              <a:avLst/>
            </a:prstGeom>
          </p:spPr>
        </p:pic>
        <p:sp>
          <p:nvSpPr>
            <p:cNvPr id="61" name="Round Diagonal Corner Rectangle 60"/>
            <p:cNvSpPr/>
            <p:nvPr/>
          </p:nvSpPr>
          <p:spPr bwMode="ltGray">
            <a:xfrm>
              <a:off x="4724400" y="4712691"/>
              <a:ext cx="1143000" cy="468909"/>
            </a:xfrm>
            <a:prstGeom prst="round2Diag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err="1">
                <a:solidFill>
                  <a:prstClr val="white"/>
                </a:solidFill>
              </a:endParaRPr>
            </a:p>
          </p:txBody>
        </p:sp>
      </p:grpSp>
      <p:sp>
        <p:nvSpPr>
          <p:cNvPr id="2" name="Title 1"/>
          <p:cNvSpPr>
            <a:spLocks noGrp="1"/>
          </p:cNvSpPr>
          <p:nvPr>
            <p:ph type="title"/>
          </p:nvPr>
        </p:nvSpPr>
        <p:spPr>
          <a:xfrm>
            <a:off x="609441" y="521819"/>
            <a:ext cx="10969943" cy="411480"/>
          </a:xfrm>
        </p:spPr>
        <p:txBody>
          <a:bodyPr>
            <a:noAutofit/>
          </a:bodyPr>
          <a:lstStyle/>
          <a:p>
            <a:r>
              <a:rPr lang="en-US" dirty="0"/>
              <a:t>Information Governance is also critical to manage risk</a:t>
            </a:r>
          </a:p>
        </p:txBody>
      </p:sp>
      <p:grpSp>
        <p:nvGrpSpPr>
          <p:cNvPr id="12" name="Group 11"/>
          <p:cNvGrpSpPr/>
          <p:nvPr/>
        </p:nvGrpSpPr>
        <p:grpSpPr>
          <a:xfrm>
            <a:off x="9049763" y="1467051"/>
            <a:ext cx="2706767" cy="3528782"/>
            <a:chOff x="8142011" y="1153427"/>
            <a:chExt cx="2932174" cy="3822644"/>
          </a:xfrm>
        </p:grpSpPr>
        <p:sp>
          <p:nvSpPr>
            <p:cNvPr id="13" name="Oval 12"/>
            <p:cNvSpPr/>
            <p:nvPr/>
          </p:nvSpPr>
          <p:spPr>
            <a:xfrm>
              <a:off x="8534400" y="1156876"/>
              <a:ext cx="2103353" cy="210335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398">
                <a:solidFill>
                  <a:prstClr val="white"/>
                </a:solidFill>
              </a:endParaRPr>
            </a:p>
          </p:txBody>
        </p:sp>
        <p:sp>
          <p:nvSpPr>
            <p:cNvPr id="14" name="Pie 13"/>
            <p:cNvSpPr/>
            <p:nvPr/>
          </p:nvSpPr>
          <p:spPr>
            <a:xfrm>
              <a:off x="8534400" y="1153427"/>
              <a:ext cx="2103354" cy="2100634"/>
            </a:xfrm>
            <a:prstGeom prst="pie">
              <a:avLst>
                <a:gd name="adj1" fmla="val 21099756"/>
                <a:gd name="adj2" fmla="val 16200000"/>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398">
                <a:solidFill>
                  <a:prstClr val="black"/>
                </a:solidFill>
              </a:endParaRPr>
            </a:p>
          </p:txBody>
        </p:sp>
        <p:sp>
          <p:nvSpPr>
            <p:cNvPr id="15" name="TextBox 14"/>
            <p:cNvSpPr txBox="1"/>
            <p:nvPr/>
          </p:nvSpPr>
          <p:spPr>
            <a:xfrm>
              <a:off x="8779012" y="1695859"/>
              <a:ext cx="1830612" cy="1077391"/>
            </a:xfrm>
            <a:prstGeom prst="rect">
              <a:avLst/>
            </a:prstGeom>
            <a:noFill/>
          </p:spPr>
          <p:txBody>
            <a:bodyPr wrap="none" rtlCol="0">
              <a:spAutoFit/>
            </a:bodyPr>
            <a:lstStyle/>
            <a:p>
              <a:pPr defTabSz="573302">
                <a:spcAft>
                  <a:spcPts val="533"/>
                </a:spcAft>
                <a:buSzPct val="100000"/>
              </a:pPr>
              <a:r>
                <a:rPr lang="en-US" sz="5863" b="1" dirty="0">
                  <a:solidFill>
                    <a:prstClr val="white"/>
                  </a:solidFill>
                  <a:cs typeface="HP Simplified" pitchFamily="34" charset="0"/>
                </a:rPr>
                <a:t>22%</a:t>
              </a:r>
              <a:endParaRPr lang="en-US" sz="5330" b="1" dirty="0">
                <a:solidFill>
                  <a:prstClr val="white"/>
                </a:solidFill>
                <a:cs typeface="HP Simplified" pitchFamily="34" charset="0"/>
              </a:endParaRPr>
            </a:p>
          </p:txBody>
        </p:sp>
        <p:sp>
          <p:nvSpPr>
            <p:cNvPr id="16" name="TextBox 15"/>
            <p:cNvSpPr txBox="1"/>
            <p:nvPr/>
          </p:nvSpPr>
          <p:spPr>
            <a:xfrm>
              <a:off x="8142011" y="3277085"/>
              <a:ext cx="2932174" cy="1698986"/>
            </a:xfrm>
            <a:prstGeom prst="rect">
              <a:avLst/>
            </a:prstGeom>
            <a:noFill/>
          </p:spPr>
          <p:txBody>
            <a:bodyPr wrap="none" rtlCol="0">
              <a:spAutoFit/>
            </a:bodyPr>
            <a:lstStyle/>
            <a:p>
              <a:pPr algn="ctr" defTabSz="573302">
                <a:buSzPct val="100000"/>
              </a:pPr>
              <a:r>
                <a:rPr lang="en-US" sz="2398" dirty="0">
                  <a:solidFill>
                    <a:schemeClr val="accent4"/>
                  </a:solidFill>
                  <a:cs typeface="HP Simplified" pitchFamily="34" charset="0"/>
                </a:rPr>
                <a:t>reported </a:t>
              </a:r>
              <a:r>
                <a:rPr lang="en-US" sz="2398" b="1" dirty="0">
                  <a:solidFill>
                    <a:schemeClr val="accent4"/>
                  </a:solidFill>
                  <a:cs typeface="HP Simplified" pitchFamily="34" charset="0"/>
                </a:rPr>
                <a:t>negative </a:t>
              </a:r>
            </a:p>
            <a:p>
              <a:pPr algn="ctr" defTabSz="573302">
                <a:buSzPct val="100000"/>
              </a:pPr>
              <a:r>
                <a:rPr lang="en-US" sz="2398" b="1" dirty="0">
                  <a:solidFill>
                    <a:schemeClr val="accent4"/>
                  </a:solidFill>
                  <a:cs typeface="HP Simplified" pitchFamily="34" charset="0"/>
                </a:rPr>
                <a:t>financial impact </a:t>
              </a:r>
            </a:p>
            <a:p>
              <a:pPr algn="ctr" defTabSz="573302">
                <a:buSzPct val="100000"/>
              </a:pPr>
              <a:r>
                <a:rPr lang="en-US" sz="2398" dirty="0">
                  <a:solidFill>
                    <a:schemeClr val="accent4"/>
                  </a:solidFill>
                  <a:cs typeface="HP Simplified" pitchFamily="34" charset="0"/>
                </a:rPr>
                <a:t>from cases involving</a:t>
              </a:r>
            </a:p>
            <a:p>
              <a:pPr algn="ctr" defTabSz="573302">
                <a:buSzPct val="100000"/>
              </a:pPr>
              <a:r>
                <a:rPr lang="en-US" sz="2398" dirty="0">
                  <a:solidFill>
                    <a:schemeClr val="accent4"/>
                  </a:solidFill>
                  <a:cs typeface="HP Simplified" pitchFamily="34" charset="0"/>
                </a:rPr>
                <a:t>electronic records</a:t>
              </a:r>
              <a:endParaRPr lang="en-US" sz="2398" b="1" dirty="0">
                <a:solidFill>
                  <a:schemeClr val="accent4"/>
                </a:solidFill>
                <a:cs typeface="HP Simplified" pitchFamily="34" charset="0"/>
              </a:endParaRPr>
            </a:p>
          </p:txBody>
        </p:sp>
      </p:grpSp>
      <p:grpSp>
        <p:nvGrpSpPr>
          <p:cNvPr id="6" name="Group 5"/>
          <p:cNvGrpSpPr/>
          <p:nvPr/>
        </p:nvGrpSpPr>
        <p:grpSpPr>
          <a:xfrm>
            <a:off x="6109626" y="1537258"/>
            <a:ext cx="2642518" cy="3825914"/>
            <a:chOff x="6109626" y="1537258"/>
            <a:chExt cx="2642518" cy="3825914"/>
          </a:xfrm>
        </p:grpSpPr>
        <p:sp>
          <p:nvSpPr>
            <p:cNvPr id="18" name="TextBox 17"/>
            <p:cNvSpPr txBox="1"/>
            <p:nvPr/>
          </p:nvSpPr>
          <p:spPr>
            <a:xfrm>
              <a:off x="6109626" y="3425782"/>
              <a:ext cx="2642518" cy="1937390"/>
            </a:xfrm>
            <a:prstGeom prst="rect">
              <a:avLst/>
            </a:prstGeom>
            <a:noFill/>
          </p:spPr>
          <p:txBody>
            <a:bodyPr wrap="none" rtlCol="0">
              <a:spAutoFit/>
            </a:bodyPr>
            <a:lstStyle/>
            <a:p>
              <a:pPr algn="ctr" defTabSz="573302">
                <a:buSzPct val="100000"/>
              </a:pPr>
              <a:r>
                <a:rPr lang="en-US" sz="2398" dirty="0">
                  <a:ln w="3175">
                    <a:solidFill>
                      <a:schemeClr val="accent6"/>
                    </a:solidFill>
                  </a:ln>
                  <a:solidFill>
                    <a:schemeClr val="accent6"/>
                  </a:solidFill>
                  <a:cs typeface="HP Simplified" pitchFamily="34" charset="0"/>
                </a:rPr>
                <a:t>of organizations say</a:t>
              </a:r>
            </a:p>
            <a:p>
              <a:pPr algn="ctr" defTabSz="573302">
                <a:buSzPct val="100000"/>
              </a:pPr>
              <a:r>
                <a:rPr lang="en-US" sz="2398" dirty="0">
                  <a:ln w="3175">
                    <a:solidFill>
                      <a:schemeClr val="accent6"/>
                    </a:solidFill>
                  </a:ln>
                  <a:solidFill>
                    <a:schemeClr val="accent6"/>
                  </a:solidFill>
                  <a:cs typeface="HP Simplified" pitchFamily="34" charset="0"/>
                </a:rPr>
                <a:t>a lack of IG leaves</a:t>
              </a:r>
            </a:p>
            <a:p>
              <a:pPr algn="ctr" defTabSz="573302">
                <a:buSzPct val="100000"/>
              </a:pPr>
              <a:r>
                <a:rPr lang="en-US" sz="2398" dirty="0">
                  <a:ln w="3175">
                    <a:solidFill>
                      <a:schemeClr val="accent6"/>
                    </a:solidFill>
                  </a:ln>
                  <a:solidFill>
                    <a:schemeClr val="accent6"/>
                  </a:solidFill>
                  <a:cs typeface="HP Simplified" pitchFamily="34" charset="0"/>
                </a:rPr>
                <a:t>them open to </a:t>
              </a:r>
            </a:p>
            <a:p>
              <a:pPr algn="ctr" defTabSz="573302">
                <a:buSzPct val="100000"/>
              </a:pPr>
              <a:r>
                <a:rPr lang="en-US" sz="2398" dirty="0">
                  <a:ln w="3175">
                    <a:solidFill>
                      <a:schemeClr val="accent6"/>
                    </a:solidFill>
                  </a:ln>
                  <a:solidFill>
                    <a:schemeClr val="accent6"/>
                  </a:solidFill>
                  <a:cs typeface="HP Simplified" pitchFamily="34" charset="0"/>
                </a:rPr>
                <a:t>litigation risks</a:t>
              </a:r>
            </a:p>
            <a:p>
              <a:pPr algn="ctr" defTabSz="573302">
                <a:buSzPct val="100000"/>
              </a:pPr>
              <a:endParaRPr lang="en-US" sz="2398" b="1" dirty="0">
                <a:solidFill>
                  <a:srgbClr val="00B388"/>
                </a:solidFill>
                <a:cs typeface="HP Simplified" pitchFamily="34" charset="0"/>
              </a:endParaRPr>
            </a:p>
          </p:txBody>
        </p:sp>
        <p:sp>
          <p:nvSpPr>
            <p:cNvPr id="21" name="Oval 20"/>
            <p:cNvSpPr/>
            <p:nvPr/>
          </p:nvSpPr>
          <p:spPr>
            <a:xfrm>
              <a:off x="6515806" y="1537258"/>
              <a:ext cx="1830155" cy="1864403"/>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398">
                <a:solidFill>
                  <a:prstClr val="white"/>
                </a:solidFill>
              </a:endParaRPr>
            </a:p>
          </p:txBody>
        </p:sp>
        <p:sp>
          <p:nvSpPr>
            <p:cNvPr id="22" name="Pie 21"/>
            <p:cNvSpPr/>
            <p:nvPr/>
          </p:nvSpPr>
          <p:spPr>
            <a:xfrm>
              <a:off x="6515806" y="1544208"/>
              <a:ext cx="1830155" cy="1861992"/>
            </a:xfrm>
            <a:prstGeom prst="pie">
              <a:avLst>
                <a:gd name="adj1" fmla="val 4807555"/>
                <a:gd name="adj2" fmla="val 16200000"/>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398">
                <a:solidFill>
                  <a:prstClr val="black"/>
                </a:solidFill>
              </a:endParaRPr>
            </a:p>
          </p:txBody>
        </p:sp>
        <p:sp>
          <p:nvSpPr>
            <p:cNvPr id="20" name="TextBox 19"/>
            <p:cNvSpPr txBox="1"/>
            <p:nvPr/>
          </p:nvSpPr>
          <p:spPr>
            <a:xfrm>
              <a:off x="6688858" y="1991760"/>
              <a:ext cx="1689886" cy="994568"/>
            </a:xfrm>
            <a:prstGeom prst="rect">
              <a:avLst/>
            </a:prstGeom>
            <a:noFill/>
          </p:spPr>
          <p:txBody>
            <a:bodyPr wrap="none" rtlCol="0">
              <a:spAutoFit/>
            </a:bodyPr>
            <a:lstStyle/>
            <a:p>
              <a:pPr defTabSz="573302">
                <a:spcAft>
                  <a:spcPts val="533"/>
                </a:spcAft>
                <a:buSzPct val="100000"/>
              </a:pPr>
              <a:r>
                <a:rPr lang="en-US" sz="5863" b="1" dirty="0">
                  <a:solidFill>
                    <a:prstClr val="white"/>
                  </a:solidFill>
                  <a:cs typeface="HP Simplified" pitchFamily="34" charset="0"/>
                </a:rPr>
                <a:t>45%</a:t>
              </a:r>
              <a:endParaRPr lang="en-US" sz="5330" b="1" dirty="0">
                <a:solidFill>
                  <a:prstClr val="white"/>
                </a:solidFill>
                <a:cs typeface="HP Simplified" pitchFamily="34" charset="0"/>
              </a:endParaRPr>
            </a:p>
          </p:txBody>
        </p:sp>
      </p:grpSp>
      <p:grpSp>
        <p:nvGrpSpPr>
          <p:cNvPr id="24" name="Group 23"/>
          <p:cNvGrpSpPr/>
          <p:nvPr/>
        </p:nvGrpSpPr>
        <p:grpSpPr>
          <a:xfrm>
            <a:off x="184301" y="1540652"/>
            <a:ext cx="2659702" cy="3087893"/>
            <a:chOff x="11487476" y="5100027"/>
            <a:chExt cx="3056729" cy="3483652"/>
          </a:xfrm>
        </p:grpSpPr>
        <p:sp>
          <p:nvSpPr>
            <p:cNvPr id="25" name="TextBox 24"/>
            <p:cNvSpPr txBox="1"/>
            <p:nvPr/>
          </p:nvSpPr>
          <p:spPr>
            <a:xfrm>
              <a:off x="11487476" y="7230595"/>
              <a:ext cx="3056729" cy="1353084"/>
            </a:xfrm>
            <a:prstGeom prst="rect">
              <a:avLst/>
            </a:prstGeom>
            <a:noFill/>
          </p:spPr>
          <p:txBody>
            <a:bodyPr wrap="none" rtlCol="0">
              <a:spAutoFit/>
            </a:bodyPr>
            <a:lstStyle/>
            <a:p>
              <a:pPr algn="ctr" defTabSz="573302">
                <a:buSzPct val="100000"/>
              </a:pPr>
              <a:r>
                <a:rPr lang="en-US" sz="2398" dirty="0">
                  <a:solidFill>
                    <a:schemeClr val="accent3"/>
                  </a:solidFill>
                  <a:cs typeface="HP Simplified" pitchFamily="34" charset="0"/>
                </a:rPr>
                <a:t>of organizations </a:t>
              </a:r>
            </a:p>
            <a:p>
              <a:pPr algn="ctr" defTabSz="573302">
                <a:buSzPct val="100000"/>
              </a:pPr>
              <a:r>
                <a:rPr lang="en-US" sz="2398" dirty="0">
                  <a:solidFill>
                    <a:schemeClr val="accent3"/>
                  </a:solidFill>
                  <a:cs typeface="HP Simplified" pitchFamily="34" charset="0"/>
                </a:rPr>
                <a:t>describe their email</a:t>
              </a:r>
            </a:p>
            <a:p>
              <a:pPr algn="ctr" defTabSz="573302">
                <a:buSzPct val="100000"/>
              </a:pPr>
              <a:r>
                <a:rPr lang="en-US" sz="2398" dirty="0">
                  <a:solidFill>
                    <a:schemeClr val="accent3"/>
                  </a:solidFill>
                  <a:cs typeface="HP Simplified" pitchFamily="34" charset="0"/>
                </a:rPr>
                <a:t>as</a:t>
              </a:r>
              <a:r>
                <a:rPr lang="en-US" sz="2398" b="1" dirty="0">
                  <a:solidFill>
                    <a:schemeClr val="accent3"/>
                  </a:solidFill>
                  <a:cs typeface="HP Simplified" pitchFamily="34" charset="0"/>
                </a:rPr>
                <a:t> “chaotic”</a:t>
              </a:r>
            </a:p>
          </p:txBody>
        </p:sp>
        <p:grpSp>
          <p:nvGrpSpPr>
            <p:cNvPr id="26" name="Group 25"/>
            <p:cNvGrpSpPr/>
            <p:nvPr/>
          </p:nvGrpSpPr>
          <p:grpSpPr>
            <a:xfrm>
              <a:off x="11964161" y="5100027"/>
              <a:ext cx="2103353" cy="2108472"/>
              <a:chOff x="6053698" y="452762"/>
              <a:chExt cx="1042416" cy="1044953"/>
            </a:xfrm>
          </p:grpSpPr>
          <p:sp>
            <p:nvSpPr>
              <p:cNvPr id="28" name="Oval 27"/>
              <p:cNvSpPr/>
              <p:nvPr/>
            </p:nvSpPr>
            <p:spPr>
              <a:xfrm>
                <a:off x="6053698" y="452762"/>
                <a:ext cx="1042416" cy="104241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398">
                  <a:solidFill>
                    <a:prstClr val="white"/>
                  </a:solidFill>
                </a:endParaRPr>
              </a:p>
            </p:txBody>
          </p:sp>
          <p:sp>
            <p:nvSpPr>
              <p:cNvPr id="29" name="Pie 28"/>
              <p:cNvSpPr/>
              <p:nvPr/>
            </p:nvSpPr>
            <p:spPr>
              <a:xfrm>
                <a:off x="6053698" y="456647"/>
                <a:ext cx="1042416" cy="1041068"/>
              </a:xfrm>
              <a:prstGeom prst="pie">
                <a:avLst>
                  <a:gd name="adj1" fmla="val 3444850"/>
                  <a:gd name="adj2" fmla="val 16200000"/>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398">
                  <a:solidFill>
                    <a:prstClr val="black"/>
                  </a:solidFill>
                </a:endParaRPr>
              </a:p>
            </p:txBody>
          </p:sp>
        </p:grpSp>
        <p:sp>
          <p:nvSpPr>
            <p:cNvPr id="27" name="TextBox 26"/>
            <p:cNvSpPr txBox="1"/>
            <p:nvPr/>
          </p:nvSpPr>
          <p:spPr>
            <a:xfrm>
              <a:off x="12208773" y="5639011"/>
              <a:ext cx="1942144" cy="1122037"/>
            </a:xfrm>
            <a:prstGeom prst="rect">
              <a:avLst/>
            </a:prstGeom>
            <a:noFill/>
          </p:spPr>
          <p:txBody>
            <a:bodyPr wrap="none" rtlCol="0">
              <a:spAutoFit/>
            </a:bodyPr>
            <a:lstStyle/>
            <a:p>
              <a:pPr defTabSz="573302">
                <a:spcAft>
                  <a:spcPts val="533"/>
                </a:spcAft>
                <a:buSzPct val="100000"/>
              </a:pPr>
              <a:r>
                <a:rPr lang="en-US" sz="5863" b="1" dirty="0">
                  <a:solidFill>
                    <a:prstClr val="white"/>
                  </a:solidFill>
                  <a:cs typeface="HP Simplified" pitchFamily="34" charset="0"/>
                </a:rPr>
                <a:t>41%</a:t>
              </a:r>
              <a:endParaRPr lang="en-US" sz="5330" b="1" dirty="0">
                <a:solidFill>
                  <a:prstClr val="white"/>
                </a:solidFill>
                <a:cs typeface="HP Simplified" pitchFamily="34" charset="0"/>
              </a:endParaRPr>
            </a:p>
          </p:txBody>
        </p:sp>
      </p:grpSp>
      <p:grpSp>
        <p:nvGrpSpPr>
          <p:cNvPr id="5" name="Group 4"/>
          <p:cNvGrpSpPr/>
          <p:nvPr/>
        </p:nvGrpSpPr>
        <p:grpSpPr>
          <a:xfrm>
            <a:off x="3161644" y="1565130"/>
            <a:ext cx="2642518" cy="3459577"/>
            <a:chOff x="3161644" y="1526630"/>
            <a:chExt cx="2642518" cy="3459577"/>
          </a:xfrm>
        </p:grpSpPr>
        <p:sp>
          <p:nvSpPr>
            <p:cNvPr id="30" name="TextBox 29"/>
            <p:cNvSpPr txBox="1"/>
            <p:nvPr/>
          </p:nvSpPr>
          <p:spPr>
            <a:xfrm>
              <a:off x="3161644" y="3417829"/>
              <a:ext cx="2642518" cy="1568378"/>
            </a:xfrm>
            <a:prstGeom prst="rect">
              <a:avLst/>
            </a:prstGeom>
            <a:noFill/>
          </p:spPr>
          <p:txBody>
            <a:bodyPr wrap="none" rtlCol="0">
              <a:spAutoFit/>
            </a:bodyPr>
            <a:lstStyle/>
            <a:p>
              <a:pPr algn="ctr" defTabSz="573302">
                <a:buSzPct val="100000"/>
              </a:pPr>
              <a:r>
                <a:rPr lang="en-US" sz="2398" dirty="0">
                  <a:solidFill>
                    <a:schemeClr val="accent1"/>
                  </a:solidFill>
                  <a:cs typeface="HP Simplified" pitchFamily="34" charset="0"/>
                </a:rPr>
                <a:t>of organizations</a:t>
              </a:r>
              <a:r>
                <a:rPr lang="en-US" sz="2398" b="1" dirty="0">
                  <a:solidFill>
                    <a:schemeClr val="accent1"/>
                  </a:solidFill>
                  <a:cs typeface="HP Simplified" pitchFamily="34" charset="0"/>
                </a:rPr>
                <a:t> </a:t>
              </a:r>
              <a:r>
                <a:rPr lang="en-US" sz="2398" dirty="0">
                  <a:solidFill>
                    <a:schemeClr val="accent1"/>
                  </a:solidFill>
                  <a:cs typeface="HP Simplified" pitchFamily="34" charset="0"/>
                </a:rPr>
                <a:t>say</a:t>
              </a:r>
            </a:p>
            <a:p>
              <a:pPr algn="ctr" defTabSz="573302">
                <a:buSzPct val="100000"/>
              </a:pPr>
              <a:r>
                <a:rPr lang="en-US" sz="2398" b="1" dirty="0">
                  <a:solidFill>
                    <a:schemeClr val="accent1"/>
                  </a:solidFill>
                  <a:cs typeface="HP Simplified" pitchFamily="34" charset="0"/>
                </a:rPr>
                <a:t>bad IG </a:t>
              </a:r>
              <a:r>
                <a:rPr lang="en-US" sz="2398" dirty="0">
                  <a:solidFill>
                    <a:schemeClr val="accent1"/>
                  </a:solidFill>
                  <a:cs typeface="HP Simplified" pitchFamily="34" charset="0"/>
                </a:rPr>
                <a:t>practices</a:t>
              </a:r>
            </a:p>
            <a:p>
              <a:pPr algn="ctr" defTabSz="573302">
                <a:buSzPct val="100000"/>
              </a:pPr>
              <a:r>
                <a:rPr lang="en-US" sz="2398" dirty="0">
                  <a:solidFill>
                    <a:schemeClr val="accent1"/>
                  </a:solidFill>
                  <a:cs typeface="HP Simplified" pitchFamily="34" charset="0"/>
                </a:rPr>
                <a:t>is the most likely</a:t>
              </a:r>
            </a:p>
            <a:p>
              <a:pPr algn="ctr" defTabSz="573302">
                <a:buSzPct val="100000"/>
              </a:pPr>
              <a:r>
                <a:rPr lang="en-US" sz="2398" dirty="0">
                  <a:solidFill>
                    <a:schemeClr val="accent1"/>
                  </a:solidFill>
                  <a:cs typeface="HP Simplified" pitchFamily="34" charset="0"/>
                </a:rPr>
                <a:t>cause of </a:t>
              </a:r>
              <a:r>
                <a:rPr lang="en-US" sz="2398" b="1" dirty="0">
                  <a:solidFill>
                    <a:schemeClr val="accent1"/>
                  </a:solidFill>
                  <a:cs typeface="HP Simplified" pitchFamily="34" charset="0"/>
                </a:rPr>
                <a:t>data loss</a:t>
              </a:r>
            </a:p>
          </p:txBody>
        </p:sp>
        <p:sp>
          <p:nvSpPr>
            <p:cNvPr id="31" name="Oval 30"/>
            <p:cNvSpPr/>
            <p:nvPr/>
          </p:nvSpPr>
          <p:spPr>
            <a:xfrm>
              <a:off x="3567823" y="1529305"/>
              <a:ext cx="1830155" cy="186440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398">
                <a:solidFill>
                  <a:prstClr val="white"/>
                </a:solidFill>
              </a:endParaRPr>
            </a:p>
          </p:txBody>
        </p:sp>
        <p:sp>
          <p:nvSpPr>
            <p:cNvPr id="32" name="Pie 31"/>
            <p:cNvSpPr/>
            <p:nvPr/>
          </p:nvSpPr>
          <p:spPr>
            <a:xfrm>
              <a:off x="3567823" y="1526630"/>
              <a:ext cx="1830155" cy="1861992"/>
            </a:xfrm>
            <a:prstGeom prst="pie">
              <a:avLst>
                <a:gd name="adj1" fmla="val 18896716"/>
                <a:gd name="adj2" fmla="val 16200000"/>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398">
                <a:solidFill>
                  <a:prstClr val="black"/>
                </a:solidFill>
              </a:endParaRPr>
            </a:p>
          </p:txBody>
        </p:sp>
        <p:sp>
          <p:nvSpPr>
            <p:cNvPr id="33" name="TextBox 32"/>
            <p:cNvSpPr txBox="1"/>
            <p:nvPr/>
          </p:nvSpPr>
          <p:spPr>
            <a:xfrm>
              <a:off x="3740875" y="1983807"/>
              <a:ext cx="1689886" cy="994568"/>
            </a:xfrm>
            <a:prstGeom prst="rect">
              <a:avLst/>
            </a:prstGeom>
            <a:noFill/>
          </p:spPr>
          <p:txBody>
            <a:bodyPr wrap="none" rtlCol="0">
              <a:spAutoFit/>
            </a:bodyPr>
            <a:lstStyle/>
            <a:p>
              <a:pPr defTabSz="573302">
                <a:spcAft>
                  <a:spcPts val="533"/>
                </a:spcAft>
                <a:buSzPct val="100000"/>
              </a:pPr>
              <a:r>
                <a:rPr lang="en-US" sz="5863" b="1" dirty="0">
                  <a:solidFill>
                    <a:prstClr val="white"/>
                  </a:solidFill>
                  <a:cs typeface="HP Simplified" pitchFamily="34" charset="0"/>
                </a:rPr>
                <a:t>20%</a:t>
              </a:r>
              <a:endParaRPr lang="en-US" sz="5330" b="1" dirty="0">
                <a:solidFill>
                  <a:prstClr val="white"/>
                </a:solidFill>
                <a:cs typeface="HP Simplified" pitchFamily="34" charset="0"/>
              </a:endParaRPr>
            </a:p>
          </p:txBody>
        </p:sp>
      </p:grpSp>
    </p:spTree>
    <p:extLst>
      <p:ext uri="{BB962C8B-B14F-4D97-AF65-F5344CB8AC3E}">
        <p14:creationId xmlns:p14="http://schemas.microsoft.com/office/powerpoint/2010/main" val="2049791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Challenges </a:t>
            </a:r>
          </a:p>
        </p:txBody>
      </p:sp>
    </p:spTree>
    <p:extLst>
      <p:ext uri="{BB962C8B-B14F-4D97-AF65-F5344CB8AC3E}">
        <p14:creationId xmlns:p14="http://schemas.microsoft.com/office/powerpoint/2010/main" val="999072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dirty="0"/>
              <a:t>Customer Concerns</a:t>
            </a:r>
            <a:br>
              <a:rPr lang="en-GB" dirty="0"/>
            </a:br>
            <a:r>
              <a:rPr lang="en-GB" sz="2400" dirty="0" smtClean="0"/>
              <a:t>Governance, Compliance, Security and Costs</a:t>
            </a:r>
            <a:endParaRPr lang="en-US" dirty="0"/>
          </a:p>
        </p:txBody>
      </p:sp>
      <p:grpSp>
        <p:nvGrpSpPr>
          <p:cNvPr id="11" name="Group 10"/>
          <p:cNvGrpSpPr/>
          <p:nvPr/>
        </p:nvGrpSpPr>
        <p:grpSpPr>
          <a:xfrm>
            <a:off x="697832" y="1636295"/>
            <a:ext cx="3570972" cy="5216381"/>
            <a:chOff x="697832" y="1636295"/>
            <a:chExt cx="3570972" cy="5216381"/>
          </a:xfrm>
        </p:grpSpPr>
        <p:sp>
          <p:nvSpPr>
            <p:cNvPr id="5" name="TextBox 4"/>
            <p:cNvSpPr txBox="1"/>
            <p:nvPr/>
          </p:nvSpPr>
          <p:spPr>
            <a:xfrm>
              <a:off x="697832" y="1687095"/>
              <a:ext cx="3570972" cy="5165581"/>
            </a:xfrm>
            <a:prstGeom prst="rect">
              <a:avLst/>
            </a:prstGeom>
            <a:ln>
              <a:noFill/>
            </a:ln>
          </p:spPr>
          <p:txBody>
            <a:bodyPr vert="horz" wrap="square" lIns="91440" tIns="45720" rIns="91440" bIns="45720" rtlCol="0" anchor="t" anchorCtr="0">
              <a:spAutoFit/>
            </a:bodyPr>
            <a:lstStyle/>
            <a:p>
              <a:pPr marL="285750" indent="-285750" defTabSz="914400">
                <a:buFont typeface="Arial" panose="020B0604020202020204" pitchFamily="34" charset="0"/>
                <a:buChar char="•"/>
              </a:pPr>
              <a:r>
                <a:rPr lang="en-US" sz="1400" b="1" dirty="0">
                  <a:solidFill>
                    <a:srgbClr val="212E35"/>
                  </a:solidFill>
                </a:rPr>
                <a:t>Director of Information </a:t>
              </a:r>
              <a:r>
                <a:rPr lang="en-US" sz="1400" b="1" dirty="0" smtClean="0">
                  <a:solidFill>
                    <a:srgbClr val="212E35"/>
                  </a:solidFill>
                </a:rPr>
                <a:t>Services/Records</a:t>
              </a:r>
            </a:p>
            <a:p>
              <a:pPr marL="285750" indent="-285750" defTabSz="914400">
                <a:buFont typeface="Arial" panose="020B0604020202020204" pitchFamily="34" charset="0"/>
                <a:buChar char="•"/>
              </a:pPr>
              <a:r>
                <a:rPr lang="en-US" sz="1400" b="1" dirty="0" smtClean="0">
                  <a:solidFill>
                    <a:srgbClr val="212E35"/>
                  </a:solidFill>
                </a:rPr>
                <a:t>Chief Compliance Officer</a:t>
              </a:r>
            </a:p>
            <a:p>
              <a:pPr marL="285750" indent="-285750" defTabSz="914400">
                <a:buFont typeface="Arial" panose="020B0604020202020204" pitchFamily="34" charset="0"/>
                <a:buChar char="•"/>
              </a:pPr>
              <a:r>
                <a:rPr lang="en-US" sz="1400" b="1" dirty="0" smtClean="0">
                  <a:solidFill>
                    <a:srgbClr val="212E35"/>
                  </a:solidFill>
                </a:rPr>
                <a:t>Chief Legal Officer</a:t>
              </a:r>
            </a:p>
            <a:p>
              <a:pPr marL="285750" indent="-285750" defTabSz="914400">
                <a:buFont typeface="Arial" panose="020B0604020202020204" pitchFamily="34" charset="0"/>
                <a:buChar char="•"/>
              </a:pPr>
              <a:r>
                <a:rPr lang="en-US" sz="1400" b="1" dirty="0" smtClean="0">
                  <a:solidFill>
                    <a:srgbClr val="212E35"/>
                  </a:solidFill>
                </a:rPr>
                <a:t>Chief Information Governance Officer</a:t>
              </a:r>
            </a:p>
            <a:p>
              <a:pPr marL="285750" indent="-285750" defTabSz="914400">
                <a:buFont typeface="Arial" panose="020B0604020202020204" pitchFamily="34" charset="0"/>
                <a:buChar char="•"/>
              </a:pPr>
              <a:endParaRPr lang="en-US" sz="1600" b="1" dirty="0">
                <a:solidFill>
                  <a:prstClr val="white">
                    <a:lumMod val="50000"/>
                  </a:prstClr>
                </a:solidFill>
                <a:ea typeface="Roboto Light" charset="0"/>
                <a:cs typeface="Roboto Light" charset="0"/>
              </a:endParaRPr>
            </a:p>
            <a:p>
              <a:pPr defTabSz="914400"/>
              <a:r>
                <a:rPr lang="en-GB" sz="1467" dirty="0" smtClean="0">
                  <a:solidFill>
                    <a:prstClr val="white">
                      <a:lumMod val="50000"/>
                    </a:prstClr>
                  </a:solidFill>
                  <a:ea typeface="Roboto Light" charset="0"/>
                  <a:cs typeface="Roboto Light" charset="0"/>
                </a:rPr>
                <a:t>Pain Points</a:t>
              </a:r>
            </a:p>
            <a:p>
              <a:pPr marL="285750" indent="-285750" defTabSz="914400">
                <a:buFont typeface="Arial" panose="020B0604020202020204" pitchFamily="34" charset="0"/>
                <a:buChar char="•"/>
              </a:pPr>
              <a:r>
                <a:rPr lang="en-US" sz="1400" dirty="0" err="1" smtClean="0">
                  <a:solidFill>
                    <a:srgbClr val="212E35"/>
                  </a:solidFill>
                </a:rPr>
                <a:t>Siloed</a:t>
              </a:r>
              <a:r>
                <a:rPr lang="en-US" sz="1400" dirty="0" smtClean="0">
                  <a:solidFill>
                    <a:srgbClr val="212E35"/>
                  </a:solidFill>
                </a:rPr>
                <a:t> and disparate data repositories make it difficult to find, classify or present information</a:t>
              </a:r>
            </a:p>
            <a:p>
              <a:pPr marL="285750" indent="-285750" defTabSz="914400">
                <a:buFont typeface="Arial" panose="020B0604020202020204" pitchFamily="34" charset="0"/>
                <a:buChar char="•"/>
              </a:pPr>
              <a:r>
                <a:rPr lang="en-US" sz="1400" dirty="0" smtClean="0">
                  <a:solidFill>
                    <a:srgbClr val="212E35"/>
                  </a:solidFill>
                </a:rPr>
                <a:t>Dark data may include information that needs to comply with policies / regulations</a:t>
              </a:r>
            </a:p>
            <a:p>
              <a:pPr marL="285750" indent="-285750" defTabSz="914400">
                <a:buFont typeface="Arial" panose="020B0604020202020204" pitchFamily="34" charset="0"/>
                <a:buChar char="•"/>
              </a:pPr>
              <a:r>
                <a:rPr lang="en-US" sz="1400" dirty="0" smtClean="0">
                  <a:solidFill>
                    <a:srgbClr val="212E35"/>
                  </a:solidFill>
                </a:rPr>
                <a:t>Manual processes are inefficient and results in inconsistencies</a:t>
              </a:r>
            </a:p>
            <a:p>
              <a:pPr defTabSz="914400"/>
              <a:endParaRPr lang="en-US" sz="1400" dirty="0" smtClean="0">
                <a:solidFill>
                  <a:srgbClr val="212E35"/>
                </a:solidFill>
              </a:endParaRPr>
            </a:p>
            <a:p>
              <a:pPr defTabSz="914400"/>
              <a:endParaRPr lang="en-US" sz="1400" dirty="0">
                <a:solidFill>
                  <a:srgbClr val="212E35"/>
                </a:solidFill>
              </a:endParaRPr>
            </a:p>
            <a:p>
              <a:pPr defTabSz="914400"/>
              <a:endParaRPr lang="en-US" sz="1400" dirty="0" smtClean="0">
                <a:solidFill>
                  <a:srgbClr val="212E35"/>
                </a:solidFill>
              </a:endParaRPr>
            </a:p>
            <a:p>
              <a:pPr defTabSz="914400"/>
              <a:endParaRPr lang="en-US" sz="1400" dirty="0">
                <a:solidFill>
                  <a:srgbClr val="212E35"/>
                </a:solidFill>
              </a:endParaRPr>
            </a:p>
            <a:p>
              <a:pPr defTabSz="914400"/>
              <a:endParaRPr lang="en-US" sz="1400" dirty="0" smtClean="0">
                <a:solidFill>
                  <a:srgbClr val="212E35"/>
                </a:solidFill>
              </a:endParaRPr>
            </a:p>
            <a:p>
              <a:pPr defTabSz="914400"/>
              <a:endParaRPr lang="en-US" sz="1400" dirty="0">
                <a:solidFill>
                  <a:srgbClr val="212E35"/>
                </a:solidFill>
              </a:endParaRPr>
            </a:p>
            <a:p>
              <a:pPr defTabSz="914400"/>
              <a:endParaRPr lang="en-US" sz="1400" dirty="0" smtClean="0">
                <a:solidFill>
                  <a:srgbClr val="212E35"/>
                </a:solidFill>
              </a:endParaRPr>
            </a:p>
            <a:p>
              <a:pPr defTabSz="914400"/>
              <a:endParaRPr lang="en-US" sz="1400" dirty="0">
                <a:solidFill>
                  <a:srgbClr val="212E35"/>
                </a:solidFill>
              </a:endParaRPr>
            </a:p>
            <a:p>
              <a:pPr defTabSz="914400"/>
              <a:endParaRPr lang="en-US" sz="1400" dirty="0" smtClean="0">
                <a:solidFill>
                  <a:srgbClr val="212E35"/>
                </a:solidFill>
              </a:endParaRPr>
            </a:p>
            <a:p>
              <a:pPr defTabSz="914400"/>
              <a:endParaRPr lang="en-US" sz="400" dirty="0" smtClean="0">
                <a:solidFill>
                  <a:srgbClr val="212E35"/>
                </a:solidFill>
              </a:endParaRPr>
            </a:p>
            <a:p>
              <a:pPr defTabSz="914400"/>
              <a:endParaRPr lang="en-US" sz="400" dirty="0">
                <a:solidFill>
                  <a:srgbClr val="212E35"/>
                </a:solidFill>
              </a:endParaRPr>
            </a:p>
            <a:p>
              <a:pPr defTabSz="914400"/>
              <a:endParaRPr lang="en-US" sz="400" dirty="0" smtClean="0">
                <a:solidFill>
                  <a:srgbClr val="212E35"/>
                </a:solidFill>
              </a:endParaRPr>
            </a:p>
            <a:p>
              <a:pPr defTabSz="914400"/>
              <a:endParaRPr lang="en-US" sz="400" dirty="0">
                <a:solidFill>
                  <a:srgbClr val="212E35"/>
                </a:solidFill>
              </a:endParaRPr>
            </a:p>
            <a:p>
              <a:pPr defTabSz="914400"/>
              <a:endParaRPr lang="en-US" sz="300" dirty="0" smtClean="0">
                <a:solidFill>
                  <a:srgbClr val="212E35"/>
                </a:solidFill>
              </a:endParaRPr>
            </a:p>
          </p:txBody>
        </p:sp>
        <p:pic>
          <p:nvPicPr>
            <p:cNvPr id="26" name="Content Placeholder 6"/>
            <p:cNvPicPr>
              <a:picLocks noChangeAspect="1"/>
            </p:cNvPicPr>
            <p:nvPr/>
          </p:nvPicPr>
          <p:blipFill>
            <a:blip r:embed="rId3"/>
            <a:stretch>
              <a:fillRect/>
            </a:stretch>
          </p:blipFill>
          <p:spPr>
            <a:xfrm>
              <a:off x="1289809" y="4812641"/>
              <a:ext cx="2387018" cy="1581589"/>
            </a:xfrm>
            <a:prstGeom prst="rect">
              <a:avLst/>
            </a:prstGeom>
          </p:spPr>
        </p:pic>
        <p:sp>
          <p:nvSpPr>
            <p:cNvPr id="7" name="Rectangle 6"/>
            <p:cNvSpPr/>
            <p:nvPr/>
          </p:nvSpPr>
          <p:spPr>
            <a:xfrm>
              <a:off x="697832" y="1636295"/>
              <a:ext cx="3570972" cy="4914294"/>
            </a:xfrm>
            <a:prstGeom prst="rect">
              <a:avLst/>
            </a:prstGeom>
            <a:noFill/>
            <a:ln w="28575">
              <a:solidFill>
                <a:srgbClr val="0078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prstClr val="white"/>
                </a:solidFill>
              </a:endParaRPr>
            </a:p>
          </p:txBody>
        </p:sp>
      </p:grpSp>
      <p:grpSp>
        <p:nvGrpSpPr>
          <p:cNvPr id="9" name="Group 8"/>
          <p:cNvGrpSpPr/>
          <p:nvPr/>
        </p:nvGrpSpPr>
        <p:grpSpPr>
          <a:xfrm>
            <a:off x="4426307" y="1634290"/>
            <a:ext cx="3580018" cy="4936754"/>
            <a:chOff x="4426307" y="1634290"/>
            <a:chExt cx="3580018" cy="4936754"/>
          </a:xfrm>
        </p:grpSpPr>
        <p:sp>
          <p:nvSpPr>
            <p:cNvPr id="35" name="TextBox 34"/>
            <p:cNvSpPr txBox="1"/>
            <p:nvPr/>
          </p:nvSpPr>
          <p:spPr>
            <a:xfrm>
              <a:off x="4426307" y="1636295"/>
              <a:ext cx="3570972" cy="4934749"/>
            </a:xfrm>
            <a:prstGeom prst="rect">
              <a:avLst/>
            </a:prstGeom>
            <a:ln>
              <a:noFill/>
            </a:ln>
          </p:spPr>
          <p:txBody>
            <a:bodyPr vert="horz" wrap="square" lIns="91440" tIns="45720" rIns="91440" bIns="45720" rtlCol="0" anchor="t" anchorCtr="0">
              <a:spAutoFit/>
            </a:bodyPr>
            <a:lstStyle/>
            <a:p>
              <a:pPr marL="285750" indent="-285750" defTabSz="914400">
                <a:buFont typeface="Arial" panose="020B0604020202020204" pitchFamily="34" charset="0"/>
                <a:buChar char="•"/>
              </a:pPr>
              <a:r>
                <a:rPr lang="en-US" sz="1400" b="1" dirty="0" smtClean="0">
                  <a:solidFill>
                    <a:srgbClr val="212E35"/>
                  </a:solidFill>
                </a:rPr>
                <a:t>Chief Information Officer</a:t>
              </a:r>
            </a:p>
            <a:p>
              <a:pPr marL="285750" indent="-285750" defTabSz="914400">
                <a:buFont typeface="Arial" panose="020B0604020202020204" pitchFamily="34" charset="0"/>
                <a:buChar char="•"/>
              </a:pPr>
              <a:r>
                <a:rPr lang="en-US" sz="1400" b="1" dirty="0" smtClean="0">
                  <a:solidFill>
                    <a:srgbClr val="212E35"/>
                  </a:solidFill>
                </a:rPr>
                <a:t>Chief Information Security Officer</a:t>
              </a:r>
            </a:p>
            <a:p>
              <a:pPr marL="285750" indent="-285750" defTabSz="914400">
                <a:buFont typeface="Arial" panose="020B0604020202020204" pitchFamily="34" charset="0"/>
                <a:buChar char="•"/>
              </a:pPr>
              <a:endParaRPr lang="en-US" sz="1600" b="1" dirty="0" smtClean="0">
                <a:solidFill>
                  <a:prstClr val="white">
                    <a:lumMod val="50000"/>
                  </a:prstClr>
                </a:solidFill>
                <a:ea typeface="Roboto Light" charset="0"/>
                <a:cs typeface="Roboto Light" charset="0"/>
              </a:endParaRPr>
            </a:p>
            <a:p>
              <a:pPr marL="285750" indent="-285750" defTabSz="914400">
                <a:buFont typeface="Arial" panose="020B0604020202020204" pitchFamily="34" charset="0"/>
                <a:buChar char="•"/>
              </a:pPr>
              <a:endParaRPr lang="en-US" sz="1600" b="1" dirty="0" smtClean="0">
                <a:solidFill>
                  <a:prstClr val="white">
                    <a:lumMod val="50000"/>
                  </a:prstClr>
                </a:solidFill>
                <a:ea typeface="Roboto Light" charset="0"/>
                <a:cs typeface="Roboto Light" charset="0"/>
              </a:endParaRPr>
            </a:p>
            <a:p>
              <a:pPr marL="285750" indent="-285750" defTabSz="914400">
                <a:buFont typeface="Arial" panose="020B0604020202020204" pitchFamily="34" charset="0"/>
                <a:buChar char="•"/>
              </a:pPr>
              <a:endParaRPr lang="en-US" sz="1600" b="1" dirty="0">
                <a:solidFill>
                  <a:prstClr val="white">
                    <a:lumMod val="50000"/>
                  </a:prstClr>
                </a:solidFill>
                <a:ea typeface="Roboto Light" charset="0"/>
                <a:cs typeface="Roboto Light" charset="0"/>
              </a:endParaRPr>
            </a:p>
            <a:p>
              <a:pPr defTabSz="914400"/>
              <a:r>
                <a:rPr lang="en-GB" sz="1467" dirty="0" smtClean="0">
                  <a:solidFill>
                    <a:prstClr val="white">
                      <a:lumMod val="50000"/>
                    </a:prstClr>
                  </a:solidFill>
                  <a:ea typeface="Roboto Light" charset="0"/>
                  <a:cs typeface="Roboto Light" charset="0"/>
                </a:rPr>
                <a:t>Pain Points</a:t>
              </a:r>
            </a:p>
            <a:p>
              <a:pPr marL="285750" indent="-285750" defTabSz="914400">
                <a:buFont typeface="Arial" panose="020B0604020202020204" pitchFamily="34" charset="0"/>
                <a:buChar char="•"/>
              </a:pPr>
              <a:r>
                <a:rPr lang="en-US" sz="1400" dirty="0" smtClean="0">
                  <a:solidFill>
                    <a:srgbClr val="212E35"/>
                  </a:solidFill>
                </a:rPr>
                <a:t>Data growth outpacing budget – required to do more with less</a:t>
              </a:r>
            </a:p>
            <a:p>
              <a:pPr marL="285750" indent="-285750" defTabSz="914400">
                <a:buFont typeface="Arial" panose="020B0604020202020204" pitchFamily="34" charset="0"/>
                <a:buChar char="•"/>
              </a:pPr>
              <a:r>
                <a:rPr lang="en-US" sz="1400" dirty="0" smtClean="0">
                  <a:solidFill>
                    <a:srgbClr val="212E35"/>
                  </a:solidFill>
                </a:rPr>
                <a:t>Disparate data repositories results in Dark Data across the organization which increases risk</a:t>
              </a:r>
            </a:p>
            <a:p>
              <a:pPr defTabSz="914400"/>
              <a:endParaRPr lang="en-US" sz="1400" dirty="0" smtClean="0">
                <a:solidFill>
                  <a:srgbClr val="212E35"/>
                </a:solidFill>
              </a:endParaRPr>
            </a:p>
            <a:p>
              <a:pPr marL="285750" indent="-285750" defTabSz="914400">
                <a:buFont typeface="Arial" panose="020B0604020202020204" pitchFamily="34" charset="0"/>
                <a:buChar char="•"/>
              </a:pPr>
              <a:endParaRPr lang="en-US" sz="1400" dirty="0">
                <a:solidFill>
                  <a:srgbClr val="212E35"/>
                </a:solidFill>
              </a:endParaRPr>
            </a:p>
            <a:p>
              <a:pPr marL="285750" indent="-285750" defTabSz="914400">
                <a:buFont typeface="Arial" panose="020B0604020202020204" pitchFamily="34" charset="0"/>
                <a:buChar char="•"/>
              </a:pPr>
              <a:endParaRPr lang="en-US" sz="1400" dirty="0" smtClean="0">
                <a:solidFill>
                  <a:srgbClr val="212E35"/>
                </a:solidFill>
              </a:endParaRPr>
            </a:p>
            <a:p>
              <a:pPr marL="285750" indent="-285750" defTabSz="914400">
                <a:buFont typeface="Arial" panose="020B0604020202020204" pitchFamily="34" charset="0"/>
                <a:buChar char="•"/>
              </a:pPr>
              <a:endParaRPr lang="en-US" sz="1400" dirty="0">
                <a:solidFill>
                  <a:srgbClr val="212E35"/>
                </a:solidFill>
              </a:endParaRPr>
            </a:p>
            <a:p>
              <a:pPr marL="285750" indent="-285750" defTabSz="914400">
                <a:buFont typeface="Arial" panose="020B0604020202020204" pitchFamily="34" charset="0"/>
                <a:buChar char="•"/>
              </a:pPr>
              <a:endParaRPr lang="en-US" sz="1400" dirty="0" smtClean="0">
                <a:solidFill>
                  <a:srgbClr val="212E35"/>
                </a:solidFill>
              </a:endParaRPr>
            </a:p>
            <a:p>
              <a:pPr marL="285750" indent="-285750" defTabSz="914400">
                <a:buFont typeface="Arial" panose="020B0604020202020204" pitchFamily="34" charset="0"/>
                <a:buChar char="•"/>
              </a:pPr>
              <a:endParaRPr lang="en-US" sz="1400" dirty="0">
                <a:solidFill>
                  <a:srgbClr val="212E35"/>
                </a:solidFill>
              </a:endParaRPr>
            </a:p>
            <a:p>
              <a:pPr marL="285750" indent="-285750" defTabSz="914400">
                <a:buFont typeface="Arial" panose="020B0604020202020204" pitchFamily="34" charset="0"/>
                <a:buChar char="•"/>
              </a:pPr>
              <a:endParaRPr lang="en-US" sz="1400" dirty="0" smtClean="0">
                <a:solidFill>
                  <a:srgbClr val="212E35"/>
                </a:solidFill>
              </a:endParaRPr>
            </a:p>
            <a:p>
              <a:pPr marL="285750" indent="-285750" defTabSz="914400">
                <a:buFont typeface="Arial" panose="020B0604020202020204" pitchFamily="34" charset="0"/>
                <a:buChar char="•"/>
              </a:pPr>
              <a:endParaRPr lang="en-US" sz="1400" dirty="0">
                <a:solidFill>
                  <a:srgbClr val="212E35"/>
                </a:solidFill>
              </a:endParaRPr>
            </a:p>
            <a:p>
              <a:pPr marL="285750" indent="-285750" defTabSz="914400">
                <a:buFont typeface="Arial" panose="020B0604020202020204" pitchFamily="34" charset="0"/>
                <a:buChar char="•"/>
              </a:pPr>
              <a:endParaRPr lang="en-US" sz="1400" dirty="0" smtClean="0">
                <a:solidFill>
                  <a:srgbClr val="212E35"/>
                </a:solidFill>
              </a:endParaRPr>
            </a:p>
            <a:p>
              <a:pPr marL="285750" indent="-285750" defTabSz="914400">
                <a:buFont typeface="Arial" panose="020B0604020202020204" pitchFamily="34" charset="0"/>
                <a:buChar char="•"/>
              </a:pPr>
              <a:endParaRPr lang="en-US" sz="1400" dirty="0">
                <a:solidFill>
                  <a:srgbClr val="212E35"/>
                </a:solidFill>
              </a:endParaRPr>
            </a:p>
            <a:p>
              <a:pPr marL="285750" indent="-285750" defTabSz="914400">
                <a:buFont typeface="Arial" panose="020B0604020202020204" pitchFamily="34" charset="0"/>
                <a:buChar char="•"/>
              </a:pPr>
              <a:endParaRPr lang="en-US" sz="1400" dirty="0" smtClean="0">
                <a:solidFill>
                  <a:srgbClr val="212E35"/>
                </a:solidFill>
              </a:endParaRPr>
            </a:p>
          </p:txBody>
        </p:sp>
        <p:pic>
          <p:nvPicPr>
            <p:cNvPr id="33" name="Content Placeholder 8"/>
            <p:cNvPicPr>
              <a:picLocks noChangeAspect="1"/>
            </p:cNvPicPr>
            <p:nvPr/>
          </p:nvPicPr>
          <p:blipFill>
            <a:blip r:embed="rId4"/>
            <a:stretch>
              <a:fillRect/>
            </a:stretch>
          </p:blipFill>
          <p:spPr>
            <a:xfrm>
              <a:off x="5018284" y="4812642"/>
              <a:ext cx="2387018" cy="1581589"/>
            </a:xfrm>
            <a:prstGeom prst="rect">
              <a:avLst/>
            </a:prstGeom>
          </p:spPr>
        </p:pic>
        <p:sp>
          <p:nvSpPr>
            <p:cNvPr id="38" name="Rectangle 37"/>
            <p:cNvSpPr/>
            <p:nvPr/>
          </p:nvSpPr>
          <p:spPr>
            <a:xfrm>
              <a:off x="4435353" y="1634290"/>
              <a:ext cx="3570972" cy="4914294"/>
            </a:xfrm>
            <a:prstGeom prst="rect">
              <a:avLst/>
            </a:prstGeom>
            <a:noFill/>
            <a:ln w="28575">
              <a:solidFill>
                <a:srgbClr val="C617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prstClr val="white"/>
                </a:solidFill>
              </a:endParaRPr>
            </a:p>
          </p:txBody>
        </p:sp>
      </p:grpSp>
      <p:grpSp>
        <p:nvGrpSpPr>
          <p:cNvPr id="8" name="Group 7"/>
          <p:cNvGrpSpPr/>
          <p:nvPr/>
        </p:nvGrpSpPr>
        <p:grpSpPr>
          <a:xfrm>
            <a:off x="8163828" y="1634290"/>
            <a:ext cx="3580018" cy="4914294"/>
            <a:chOff x="8163828" y="1634290"/>
            <a:chExt cx="3580018" cy="4914294"/>
          </a:xfrm>
        </p:grpSpPr>
        <p:pic>
          <p:nvPicPr>
            <p:cNvPr id="34" name="Content Placeholder 9"/>
            <p:cNvPicPr>
              <a:picLocks noChangeAspect="1"/>
            </p:cNvPicPr>
            <p:nvPr/>
          </p:nvPicPr>
          <p:blipFill>
            <a:blip r:embed="rId5"/>
            <a:stretch>
              <a:fillRect/>
            </a:stretch>
          </p:blipFill>
          <p:spPr>
            <a:xfrm>
              <a:off x="8796263" y="4883611"/>
              <a:ext cx="2306102" cy="1510620"/>
            </a:xfrm>
            <a:prstGeom prst="rect">
              <a:avLst/>
            </a:prstGeom>
          </p:spPr>
        </p:pic>
        <p:sp>
          <p:nvSpPr>
            <p:cNvPr id="36" name="TextBox 35"/>
            <p:cNvSpPr txBox="1"/>
            <p:nvPr/>
          </p:nvSpPr>
          <p:spPr>
            <a:xfrm>
              <a:off x="8163828" y="1636295"/>
              <a:ext cx="3570972" cy="4483407"/>
            </a:xfrm>
            <a:prstGeom prst="rect">
              <a:avLst/>
            </a:prstGeom>
            <a:ln>
              <a:noFill/>
            </a:ln>
          </p:spPr>
          <p:txBody>
            <a:bodyPr vert="horz" wrap="square" lIns="91440" tIns="45720" rIns="91440" bIns="45720" rtlCol="0" anchor="t" anchorCtr="0">
              <a:spAutoFit/>
            </a:bodyPr>
            <a:lstStyle/>
            <a:p>
              <a:pPr marL="285750" indent="-285750" defTabSz="914400">
                <a:buFont typeface="Arial" panose="020B0604020202020204" pitchFamily="34" charset="0"/>
                <a:buChar char="•"/>
              </a:pPr>
              <a:r>
                <a:rPr lang="en-US" sz="1400" b="1" dirty="0">
                  <a:solidFill>
                    <a:srgbClr val="212E35"/>
                  </a:solidFill>
                </a:rPr>
                <a:t>Application </a:t>
              </a:r>
              <a:r>
                <a:rPr lang="en-US" sz="1400" b="1" dirty="0" smtClean="0">
                  <a:solidFill>
                    <a:srgbClr val="212E35"/>
                  </a:solidFill>
                </a:rPr>
                <a:t>Manager </a:t>
              </a:r>
            </a:p>
            <a:p>
              <a:pPr marL="285750" indent="-285750" defTabSz="914400">
                <a:buFont typeface="Arial" panose="020B0604020202020204" pitchFamily="34" charset="0"/>
                <a:buChar char="•"/>
              </a:pPr>
              <a:r>
                <a:rPr lang="en-US" sz="1400" b="1" dirty="0" smtClean="0">
                  <a:solidFill>
                    <a:srgbClr val="212E35"/>
                  </a:solidFill>
                </a:rPr>
                <a:t>Line </a:t>
              </a:r>
              <a:r>
                <a:rPr lang="en-US" sz="1400" b="1" dirty="0">
                  <a:solidFill>
                    <a:srgbClr val="212E35"/>
                  </a:solidFill>
                </a:rPr>
                <a:t>of Business Manager</a:t>
              </a:r>
              <a:endParaRPr lang="en-US" sz="1600" b="1" dirty="0" smtClean="0">
                <a:solidFill>
                  <a:prstClr val="white">
                    <a:lumMod val="50000"/>
                  </a:prstClr>
                </a:solidFill>
                <a:ea typeface="Roboto Light" charset="0"/>
                <a:cs typeface="Roboto Light" charset="0"/>
              </a:endParaRPr>
            </a:p>
            <a:p>
              <a:pPr marL="285750" indent="-285750" defTabSz="914400">
                <a:buFont typeface="Arial" panose="020B0604020202020204" pitchFamily="34" charset="0"/>
                <a:buChar char="•"/>
              </a:pPr>
              <a:endParaRPr lang="en-US" sz="1600" b="1" dirty="0" smtClean="0">
                <a:solidFill>
                  <a:prstClr val="white">
                    <a:lumMod val="50000"/>
                  </a:prstClr>
                </a:solidFill>
                <a:ea typeface="Roboto Light" charset="0"/>
                <a:cs typeface="Roboto Light" charset="0"/>
              </a:endParaRPr>
            </a:p>
            <a:p>
              <a:pPr marL="285750" indent="-285750" defTabSz="914400">
                <a:buFont typeface="Arial" panose="020B0604020202020204" pitchFamily="34" charset="0"/>
                <a:buChar char="•"/>
              </a:pPr>
              <a:endParaRPr lang="en-US" sz="1600" b="1" dirty="0">
                <a:solidFill>
                  <a:prstClr val="white">
                    <a:lumMod val="50000"/>
                  </a:prstClr>
                </a:solidFill>
                <a:ea typeface="Roboto Light" charset="0"/>
                <a:cs typeface="Roboto Light" charset="0"/>
              </a:endParaRPr>
            </a:p>
            <a:p>
              <a:pPr defTabSz="914400"/>
              <a:endParaRPr lang="en-GB" sz="1467" dirty="0" smtClean="0">
                <a:solidFill>
                  <a:prstClr val="white">
                    <a:lumMod val="50000"/>
                  </a:prstClr>
                </a:solidFill>
                <a:ea typeface="Roboto Light" charset="0"/>
                <a:cs typeface="Roboto Light" charset="0"/>
              </a:endParaRPr>
            </a:p>
            <a:p>
              <a:pPr defTabSz="914400"/>
              <a:r>
                <a:rPr lang="en-GB" sz="1467" dirty="0" smtClean="0">
                  <a:solidFill>
                    <a:prstClr val="white">
                      <a:lumMod val="50000"/>
                    </a:prstClr>
                  </a:solidFill>
                  <a:ea typeface="Roboto Light" charset="0"/>
                  <a:cs typeface="Roboto Light" charset="0"/>
                </a:rPr>
                <a:t>Pain Points</a:t>
              </a:r>
            </a:p>
            <a:p>
              <a:pPr marL="285750" indent="-285750" defTabSz="914400">
                <a:buFont typeface="Arial" panose="020B0604020202020204" pitchFamily="34" charset="0"/>
                <a:buChar char="•"/>
              </a:pPr>
              <a:r>
                <a:rPr lang="en-US" sz="1400" dirty="0" smtClean="0">
                  <a:solidFill>
                    <a:srgbClr val="212E35"/>
                  </a:solidFill>
                </a:rPr>
                <a:t>Costs of maintaining multiple applications are rising as budgets are reducing </a:t>
              </a:r>
            </a:p>
            <a:p>
              <a:pPr marL="285750" indent="-285750" defTabSz="914400">
                <a:buFont typeface="Arial" panose="020B0604020202020204" pitchFamily="34" charset="0"/>
                <a:buChar char="•"/>
              </a:pPr>
              <a:r>
                <a:rPr lang="en-US" sz="1400" dirty="0" smtClean="0">
                  <a:solidFill>
                    <a:srgbClr val="212E35"/>
                  </a:solidFill>
                </a:rPr>
                <a:t>Application performance issues due to database size</a:t>
              </a:r>
            </a:p>
            <a:p>
              <a:pPr marL="285750" indent="-285750" defTabSz="914400">
                <a:buFont typeface="Arial" panose="020B0604020202020204" pitchFamily="34" charset="0"/>
                <a:buChar char="•"/>
              </a:pPr>
              <a:r>
                <a:rPr lang="en-US" sz="1400" dirty="0" smtClean="0">
                  <a:solidFill>
                    <a:srgbClr val="212E35"/>
                  </a:solidFill>
                </a:rPr>
                <a:t>Unable to respond to information requests in a timely manner</a:t>
              </a:r>
              <a:endParaRPr lang="en-US" sz="1400" dirty="0">
                <a:solidFill>
                  <a:srgbClr val="212E35"/>
                </a:solidFill>
              </a:endParaRPr>
            </a:p>
            <a:p>
              <a:pPr defTabSz="914400"/>
              <a:endParaRPr lang="en-US" sz="1400" dirty="0">
                <a:solidFill>
                  <a:srgbClr val="212E35"/>
                </a:solidFill>
              </a:endParaRPr>
            </a:p>
            <a:p>
              <a:pPr defTabSz="914400"/>
              <a:endParaRPr lang="en-US" sz="1400" dirty="0" smtClean="0">
                <a:solidFill>
                  <a:srgbClr val="212E35"/>
                </a:solidFill>
              </a:endParaRPr>
            </a:p>
            <a:p>
              <a:pPr defTabSz="914400"/>
              <a:endParaRPr lang="en-US" sz="1400" dirty="0">
                <a:solidFill>
                  <a:srgbClr val="212E35"/>
                </a:solidFill>
              </a:endParaRPr>
            </a:p>
            <a:p>
              <a:pPr defTabSz="914400"/>
              <a:endParaRPr lang="en-US" sz="1400" dirty="0" smtClean="0">
                <a:solidFill>
                  <a:srgbClr val="212E35"/>
                </a:solidFill>
              </a:endParaRPr>
            </a:p>
            <a:p>
              <a:pPr defTabSz="914400"/>
              <a:endParaRPr lang="en-US" sz="1400" dirty="0">
                <a:solidFill>
                  <a:srgbClr val="212E35"/>
                </a:solidFill>
              </a:endParaRPr>
            </a:p>
            <a:p>
              <a:pPr defTabSz="914400"/>
              <a:endParaRPr lang="en-US" sz="1400" dirty="0" smtClean="0">
                <a:solidFill>
                  <a:srgbClr val="212E35"/>
                </a:solidFill>
              </a:endParaRPr>
            </a:p>
            <a:p>
              <a:pPr defTabSz="914400"/>
              <a:endParaRPr lang="en-US" sz="1400" dirty="0">
                <a:solidFill>
                  <a:srgbClr val="212E35"/>
                </a:solidFill>
              </a:endParaRPr>
            </a:p>
            <a:p>
              <a:pPr defTabSz="914400"/>
              <a:endParaRPr lang="en-US" sz="1400" dirty="0" smtClean="0">
                <a:solidFill>
                  <a:srgbClr val="212E35"/>
                </a:solidFill>
              </a:endParaRPr>
            </a:p>
          </p:txBody>
        </p:sp>
        <p:sp>
          <p:nvSpPr>
            <p:cNvPr id="39" name="Rectangle 38"/>
            <p:cNvSpPr/>
            <p:nvPr/>
          </p:nvSpPr>
          <p:spPr>
            <a:xfrm>
              <a:off x="8172874" y="1634290"/>
              <a:ext cx="3570972" cy="4914294"/>
            </a:xfrm>
            <a:prstGeom prst="rect">
              <a:avLst/>
            </a:prstGeom>
            <a:noFill/>
            <a:ln w="28575">
              <a:solidFill>
                <a:srgbClr val="2FD6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prstClr val="white"/>
                </a:solidFill>
              </a:endParaRPr>
            </a:p>
          </p:txBody>
        </p:sp>
      </p:grpSp>
      <p:sp>
        <p:nvSpPr>
          <p:cNvPr id="6" name="Rectangle 5"/>
          <p:cNvSpPr/>
          <p:nvPr/>
        </p:nvSpPr>
        <p:spPr>
          <a:xfrm>
            <a:off x="531239" y="2538609"/>
            <a:ext cx="11379200" cy="923330"/>
          </a:xfrm>
          <a:prstGeom prst="rect">
            <a:avLst/>
          </a:prstGeom>
          <a:solidFill>
            <a:schemeClr val="bg1"/>
          </a:solidFill>
        </p:spPr>
        <p:txBody>
          <a:bodyPr wrap="square">
            <a:spAutoFit/>
          </a:bodyPr>
          <a:lstStyle/>
          <a:p>
            <a:pPr defTabSz="914400"/>
            <a:r>
              <a:rPr lang="en-US" dirty="0">
                <a:solidFill>
                  <a:srgbClr val="333333"/>
                </a:solidFill>
                <a:latin typeface="Metric"/>
              </a:rPr>
              <a:t>Apply and enforce policies to manage both structured and unstructured information through its lifecycle to improve compliance state. Reduce the cost and risk associated with managing legacy and rarely used databases and applications.</a:t>
            </a:r>
            <a:endParaRPr lang="en-GB" dirty="0">
              <a:solidFill>
                <a:srgbClr val="212E35"/>
              </a:solidFill>
            </a:endParaRPr>
          </a:p>
        </p:txBody>
      </p:sp>
    </p:spTree>
    <p:extLst>
      <p:ext uri="{BB962C8B-B14F-4D97-AF65-F5344CB8AC3E}">
        <p14:creationId xmlns:p14="http://schemas.microsoft.com/office/powerpoint/2010/main" val="1763741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Capabilities</a:t>
            </a:r>
          </a:p>
        </p:txBody>
      </p:sp>
    </p:spTree>
    <p:extLst>
      <p:ext uri="{BB962C8B-B14F-4D97-AF65-F5344CB8AC3E}">
        <p14:creationId xmlns:p14="http://schemas.microsoft.com/office/powerpoint/2010/main" val="4036366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016F8AB-BCEA-4347-8BA6-BE776009BC89}" type="slidenum">
              <a:rPr lang="en-US" smtClean="0">
                <a:solidFill>
                  <a:prstClr val="black">
                    <a:tint val="75000"/>
                  </a:prstClr>
                </a:solidFill>
              </a:rPr>
              <a:pPr/>
              <a:t>9</a:t>
            </a:fld>
            <a:endParaRPr lang="en-US" dirty="0">
              <a:solidFill>
                <a:prstClr val="black">
                  <a:tint val="75000"/>
                </a:prstClr>
              </a:solidFill>
            </a:endParaRPr>
          </a:p>
        </p:txBody>
      </p:sp>
      <p:grpSp>
        <p:nvGrpSpPr>
          <p:cNvPr id="2" name="Group 1"/>
          <p:cNvGrpSpPr/>
          <p:nvPr/>
        </p:nvGrpSpPr>
        <p:grpSpPr>
          <a:xfrm>
            <a:off x="597392" y="1323404"/>
            <a:ext cx="10938116" cy="4887425"/>
            <a:chOff x="597392" y="1323404"/>
            <a:chExt cx="10938116" cy="4887425"/>
          </a:xfrm>
        </p:grpSpPr>
        <p:sp>
          <p:nvSpPr>
            <p:cNvPr id="3" name="Rectangle 2"/>
            <p:cNvSpPr/>
            <p:nvPr/>
          </p:nvSpPr>
          <p:spPr>
            <a:xfrm>
              <a:off x="597392" y="1323404"/>
              <a:ext cx="10938116" cy="4887425"/>
            </a:xfrm>
            <a:prstGeom prst="rect">
              <a:avLst/>
            </a:prstGeom>
            <a:ln w="28575"/>
          </p:spPr>
        </p:sp>
        <p:sp>
          <p:nvSpPr>
            <p:cNvPr id="7" name="Freeform 6"/>
            <p:cNvSpPr/>
            <p:nvPr/>
          </p:nvSpPr>
          <p:spPr>
            <a:xfrm>
              <a:off x="601685" y="1323449"/>
              <a:ext cx="10929529" cy="1116852"/>
            </a:xfrm>
            <a:custGeom>
              <a:avLst/>
              <a:gdLst>
                <a:gd name="connsiteX0" fmla="*/ 0 w 10929529"/>
                <a:gd name="connsiteY0" fmla="*/ 111685 h 1116852"/>
                <a:gd name="connsiteX1" fmla="*/ 111685 w 10929529"/>
                <a:gd name="connsiteY1" fmla="*/ 0 h 1116852"/>
                <a:gd name="connsiteX2" fmla="*/ 10817844 w 10929529"/>
                <a:gd name="connsiteY2" fmla="*/ 0 h 1116852"/>
                <a:gd name="connsiteX3" fmla="*/ 10929529 w 10929529"/>
                <a:gd name="connsiteY3" fmla="*/ 111685 h 1116852"/>
                <a:gd name="connsiteX4" fmla="*/ 10929529 w 10929529"/>
                <a:gd name="connsiteY4" fmla="*/ 1005167 h 1116852"/>
                <a:gd name="connsiteX5" fmla="*/ 10817844 w 10929529"/>
                <a:gd name="connsiteY5" fmla="*/ 1116852 h 1116852"/>
                <a:gd name="connsiteX6" fmla="*/ 111685 w 10929529"/>
                <a:gd name="connsiteY6" fmla="*/ 1116852 h 1116852"/>
                <a:gd name="connsiteX7" fmla="*/ 0 w 10929529"/>
                <a:gd name="connsiteY7" fmla="*/ 1005167 h 1116852"/>
                <a:gd name="connsiteX8" fmla="*/ 0 w 10929529"/>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9529" h="1116852">
                  <a:moveTo>
                    <a:pt x="0" y="111685"/>
                  </a:moveTo>
                  <a:cubicBezTo>
                    <a:pt x="0" y="50003"/>
                    <a:pt x="50003" y="0"/>
                    <a:pt x="111685" y="0"/>
                  </a:cubicBezTo>
                  <a:lnTo>
                    <a:pt x="10817844" y="0"/>
                  </a:lnTo>
                  <a:cubicBezTo>
                    <a:pt x="10879526" y="0"/>
                    <a:pt x="10929529" y="50003"/>
                    <a:pt x="10929529" y="111685"/>
                  </a:cubicBezTo>
                  <a:lnTo>
                    <a:pt x="10929529" y="1005167"/>
                  </a:lnTo>
                  <a:cubicBezTo>
                    <a:pt x="10929529" y="1066849"/>
                    <a:pt x="10879526" y="1116852"/>
                    <a:pt x="10817844" y="1116852"/>
                  </a:cubicBezTo>
                  <a:lnTo>
                    <a:pt x="111685" y="1116852"/>
                  </a:lnTo>
                  <a:cubicBezTo>
                    <a:pt x="50003" y="1116852"/>
                    <a:pt x="0" y="1066849"/>
                    <a:pt x="0" y="1005167"/>
                  </a:cubicBezTo>
                  <a:lnTo>
                    <a:pt x="0" y="111685"/>
                  </a:lnTo>
                  <a:close/>
                </a:path>
              </a:pathLst>
            </a:custGeom>
            <a:noFill/>
            <a:ln w="28575">
              <a:solidFill>
                <a:srgbClr val="7625AD"/>
              </a:solid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spcFirstLastPara="0" vert="horz" wrap="square" lIns="215591" tIns="215591" rIns="215591" bIns="215591" numCol="1" spcCol="1270" anchor="ctr" anchorCtr="0">
              <a:noAutofit/>
            </a:bodyPr>
            <a:lstStyle/>
            <a:p>
              <a:pPr lvl="0" algn="ctr" defTabSz="2133600">
                <a:lnSpc>
                  <a:spcPct val="90000"/>
                </a:lnSpc>
                <a:spcBef>
                  <a:spcPct val="0"/>
                </a:spcBef>
                <a:spcAft>
                  <a:spcPct val="35000"/>
                </a:spcAft>
              </a:pPr>
              <a:r>
                <a:rPr lang="en-AU" sz="4800" kern="1200" dirty="0" smtClean="0">
                  <a:solidFill>
                    <a:srgbClr val="7625AD"/>
                  </a:solidFill>
                </a:rPr>
                <a:t>Secure Content Management</a:t>
              </a:r>
              <a:endParaRPr lang="en-US" sz="4800" kern="1200" dirty="0">
                <a:solidFill>
                  <a:srgbClr val="7625AD"/>
                </a:solidFill>
              </a:endParaRPr>
            </a:p>
          </p:txBody>
        </p:sp>
        <p:sp>
          <p:nvSpPr>
            <p:cNvPr id="8" name="Freeform 7"/>
            <p:cNvSpPr/>
            <p:nvPr/>
          </p:nvSpPr>
          <p:spPr>
            <a:xfrm>
              <a:off x="601685" y="2580276"/>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2FD6C3"/>
              </a:solid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spcFirstLastPara="0" vert="horz" wrap="square" lIns="101291" tIns="101291" rIns="101291" bIns="101291" numCol="1" spcCol="1270" anchor="ctr" anchorCtr="0">
              <a:noAutofit/>
            </a:bodyPr>
            <a:lstStyle/>
            <a:p>
              <a:pPr lvl="0" algn="ctr" defTabSz="800100">
                <a:lnSpc>
                  <a:spcPct val="90000"/>
                </a:lnSpc>
                <a:spcBef>
                  <a:spcPct val="0"/>
                </a:spcBef>
                <a:spcAft>
                  <a:spcPct val="35000"/>
                </a:spcAft>
              </a:pPr>
              <a:r>
                <a:rPr lang="en-AU" sz="1800" kern="1200" dirty="0" smtClean="0">
                  <a:solidFill>
                    <a:srgbClr val="2FD6C3"/>
                  </a:solidFill>
                </a:rPr>
                <a:t>ControlPoint</a:t>
              </a:r>
            </a:p>
          </p:txBody>
        </p:sp>
        <p:sp>
          <p:nvSpPr>
            <p:cNvPr id="9" name="Freeform 8"/>
            <p:cNvSpPr/>
            <p:nvPr/>
          </p:nvSpPr>
          <p:spPr>
            <a:xfrm>
              <a:off x="601685" y="3837103"/>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0079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861" tIns="89861" rIns="89861" bIns="89861" numCol="1" spcCol="1270" anchor="ctr" anchorCtr="0">
              <a:noAutofit/>
            </a:bodyPr>
            <a:lstStyle/>
            <a:p>
              <a:pPr lvl="0" algn="ctr" defTabSz="666750">
                <a:lnSpc>
                  <a:spcPct val="90000"/>
                </a:lnSpc>
                <a:spcBef>
                  <a:spcPct val="0"/>
                </a:spcBef>
                <a:spcAft>
                  <a:spcPct val="35000"/>
                </a:spcAft>
              </a:pPr>
              <a:r>
                <a:rPr lang="en-AU" sz="1500" kern="1200" dirty="0" smtClean="0">
                  <a:solidFill>
                    <a:srgbClr val="0079EF"/>
                  </a:solidFill>
                </a:rPr>
                <a:t>File &amp; content analysis</a:t>
              </a:r>
            </a:p>
          </p:txBody>
        </p:sp>
        <p:sp>
          <p:nvSpPr>
            <p:cNvPr id="10" name="Freeform 9"/>
            <p:cNvSpPr/>
            <p:nvPr/>
          </p:nvSpPr>
          <p:spPr>
            <a:xfrm>
              <a:off x="601685"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Identification of personal data/</a:t>
              </a:r>
              <a:br>
                <a:rPr lang="en-AU" sz="900" kern="1200" dirty="0" smtClean="0">
                  <a:solidFill>
                    <a:srgbClr val="231CA5"/>
                  </a:solidFill>
                </a:rPr>
              </a:br>
              <a:r>
                <a:rPr lang="en-AU" sz="900" kern="1200" dirty="0" smtClean="0">
                  <a:solidFill>
                    <a:srgbClr val="231CA5"/>
                  </a:solidFill>
                </a:rPr>
                <a:t>PII, PCI, PHI</a:t>
              </a:r>
            </a:p>
          </p:txBody>
        </p:sp>
        <p:sp>
          <p:nvSpPr>
            <p:cNvPr id="11" name="Freeform 10"/>
            <p:cNvSpPr/>
            <p:nvPr/>
          </p:nvSpPr>
          <p:spPr>
            <a:xfrm>
              <a:off x="1431910"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ROT Analysis</a:t>
              </a:r>
            </a:p>
          </p:txBody>
        </p:sp>
        <p:sp>
          <p:nvSpPr>
            <p:cNvPr id="12" name="Freeform 11"/>
            <p:cNvSpPr/>
            <p:nvPr/>
          </p:nvSpPr>
          <p:spPr>
            <a:xfrm>
              <a:off x="2262134"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Enterprise policy application</a:t>
              </a:r>
            </a:p>
          </p:txBody>
        </p:sp>
        <p:sp>
          <p:nvSpPr>
            <p:cNvPr id="13" name="Freeform 12"/>
            <p:cNvSpPr/>
            <p:nvPr/>
          </p:nvSpPr>
          <p:spPr>
            <a:xfrm>
              <a:off x="3092359"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Manage-in-place</a:t>
              </a:r>
            </a:p>
          </p:txBody>
        </p:sp>
        <p:sp>
          <p:nvSpPr>
            <p:cNvPr id="14" name="Freeform 13"/>
            <p:cNvSpPr/>
            <p:nvPr/>
          </p:nvSpPr>
          <p:spPr>
            <a:xfrm>
              <a:off x="3973812" y="2580276"/>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2FD6C3"/>
              </a:solid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spcFirstLastPara="0" vert="horz" wrap="square" lIns="101291" tIns="101291" rIns="101291" bIns="101291" numCol="1" spcCol="1270" anchor="ctr" anchorCtr="0">
              <a:noAutofit/>
            </a:bodyPr>
            <a:lstStyle/>
            <a:p>
              <a:pPr lvl="0" algn="ctr" defTabSz="800100">
                <a:lnSpc>
                  <a:spcPct val="90000"/>
                </a:lnSpc>
                <a:spcBef>
                  <a:spcPct val="0"/>
                </a:spcBef>
                <a:spcAft>
                  <a:spcPct val="35000"/>
                </a:spcAft>
              </a:pPr>
              <a:r>
                <a:rPr lang="en-AU" sz="1800" kern="1200" dirty="0" smtClean="0">
                  <a:solidFill>
                    <a:srgbClr val="2FD6C3"/>
                  </a:solidFill>
                </a:rPr>
                <a:t>Content Manager</a:t>
              </a:r>
            </a:p>
          </p:txBody>
        </p:sp>
        <p:sp>
          <p:nvSpPr>
            <p:cNvPr id="15" name="Freeform 14"/>
            <p:cNvSpPr/>
            <p:nvPr/>
          </p:nvSpPr>
          <p:spPr>
            <a:xfrm>
              <a:off x="3973812" y="3837103"/>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0079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861" tIns="89861" rIns="89861" bIns="89861" numCol="1" spcCol="1270" anchor="ctr" anchorCtr="0">
              <a:noAutofit/>
            </a:bodyPr>
            <a:lstStyle/>
            <a:p>
              <a:pPr lvl="0" algn="ctr" defTabSz="666750">
                <a:lnSpc>
                  <a:spcPct val="90000"/>
                </a:lnSpc>
                <a:spcBef>
                  <a:spcPct val="0"/>
                </a:spcBef>
                <a:spcAft>
                  <a:spcPct val="35000"/>
                </a:spcAft>
              </a:pPr>
              <a:r>
                <a:rPr lang="en-AU" sz="1500" kern="1200" dirty="0" smtClean="0">
                  <a:solidFill>
                    <a:srgbClr val="0079EF"/>
                  </a:solidFill>
                </a:rPr>
                <a:t>Policy-Based Governance</a:t>
              </a:r>
            </a:p>
          </p:txBody>
        </p:sp>
        <p:sp>
          <p:nvSpPr>
            <p:cNvPr id="16" name="Freeform 15"/>
            <p:cNvSpPr/>
            <p:nvPr/>
          </p:nvSpPr>
          <p:spPr>
            <a:xfrm>
              <a:off x="3973812"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Security &amp; access</a:t>
              </a:r>
            </a:p>
          </p:txBody>
        </p:sp>
        <p:sp>
          <p:nvSpPr>
            <p:cNvPr id="17" name="Freeform 16"/>
            <p:cNvSpPr/>
            <p:nvPr/>
          </p:nvSpPr>
          <p:spPr>
            <a:xfrm>
              <a:off x="4804036"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Redaction</a:t>
              </a:r>
            </a:p>
          </p:txBody>
        </p:sp>
        <p:sp>
          <p:nvSpPr>
            <p:cNvPr id="18" name="Freeform 17"/>
            <p:cNvSpPr/>
            <p:nvPr/>
          </p:nvSpPr>
          <p:spPr>
            <a:xfrm>
              <a:off x="5634261"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Retention</a:t>
              </a:r>
            </a:p>
          </p:txBody>
        </p:sp>
        <p:sp>
          <p:nvSpPr>
            <p:cNvPr id="19" name="Freeform 18"/>
            <p:cNvSpPr/>
            <p:nvPr/>
          </p:nvSpPr>
          <p:spPr>
            <a:xfrm>
              <a:off x="6464486"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Disposition</a:t>
              </a:r>
            </a:p>
          </p:txBody>
        </p:sp>
        <p:sp>
          <p:nvSpPr>
            <p:cNvPr id="20" name="Freeform 19"/>
            <p:cNvSpPr/>
            <p:nvPr/>
          </p:nvSpPr>
          <p:spPr>
            <a:xfrm>
              <a:off x="7345939" y="2580276"/>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2FD6C3"/>
              </a:solid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spcFirstLastPara="0" vert="horz" wrap="square" lIns="101291" tIns="101291" rIns="101291" bIns="101291" numCol="1" spcCol="1270" anchor="ctr" anchorCtr="0">
              <a:noAutofit/>
            </a:bodyPr>
            <a:lstStyle/>
            <a:p>
              <a:pPr lvl="0" algn="ctr" defTabSz="800100">
                <a:lnSpc>
                  <a:spcPct val="90000"/>
                </a:lnSpc>
                <a:spcBef>
                  <a:spcPct val="0"/>
                </a:spcBef>
                <a:spcAft>
                  <a:spcPct val="35000"/>
                </a:spcAft>
              </a:pPr>
              <a:r>
                <a:rPr lang="en-AU" sz="1800" kern="1200" dirty="0" smtClean="0">
                  <a:solidFill>
                    <a:srgbClr val="2FD6C3"/>
                  </a:solidFill>
                </a:rPr>
                <a:t>Structured Data Manager</a:t>
              </a:r>
            </a:p>
          </p:txBody>
        </p:sp>
        <p:sp>
          <p:nvSpPr>
            <p:cNvPr id="21" name="Freeform 20"/>
            <p:cNvSpPr/>
            <p:nvPr/>
          </p:nvSpPr>
          <p:spPr>
            <a:xfrm>
              <a:off x="7345939" y="3837103"/>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0079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861" tIns="89861" rIns="89861" bIns="89861" numCol="1" spcCol="1270" anchor="ctr" anchorCtr="0">
              <a:noAutofit/>
            </a:bodyPr>
            <a:lstStyle/>
            <a:p>
              <a:pPr lvl="0" algn="ctr" defTabSz="666750">
                <a:lnSpc>
                  <a:spcPct val="90000"/>
                </a:lnSpc>
                <a:spcBef>
                  <a:spcPct val="0"/>
                </a:spcBef>
                <a:spcAft>
                  <a:spcPct val="35000"/>
                </a:spcAft>
              </a:pPr>
              <a:r>
                <a:rPr lang="en-AU" sz="1500" kern="1200" dirty="0" smtClean="0">
                  <a:solidFill>
                    <a:srgbClr val="0079EF"/>
                  </a:solidFill>
                </a:rPr>
                <a:t>Data archiving &amp; application retirement</a:t>
              </a:r>
              <a:endParaRPr lang="en-US" sz="1500" kern="1200" dirty="0">
                <a:solidFill>
                  <a:srgbClr val="0079EF"/>
                </a:solidFill>
              </a:endParaRPr>
            </a:p>
          </p:txBody>
        </p:sp>
        <p:sp>
          <p:nvSpPr>
            <p:cNvPr id="22" name="Freeform 21"/>
            <p:cNvSpPr/>
            <p:nvPr/>
          </p:nvSpPr>
          <p:spPr>
            <a:xfrm>
              <a:off x="7345939"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smtClean="0">
                  <a:solidFill>
                    <a:srgbClr val="231CA5"/>
                  </a:solidFill>
                </a:rPr>
                <a:t>Archiving</a:t>
              </a:r>
              <a:endParaRPr lang="en-US" sz="900" kern="1200" dirty="0">
                <a:solidFill>
                  <a:srgbClr val="231CA5"/>
                </a:solidFill>
              </a:endParaRPr>
            </a:p>
          </p:txBody>
        </p:sp>
        <p:sp>
          <p:nvSpPr>
            <p:cNvPr id="23" name="Freeform 22"/>
            <p:cNvSpPr/>
            <p:nvPr/>
          </p:nvSpPr>
          <p:spPr>
            <a:xfrm>
              <a:off x="8176163"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AU" sz="900" kern="1200" dirty="0" smtClean="0">
                  <a:solidFill>
                    <a:srgbClr val="231CA5"/>
                  </a:solidFill>
                </a:rPr>
                <a:t>Reporting</a:t>
              </a:r>
              <a:endParaRPr lang="en-US" sz="900" kern="1200" dirty="0">
                <a:solidFill>
                  <a:srgbClr val="231CA5"/>
                </a:solidFill>
              </a:endParaRPr>
            </a:p>
          </p:txBody>
        </p:sp>
        <p:sp>
          <p:nvSpPr>
            <p:cNvPr id="24" name="Freeform 23"/>
            <p:cNvSpPr/>
            <p:nvPr/>
          </p:nvSpPr>
          <p:spPr>
            <a:xfrm>
              <a:off x="9006388"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US" sz="900" kern="1200" dirty="0" smtClean="0">
                  <a:solidFill>
                    <a:srgbClr val="231CA5"/>
                  </a:solidFill>
                </a:rPr>
                <a:t>Identification of sensitive data PII, PCI, PHI</a:t>
              </a:r>
              <a:endParaRPr lang="en-US" sz="900" kern="1200" dirty="0">
                <a:solidFill>
                  <a:srgbClr val="231CA5"/>
                </a:solidFill>
              </a:endParaRPr>
            </a:p>
          </p:txBody>
        </p:sp>
        <p:sp>
          <p:nvSpPr>
            <p:cNvPr id="25" name="Freeform 24"/>
            <p:cNvSpPr/>
            <p:nvPr/>
          </p:nvSpPr>
          <p:spPr>
            <a:xfrm>
              <a:off x="9836613"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US" sz="900" kern="1200" dirty="0" smtClean="0">
                  <a:solidFill>
                    <a:srgbClr val="231CA5"/>
                  </a:solidFill>
                </a:rPr>
                <a:t>Redaction (Voltage integration)</a:t>
              </a:r>
              <a:endParaRPr lang="en-US" sz="900" kern="1200" dirty="0">
                <a:solidFill>
                  <a:srgbClr val="231CA5"/>
                </a:solidFill>
              </a:endParaRPr>
            </a:p>
          </p:txBody>
        </p:sp>
        <p:sp>
          <p:nvSpPr>
            <p:cNvPr id="26" name="Freeform 25"/>
            <p:cNvSpPr/>
            <p:nvPr/>
          </p:nvSpPr>
          <p:spPr>
            <a:xfrm>
              <a:off x="10718066" y="2580276"/>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FD6C3"/>
              </a:solid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spcFirstLastPara="0" vert="horz" wrap="square" lIns="84776" tIns="84776" rIns="84776" bIns="84776" numCol="1" spcCol="1270" anchor="ctr" anchorCtr="0">
              <a:noAutofit/>
            </a:bodyPr>
            <a:lstStyle/>
            <a:p>
              <a:pPr lvl="0" algn="ctr" defTabSz="711200">
                <a:lnSpc>
                  <a:spcPct val="90000"/>
                </a:lnSpc>
                <a:spcBef>
                  <a:spcPct val="0"/>
                </a:spcBef>
                <a:spcAft>
                  <a:spcPct val="35000"/>
                </a:spcAft>
              </a:pPr>
              <a:r>
                <a:rPr lang="en-AU" sz="1600" kern="1200" dirty="0" smtClean="0">
                  <a:solidFill>
                    <a:srgbClr val="2FD6C3"/>
                  </a:solidFill>
                </a:rPr>
                <a:t>Voltage</a:t>
              </a:r>
              <a:endParaRPr lang="en-US" sz="1600" kern="1200" dirty="0">
                <a:solidFill>
                  <a:srgbClr val="2FD6C3"/>
                </a:solidFill>
              </a:endParaRPr>
            </a:p>
          </p:txBody>
        </p:sp>
        <p:sp>
          <p:nvSpPr>
            <p:cNvPr id="27" name="Freeform 26"/>
            <p:cNvSpPr/>
            <p:nvPr/>
          </p:nvSpPr>
          <p:spPr>
            <a:xfrm>
              <a:off x="10718066" y="3837103"/>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0079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0966" tIns="80966" rIns="80966" bIns="80966" numCol="1" spcCol="1270" anchor="ctr" anchorCtr="0">
              <a:noAutofit/>
            </a:bodyPr>
            <a:lstStyle/>
            <a:p>
              <a:pPr lvl="0" algn="ctr" defTabSz="666750">
                <a:lnSpc>
                  <a:spcPct val="90000"/>
                </a:lnSpc>
                <a:spcBef>
                  <a:spcPct val="0"/>
                </a:spcBef>
                <a:spcAft>
                  <a:spcPct val="35000"/>
                </a:spcAft>
              </a:pPr>
              <a:r>
                <a:rPr lang="en-AU" sz="1500" kern="1200" dirty="0" smtClean="0">
                  <a:solidFill>
                    <a:srgbClr val="0079EF"/>
                  </a:solidFill>
                </a:rPr>
                <a:t>Data masking</a:t>
              </a:r>
              <a:endParaRPr lang="en-US" sz="1500" kern="1200" dirty="0">
                <a:solidFill>
                  <a:srgbClr val="0079EF"/>
                </a:solidFill>
              </a:endParaRPr>
            </a:p>
          </p:txBody>
        </p:sp>
        <p:sp>
          <p:nvSpPr>
            <p:cNvPr id="28" name="Freeform 27"/>
            <p:cNvSpPr/>
            <p:nvPr/>
          </p:nvSpPr>
          <p:spPr>
            <a:xfrm>
              <a:off x="10718066"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lvl="0" algn="ctr" defTabSz="400050">
                <a:lnSpc>
                  <a:spcPct val="90000"/>
                </a:lnSpc>
                <a:spcBef>
                  <a:spcPct val="0"/>
                </a:spcBef>
                <a:spcAft>
                  <a:spcPct val="35000"/>
                </a:spcAft>
              </a:pPr>
              <a:r>
                <a:rPr lang="en-US" sz="900" kern="1200" dirty="0" smtClean="0">
                  <a:solidFill>
                    <a:srgbClr val="231CA5"/>
                  </a:solidFill>
                </a:rPr>
                <a:t>Encryption/ Decryption</a:t>
              </a:r>
              <a:endParaRPr lang="en-US" sz="900" kern="1200" dirty="0">
                <a:solidFill>
                  <a:srgbClr val="231CA5"/>
                </a:solidFill>
              </a:endParaRPr>
            </a:p>
          </p:txBody>
        </p:sp>
      </p:grpSp>
      <p:sp>
        <p:nvSpPr>
          <p:cNvPr id="6" name="Title 1"/>
          <p:cNvSpPr>
            <a:spLocks noGrp="1"/>
          </p:cNvSpPr>
          <p:nvPr>
            <p:ph type="title"/>
          </p:nvPr>
        </p:nvSpPr>
        <p:spPr>
          <a:xfrm>
            <a:off x="515809" y="203220"/>
            <a:ext cx="10720282" cy="974663"/>
          </a:xfrm>
        </p:spPr>
        <p:txBody>
          <a:bodyPr>
            <a:normAutofit/>
          </a:bodyPr>
          <a:lstStyle/>
          <a:p>
            <a:r>
              <a:rPr lang="en-US" sz="3600" b="1" dirty="0" smtClean="0">
                <a:solidFill>
                  <a:srgbClr val="212E35"/>
                </a:solidFill>
                <a:latin typeface="Calibri" panose="020F0502020204030204"/>
              </a:rPr>
              <a:t>Secure </a:t>
            </a:r>
            <a:r>
              <a:rPr lang="en-US" sz="3600" b="1" dirty="0">
                <a:solidFill>
                  <a:srgbClr val="212E35"/>
                </a:solidFill>
                <a:latin typeface="Calibri" panose="020F0502020204030204"/>
              </a:rPr>
              <a:t>Content Management S</a:t>
            </a:r>
            <a:r>
              <a:rPr lang="en-US" sz="3600" b="1" dirty="0" smtClean="0">
                <a:solidFill>
                  <a:srgbClr val="212E35"/>
                </a:solidFill>
                <a:latin typeface="Calibri" panose="020F0502020204030204"/>
              </a:rPr>
              <a:t>uite</a:t>
            </a:r>
            <a:endParaRPr lang="en-US" dirty="0">
              <a:latin typeface="+mj-lt"/>
            </a:endParaRPr>
          </a:p>
        </p:txBody>
      </p:sp>
    </p:spTree>
    <p:extLst>
      <p:ext uri="{BB962C8B-B14F-4D97-AF65-F5344CB8AC3E}">
        <p14:creationId xmlns:p14="http://schemas.microsoft.com/office/powerpoint/2010/main" val="201146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28055"/>
            <a:ext cx="10822941" cy="574516"/>
          </a:xfrm>
        </p:spPr>
        <p:txBody>
          <a:bodyPr/>
          <a:lstStyle/>
          <a:p>
            <a:r>
              <a:rPr lang="en-US" dirty="0" smtClean="0">
                <a:solidFill>
                  <a:schemeClr val="tx1"/>
                </a:solidFill>
                <a:latin typeface="+mj-lt"/>
                <a:cs typeface="+mj-cs"/>
              </a:rPr>
              <a:t>Structured Data Manager</a:t>
            </a:r>
            <a:r>
              <a:rPr lang="en-US" sz="2000" dirty="0" smtClean="0">
                <a:latin typeface="+mj-lt"/>
              </a:rPr>
              <a:t/>
            </a:r>
            <a:br>
              <a:rPr lang="en-US" sz="2000" dirty="0" smtClean="0">
                <a:latin typeface="+mj-lt"/>
              </a:rPr>
            </a:br>
            <a:endParaRPr lang="en-US" sz="2000" dirty="0">
              <a:latin typeface="+mj-lt"/>
            </a:endParaRPr>
          </a:p>
        </p:txBody>
      </p:sp>
      <p:sp>
        <p:nvSpPr>
          <p:cNvPr id="81" name="Rectangle 80"/>
          <p:cNvSpPr/>
          <p:nvPr/>
        </p:nvSpPr>
        <p:spPr>
          <a:xfrm>
            <a:off x="639486" y="1307405"/>
            <a:ext cx="11435863" cy="646331"/>
          </a:xfrm>
          <a:prstGeom prst="rect">
            <a:avLst/>
          </a:prstGeom>
        </p:spPr>
        <p:txBody>
          <a:bodyPr wrap="square">
            <a:spAutoFit/>
          </a:bodyPr>
          <a:lstStyle/>
          <a:p>
            <a:pPr defTabSz="914400"/>
            <a:r>
              <a:rPr lang="en-US" dirty="0">
                <a:solidFill>
                  <a:srgbClr val="212E35"/>
                </a:solidFill>
              </a:rPr>
              <a:t>Structured Data Manager provides automated information lifecycle management </a:t>
            </a:r>
            <a:r>
              <a:rPr lang="en-US" dirty="0" smtClean="0">
                <a:solidFill>
                  <a:srgbClr val="212E35"/>
                </a:solidFill>
              </a:rPr>
              <a:t>by </a:t>
            </a:r>
            <a:r>
              <a:rPr lang="en-US" dirty="0">
                <a:solidFill>
                  <a:srgbClr val="212E35"/>
                </a:solidFill>
              </a:rPr>
              <a:t>relocating </a:t>
            </a:r>
            <a:r>
              <a:rPr lang="en-US" dirty="0" smtClean="0">
                <a:solidFill>
                  <a:srgbClr val="212E35"/>
                </a:solidFill>
              </a:rPr>
              <a:t>data </a:t>
            </a:r>
            <a:r>
              <a:rPr lang="en-US" dirty="0">
                <a:solidFill>
                  <a:srgbClr val="212E35"/>
                </a:solidFill>
              </a:rPr>
              <a:t>from </a:t>
            </a:r>
            <a:r>
              <a:rPr lang="en-US" dirty="0" smtClean="0">
                <a:solidFill>
                  <a:srgbClr val="212E35"/>
                </a:solidFill>
              </a:rPr>
              <a:t>production </a:t>
            </a:r>
            <a:r>
              <a:rPr lang="en-US" dirty="0">
                <a:solidFill>
                  <a:srgbClr val="212E35"/>
                </a:solidFill>
              </a:rPr>
              <a:t>systems and legacy databases while preserving data integrity and access.</a:t>
            </a:r>
          </a:p>
        </p:txBody>
      </p:sp>
      <p:sp>
        <p:nvSpPr>
          <p:cNvPr id="4" name="TextBox 3"/>
          <p:cNvSpPr txBox="1"/>
          <p:nvPr/>
        </p:nvSpPr>
        <p:spPr>
          <a:xfrm>
            <a:off x="609600" y="2297158"/>
            <a:ext cx="6867525" cy="3642087"/>
          </a:xfrm>
          <a:prstGeom prst="rect">
            <a:avLst/>
          </a:prstGeom>
          <a:ln w="38100">
            <a:solidFill>
              <a:schemeClr val="accent6"/>
            </a:solidFill>
          </a:ln>
        </p:spPr>
        <p:txBody>
          <a:bodyPr vert="horz" wrap="square" lIns="91440" tIns="45720" rIns="91440" bIns="45720" rtlCol="0" anchor="t" anchorCtr="0">
            <a:spAutoFit/>
          </a:bodyPr>
          <a:lstStyle/>
          <a:p>
            <a:pPr algn="ctr"/>
            <a:r>
              <a:rPr lang="en-GB" b="1" dirty="0" smtClean="0">
                <a:solidFill>
                  <a:schemeClr val="bg1">
                    <a:lumMod val="50000"/>
                  </a:schemeClr>
                </a:solidFill>
                <a:ea typeface="Roboto Light" charset="0"/>
                <a:cs typeface="Roboto Light" charset="0"/>
              </a:rPr>
              <a:t>Use Cases</a:t>
            </a:r>
          </a:p>
          <a:p>
            <a:pPr algn="ctr"/>
            <a:endParaRPr lang="en-GB" dirty="0" smtClean="0">
              <a:solidFill>
                <a:schemeClr val="bg1">
                  <a:lumMod val="50000"/>
                </a:schemeClr>
              </a:solidFill>
              <a:ea typeface="Roboto Light" charset="0"/>
              <a:cs typeface="Roboto Light" charset="0"/>
            </a:endParaRPr>
          </a:p>
          <a:p>
            <a:pPr marL="342900" indent="-342900">
              <a:buFont typeface="+mj-lt"/>
              <a:buAutoNum type="arabicPeriod"/>
            </a:pPr>
            <a:r>
              <a:rPr lang="en-US" dirty="0">
                <a:solidFill>
                  <a:srgbClr val="212E35"/>
                </a:solidFill>
              </a:rPr>
              <a:t>Reduce </a:t>
            </a:r>
            <a:r>
              <a:rPr lang="en-US" dirty="0" smtClean="0">
                <a:solidFill>
                  <a:srgbClr val="212E35"/>
                </a:solidFill>
              </a:rPr>
              <a:t>licensing &amp; maintenance </a:t>
            </a:r>
            <a:r>
              <a:rPr lang="en-US" dirty="0">
                <a:solidFill>
                  <a:srgbClr val="212E35"/>
                </a:solidFill>
              </a:rPr>
              <a:t>costs by retiring legacy applications</a:t>
            </a:r>
          </a:p>
          <a:p>
            <a:pPr marL="342900" indent="-342900">
              <a:buFont typeface="+mj-lt"/>
              <a:buAutoNum type="arabicPeriod"/>
            </a:pPr>
            <a:r>
              <a:rPr lang="en-US" dirty="0">
                <a:solidFill>
                  <a:srgbClr val="212E35"/>
                </a:solidFill>
              </a:rPr>
              <a:t>Improve backup / recovery </a:t>
            </a:r>
            <a:r>
              <a:rPr lang="en-US" dirty="0" smtClean="0">
                <a:solidFill>
                  <a:srgbClr val="212E35"/>
                </a:solidFill>
              </a:rPr>
              <a:t>times by better managing your data footprint</a:t>
            </a:r>
            <a:endParaRPr lang="en-US" dirty="0">
              <a:solidFill>
                <a:srgbClr val="212E35"/>
              </a:solidFill>
            </a:endParaRPr>
          </a:p>
          <a:p>
            <a:pPr marL="342900" indent="-342900">
              <a:buFont typeface="+mj-lt"/>
              <a:buAutoNum type="arabicPeriod"/>
            </a:pPr>
            <a:r>
              <a:rPr lang="en-US" dirty="0">
                <a:solidFill>
                  <a:srgbClr val="212E35"/>
                </a:solidFill>
              </a:rPr>
              <a:t>Improve productivity by accessing data from multiple legacy systems on one </a:t>
            </a:r>
            <a:r>
              <a:rPr lang="en-US" dirty="0" smtClean="0">
                <a:solidFill>
                  <a:srgbClr val="212E35"/>
                </a:solidFill>
              </a:rPr>
              <a:t>platform</a:t>
            </a:r>
          </a:p>
          <a:p>
            <a:pPr marL="342900" indent="-342900">
              <a:buFont typeface="+mj-lt"/>
              <a:buAutoNum type="arabicPeriod"/>
            </a:pPr>
            <a:r>
              <a:rPr lang="en-US" dirty="0" smtClean="0">
                <a:solidFill>
                  <a:srgbClr val="212E35"/>
                </a:solidFill>
              </a:rPr>
              <a:t>Reduce </a:t>
            </a:r>
            <a:r>
              <a:rPr lang="en-US" dirty="0">
                <a:solidFill>
                  <a:srgbClr val="212E35"/>
                </a:solidFill>
              </a:rPr>
              <a:t>risk by consolidating data from multiple applications for consistent policy application</a:t>
            </a:r>
          </a:p>
          <a:p>
            <a:pPr marL="342900" indent="-342900">
              <a:buFont typeface="+mj-lt"/>
              <a:buAutoNum type="arabicPeriod"/>
            </a:pPr>
            <a:r>
              <a:rPr lang="en-US" dirty="0" smtClean="0">
                <a:solidFill>
                  <a:srgbClr val="212E35"/>
                </a:solidFill>
              </a:rPr>
              <a:t>Analyze </a:t>
            </a:r>
            <a:r>
              <a:rPr lang="en-US" dirty="0">
                <a:solidFill>
                  <a:srgbClr val="212E35"/>
                </a:solidFill>
              </a:rPr>
              <a:t>customer data more easily for potential revenue generation</a:t>
            </a:r>
          </a:p>
          <a:p>
            <a:pPr marL="342900" indent="-342900">
              <a:buFont typeface="+mj-lt"/>
              <a:buAutoNum type="arabicPeriod"/>
            </a:pPr>
            <a:r>
              <a:rPr lang="en-US" dirty="0">
                <a:solidFill>
                  <a:srgbClr val="212E35"/>
                </a:solidFill>
              </a:rPr>
              <a:t>Accelerate transformation objectives e.g. migrate to cloud</a:t>
            </a:r>
          </a:p>
          <a:p>
            <a:pPr algn="ctr"/>
            <a:endParaRPr lang="en-GB" sz="1467" dirty="0" smtClean="0">
              <a:solidFill>
                <a:schemeClr val="bg1">
                  <a:lumMod val="50000"/>
                </a:schemeClr>
              </a:solidFill>
              <a:latin typeface="+mn-lt"/>
              <a:ea typeface="Roboto Light" charset="0"/>
              <a:cs typeface="Roboto Light" charset="0"/>
            </a:endParaRPr>
          </a:p>
        </p:txBody>
      </p:sp>
      <p:sp>
        <p:nvSpPr>
          <p:cNvPr id="6" name="Rectangle 5"/>
          <p:cNvSpPr/>
          <p:nvPr/>
        </p:nvSpPr>
        <p:spPr>
          <a:xfrm>
            <a:off x="609600" y="6057832"/>
            <a:ext cx="10979882" cy="646331"/>
          </a:xfrm>
          <a:prstGeom prst="rect">
            <a:avLst/>
          </a:prstGeom>
        </p:spPr>
        <p:txBody>
          <a:bodyPr wrap="square">
            <a:spAutoFit/>
          </a:bodyPr>
          <a:lstStyle/>
          <a:p>
            <a:pPr algn="ctr" defTabSz="914400"/>
            <a:r>
              <a:rPr lang="en-US" i="1" dirty="0">
                <a:solidFill>
                  <a:srgbClr val="231CA5"/>
                </a:solidFill>
              </a:rPr>
              <a:t>Retired 70 business applications, 23+ billion rows archived, 72TB+ (compressed</a:t>
            </a:r>
            <a:r>
              <a:rPr lang="en-US" i="1" dirty="0" smtClean="0">
                <a:solidFill>
                  <a:srgbClr val="231CA5"/>
                </a:solidFill>
              </a:rPr>
              <a:t>) | </a:t>
            </a:r>
            <a:r>
              <a:rPr lang="en-GB" i="1" dirty="0" smtClean="0">
                <a:solidFill>
                  <a:srgbClr val="231CA5"/>
                </a:solidFill>
              </a:rPr>
              <a:t>Query </a:t>
            </a:r>
            <a:r>
              <a:rPr lang="en-GB" i="1" dirty="0">
                <a:solidFill>
                  <a:srgbClr val="231CA5"/>
                </a:solidFill>
              </a:rPr>
              <a:t>time reduced by 89% </a:t>
            </a:r>
            <a:r>
              <a:rPr lang="en-GB" i="1" dirty="0" smtClean="0">
                <a:solidFill>
                  <a:srgbClr val="231CA5"/>
                </a:solidFill>
              </a:rPr>
              <a:t>  Storage </a:t>
            </a:r>
            <a:r>
              <a:rPr lang="en-GB" i="1" dirty="0">
                <a:solidFill>
                  <a:srgbClr val="231CA5"/>
                </a:solidFill>
              </a:rPr>
              <a:t>reduced by 48% </a:t>
            </a:r>
            <a:r>
              <a:rPr lang="en-GB" i="1" dirty="0" smtClean="0">
                <a:solidFill>
                  <a:srgbClr val="231CA5"/>
                </a:solidFill>
              </a:rPr>
              <a:t>| Full </a:t>
            </a:r>
            <a:r>
              <a:rPr lang="en-GB" i="1" dirty="0">
                <a:solidFill>
                  <a:srgbClr val="231CA5"/>
                </a:solidFill>
              </a:rPr>
              <a:t>backup window reduced by 37%</a:t>
            </a:r>
            <a:endParaRPr lang="en-US" i="1" dirty="0">
              <a:solidFill>
                <a:srgbClr val="231CA5"/>
              </a:solidFill>
            </a:endParaRPr>
          </a:p>
        </p:txBody>
      </p:sp>
      <p:pic>
        <p:nvPicPr>
          <p:cNvPr id="9" name="Picture 8"/>
          <p:cNvPicPr>
            <a:picLocks noChangeAspect="1"/>
          </p:cNvPicPr>
          <p:nvPr/>
        </p:nvPicPr>
        <p:blipFill>
          <a:blip r:embed="rId3"/>
          <a:stretch>
            <a:fillRect/>
          </a:stretch>
        </p:blipFill>
        <p:spPr>
          <a:xfrm>
            <a:off x="7606079" y="2507734"/>
            <a:ext cx="4340316" cy="2566109"/>
          </a:xfrm>
          <a:prstGeom prst="rect">
            <a:avLst/>
          </a:prstGeom>
        </p:spPr>
      </p:pic>
    </p:spTree>
    <p:extLst>
      <p:ext uri="{BB962C8B-B14F-4D97-AF65-F5344CB8AC3E}">
        <p14:creationId xmlns:p14="http://schemas.microsoft.com/office/powerpoint/2010/main" val="693477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28055"/>
            <a:ext cx="10822941" cy="574516"/>
          </a:xfrm>
        </p:spPr>
        <p:txBody>
          <a:bodyPr/>
          <a:lstStyle/>
          <a:p>
            <a:r>
              <a:rPr lang="en-US" dirty="0">
                <a:solidFill>
                  <a:schemeClr val="tx1"/>
                </a:solidFill>
                <a:latin typeface="+mj-lt"/>
                <a:cs typeface="+mj-cs"/>
              </a:rPr>
              <a:t>ControlPoint</a:t>
            </a:r>
            <a:r>
              <a:rPr lang="en-US" sz="2000" dirty="0" smtClean="0">
                <a:latin typeface="+mj-lt"/>
              </a:rPr>
              <a:t/>
            </a:r>
            <a:br>
              <a:rPr lang="en-US" sz="2000" dirty="0" smtClean="0">
                <a:latin typeface="+mj-lt"/>
              </a:rPr>
            </a:br>
            <a:endParaRPr lang="en-US" sz="2000" dirty="0">
              <a:latin typeface="+mj-lt"/>
            </a:endParaRPr>
          </a:p>
        </p:txBody>
      </p:sp>
      <p:sp>
        <p:nvSpPr>
          <p:cNvPr id="81" name="Rectangle 80"/>
          <p:cNvSpPr/>
          <p:nvPr/>
        </p:nvSpPr>
        <p:spPr>
          <a:xfrm>
            <a:off x="639486" y="1335980"/>
            <a:ext cx="11435863" cy="1200329"/>
          </a:xfrm>
          <a:prstGeom prst="rect">
            <a:avLst/>
          </a:prstGeom>
        </p:spPr>
        <p:txBody>
          <a:bodyPr wrap="square">
            <a:spAutoFit/>
          </a:bodyPr>
          <a:lstStyle/>
          <a:p>
            <a:pPr defTabSz="914400"/>
            <a:r>
              <a:rPr lang="en-US" dirty="0">
                <a:solidFill>
                  <a:srgbClr val="212E35"/>
                </a:solidFill>
              </a:rPr>
              <a:t>ControlPoint is file analysis software that helps organizations achieve their information governance objectives by identifying, analyzing, connecting and controlling information contained in </a:t>
            </a:r>
            <a:r>
              <a:rPr lang="en-US" dirty="0" err="1">
                <a:solidFill>
                  <a:srgbClr val="212E35"/>
                </a:solidFill>
              </a:rPr>
              <a:t>siloed</a:t>
            </a:r>
            <a:r>
              <a:rPr lang="en-US" dirty="0">
                <a:solidFill>
                  <a:srgbClr val="212E35"/>
                </a:solidFill>
              </a:rPr>
              <a:t> repositories across the enterprise</a:t>
            </a:r>
            <a:r>
              <a:rPr lang="en-US" dirty="0" smtClean="0">
                <a:solidFill>
                  <a:srgbClr val="212E35"/>
                </a:solidFill>
              </a:rPr>
              <a:t>.</a:t>
            </a:r>
          </a:p>
          <a:p>
            <a:pPr defTabSz="914400"/>
            <a:endParaRPr lang="en-US" b="1" dirty="0" smtClean="0">
              <a:solidFill>
                <a:srgbClr val="FF0000"/>
              </a:solidFill>
            </a:endParaRPr>
          </a:p>
          <a:p>
            <a:pPr defTabSz="914400"/>
            <a:endParaRPr lang="en-US" b="1" dirty="0">
              <a:solidFill>
                <a:srgbClr val="FF0000"/>
              </a:solidFill>
            </a:endParaRPr>
          </a:p>
        </p:txBody>
      </p:sp>
      <p:sp>
        <p:nvSpPr>
          <p:cNvPr id="4" name="TextBox 3"/>
          <p:cNvSpPr txBox="1"/>
          <p:nvPr/>
        </p:nvSpPr>
        <p:spPr>
          <a:xfrm>
            <a:off x="609600" y="2297158"/>
            <a:ext cx="6512563" cy="3198889"/>
          </a:xfrm>
          <a:prstGeom prst="rect">
            <a:avLst/>
          </a:prstGeom>
          <a:ln w="38100">
            <a:solidFill>
              <a:schemeClr val="accent6"/>
            </a:solidFill>
          </a:ln>
        </p:spPr>
        <p:txBody>
          <a:bodyPr vert="horz" wrap="square" lIns="91440" tIns="45720" rIns="91440" bIns="45720" rtlCol="0" anchor="t" anchorCtr="0">
            <a:spAutoFit/>
          </a:bodyPr>
          <a:lstStyle/>
          <a:p>
            <a:pPr algn="ctr"/>
            <a:r>
              <a:rPr lang="en-GB" b="1" dirty="0" smtClean="0">
                <a:solidFill>
                  <a:schemeClr val="bg1">
                    <a:lumMod val="50000"/>
                  </a:schemeClr>
                </a:solidFill>
                <a:ea typeface="Roboto Light" charset="0"/>
                <a:cs typeface="Roboto Light" charset="0"/>
              </a:rPr>
              <a:t>Use Cases</a:t>
            </a:r>
          </a:p>
          <a:p>
            <a:pPr algn="ctr"/>
            <a:endParaRPr lang="en-GB" dirty="0" smtClean="0">
              <a:solidFill>
                <a:schemeClr val="bg1">
                  <a:lumMod val="50000"/>
                </a:schemeClr>
              </a:solidFill>
              <a:ea typeface="Roboto Light" charset="0"/>
              <a:cs typeface="Roboto Light" charset="0"/>
            </a:endParaRPr>
          </a:p>
          <a:p>
            <a:pPr marL="342900" lvl="0" indent="-342900">
              <a:lnSpc>
                <a:spcPct val="90000"/>
              </a:lnSpc>
              <a:buFont typeface="+mj-lt"/>
              <a:buAutoNum type="arabicPeriod"/>
              <a:defRPr/>
            </a:pPr>
            <a:r>
              <a:rPr lang="en-US" dirty="0">
                <a:solidFill>
                  <a:srgbClr val="212E35"/>
                </a:solidFill>
              </a:rPr>
              <a:t>Reduce risk by identifying dark data </a:t>
            </a:r>
          </a:p>
          <a:p>
            <a:pPr marL="342900" lvl="0" indent="-342900">
              <a:lnSpc>
                <a:spcPct val="90000"/>
              </a:lnSpc>
              <a:buFont typeface="+mj-lt"/>
              <a:buAutoNum type="arabicPeriod"/>
              <a:defRPr/>
            </a:pPr>
            <a:r>
              <a:rPr lang="en-US" dirty="0">
                <a:solidFill>
                  <a:srgbClr val="212E35"/>
                </a:solidFill>
              </a:rPr>
              <a:t>Improve information search times by knowing what information is held across data silos</a:t>
            </a:r>
          </a:p>
          <a:p>
            <a:pPr marL="342900" lvl="0" indent="-342900">
              <a:lnSpc>
                <a:spcPct val="90000"/>
              </a:lnSpc>
              <a:buFont typeface="+mj-lt"/>
              <a:buAutoNum type="arabicPeriod"/>
              <a:defRPr/>
            </a:pPr>
            <a:r>
              <a:rPr lang="en-US" dirty="0" smtClean="0">
                <a:solidFill>
                  <a:srgbClr val="212E35"/>
                </a:solidFill>
              </a:rPr>
              <a:t>Analyze </a:t>
            </a:r>
            <a:r>
              <a:rPr lang="en-US" dirty="0">
                <a:solidFill>
                  <a:srgbClr val="212E35"/>
                </a:solidFill>
              </a:rPr>
              <a:t>and identify sensitive information</a:t>
            </a:r>
            <a:endParaRPr lang="en-GB" dirty="0">
              <a:solidFill>
                <a:schemeClr val="bg1">
                  <a:lumMod val="50000"/>
                </a:schemeClr>
              </a:solidFill>
              <a:ea typeface="Roboto Light" charset="0"/>
              <a:cs typeface="Roboto Light" charset="0"/>
            </a:endParaRPr>
          </a:p>
          <a:p>
            <a:pPr marL="342900" indent="-342900">
              <a:buFont typeface="+mj-lt"/>
              <a:buAutoNum type="arabicPeriod"/>
            </a:pPr>
            <a:r>
              <a:rPr lang="en-US" dirty="0">
                <a:solidFill>
                  <a:srgbClr val="212E35"/>
                </a:solidFill>
              </a:rPr>
              <a:t>Automatically apply policy to sensitive information</a:t>
            </a:r>
            <a:endParaRPr lang="en-GB" dirty="0">
              <a:solidFill>
                <a:schemeClr val="bg1">
                  <a:lumMod val="50000"/>
                </a:schemeClr>
              </a:solidFill>
              <a:ea typeface="Roboto Light" charset="0"/>
              <a:cs typeface="Roboto Light" charset="0"/>
            </a:endParaRPr>
          </a:p>
          <a:p>
            <a:pPr marL="342900" indent="-342900">
              <a:buFont typeface="+mj-lt"/>
              <a:buAutoNum type="arabicPeriod"/>
            </a:pPr>
            <a:r>
              <a:rPr lang="en-US" dirty="0">
                <a:solidFill>
                  <a:srgbClr val="212E35"/>
                </a:solidFill>
              </a:rPr>
              <a:t>Save cost by identifying </a:t>
            </a:r>
            <a:r>
              <a:rPr lang="en-US" dirty="0" smtClean="0">
                <a:solidFill>
                  <a:srgbClr val="212E35"/>
                </a:solidFill>
              </a:rPr>
              <a:t>ROT </a:t>
            </a:r>
            <a:r>
              <a:rPr lang="en-US" dirty="0">
                <a:solidFill>
                  <a:srgbClr val="212E35"/>
                </a:solidFill>
              </a:rPr>
              <a:t>data and migrate this to cheaper storage or dispose of it</a:t>
            </a:r>
          </a:p>
          <a:p>
            <a:pPr marL="342900" lvl="0" indent="-342900">
              <a:lnSpc>
                <a:spcPct val="90000"/>
              </a:lnSpc>
              <a:buFont typeface="+mj-lt"/>
              <a:buAutoNum type="arabicPeriod"/>
              <a:defRPr/>
            </a:pPr>
            <a:r>
              <a:rPr lang="en-US" dirty="0">
                <a:solidFill>
                  <a:srgbClr val="212E35"/>
                </a:solidFill>
              </a:rPr>
              <a:t>Reduce backup workloads by reducing your information footprint</a:t>
            </a:r>
          </a:p>
          <a:p>
            <a:pPr algn="ctr"/>
            <a:endParaRPr lang="en-GB" sz="1467" dirty="0" smtClean="0">
              <a:solidFill>
                <a:schemeClr val="bg1">
                  <a:lumMod val="50000"/>
                </a:schemeClr>
              </a:solidFill>
              <a:latin typeface="+mn-lt"/>
              <a:ea typeface="Roboto Light" charset="0"/>
              <a:cs typeface="Roboto Light" charset="0"/>
            </a:endParaRPr>
          </a:p>
        </p:txBody>
      </p:sp>
      <p:sp>
        <p:nvSpPr>
          <p:cNvPr id="6" name="Rectangle 5"/>
          <p:cNvSpPr/>
          <p:nvPr/>
        </p:nvSpPr>
        <p:spPr>
          <a:xfrm>
            <a:off x="609600" y="6057832"/>
            <a:ext cx="10979882" cy="646331"/>
          </a:xfrm>
          <a:prstGeom prst="rect">
            <a:avLst/>
          </a:prstGeom>
        </p:spPr>
        <p:txBody>
          <a:bodyPr wrap="square">
            <a:spAutoFit/>
          </a:bodyPr>
          <a:lstStyle/>
          <a:p>
            <a:pPr algn="ctr" defTabSz="1066800">
              <a:spcBef>
                <a:spcPct val="0"/>
              </a:spcBef>
              <a:spcAft>
                <a:spcPct val="35000"/>
              </a:spcAft>
            </a:pPr>
            <a:r>
              <a:rPr lang="en-GB" i="1" dirty="0">
                <a:solidFill>
                  <a:srgbClr val="231CA5"/>
                </a:solidFill>
              </a:rPr>
              <a:t>40% improvement in </a:t>
            </a:r>
            <a:r>
              <a:rPr lang="en-GB" i="1" dirty="0" smtClean="0">
                <a:solidFill>
                  <a:srgbClr val="231CA5"/>
                </a:solidFill>
              </a:rPr>
              <a:t>analysis, </a:t>
            </a:r>
            <a:r>
              <a:rPr lang="en-GB" i="1" dirty="0">
                <a:solidFill>
                  <a:srgbClr val="231CA5"/>
                </a:solidFill>
              </a:rPr>
              <a:t>review &amp;  reporting </a:t>
            </a:r>
            <a:r>
              <a:rPr lang="en-GB" i="1" dirty="0" smtClean="0">
                <a:solidFill>
                  <a:srgbClr val="231CA5"/>
                </a:solidFill>
              </a:rPr>
              <a:t>time | 60</a:t>
            </a:r>
            <a:r>
              <a:rPr lang="en-GB" i="1" dirty="0">
                <a:solidFill>
                  <a:srgbClr val="231CA5"/>
                </a:solidFill>
              </a:rPr>
              <a:t>% reduction in tier 1 storage </a:t>
            </a:r>
            <a:r>
              <a:rPr lang="en-GB" i="1" dirty="0" smtClean="0">
                <a:solidFill>
                  <a:srgbClr val="231CA5"/>
                </a:solidFill>
              </a:rPr>
              <a:t>space | 40</a:t>
            </a:r>
            <a:r>
              <a:rPr lang="en-GB" i="1" dirty="0">
                <a:solidFill>
                  <a:srgbClr val="231CA5"/>
                </a:solidFill>
              </a:rPr>
              <a:t>% cost reduction for storage operations &amp; legal exposure</a:t>
            </a:r>
            <a:endParaRPr lang="en-GB" sz="3200" i="1" dirty="0">
              <a:solidFill>
                <a:srgbClr val="231CA5"/>
              </a:solidFill>
            </a:endParaRPr>
          </a:p>
        </p:txBody>
      </p:sp>
      <p:pic>
        <p:nvPicPr>
          <p:cNvPr id="8" name="Picture 7"/>
          <p:cNvPicPr>
            <a:picLocks noChangeAspect="1"/>
          </p:cNvPicPr>
          <p:nvPr/>
        </p:nvPicPr>
        <p:blipFill>
          <a:blip r:embed="rId3"/>
          <a:stretch>
            <a:fillRect/>
          </a:stretch>
        </p:blipFill>
        <p:spPr>
          <a:xfrm>
            <a:off x="7608031" y="2669659"/>
            <a:ext cx="3981450" cy="2476624"/>
          </a:xfrm>
          <a:prstGeom prst="rect">
            <a:avLst/>
          </a:prstGeom>
        </p:spPr>
      </p:pic>
    </p:spTree>
    <p:extLst>
      <p:ext uri="{BB962C8B-B14F-4D97-AF65-F5344CB8AC3E}">
        <p14:creationId xmlns:p14="http://schemas.microsoft.com/office/powerpoint/2010/main" val="3282812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28055"/>
            <a:ext cx="10822941" cy="574516"/>
          </a:xfrm>
        </p:spPr>
        <p:txBody>
          <a:bodyPr/>
          <a:lstStyle/>
          <a:p>
            <a:r>
              <a:rPr lang="en-US" dirty="0" smtClean="0">
                <a:solidFill>
                  <a:schemeClr val="tx1"/>
                </a:solidFill>
                <a:latin typeface="+mj-lt"/>
                <a:cs typeface="+mj-cs"/>
              </a:rPr>
              <a:t>Content Manager</a:t>
            </a:r>
            <a:r>
              <a:rPr lang="en-US" sz="2000" dirty="0" smtClean="0">
                <a:latin typeface="+mj-lt"/>
              </a:rPr>
              <a:t/>
            </a:r>
            <a:br>
              <a:rPr lang="en-US" sz="2000" dirty="0" smtClean="0">
                <a:latin typeface="+mj-lt"/>
              </a:rPr>
            </a:br>
            <a:endParaRPr lang="en-US" sz="2000" dirty="0">
              <a:latin typeface="+mj-lt"/>
            </a:endParaRPr>
          </a:p>
        </p:txBody>
      </p:sp>
      <p:sp>
        <p:nvSpPr>
          <p:cNvPr id="81" name="Rectangle 80"/>
          <p:cNvSpPr/>
          <p:nvPr/>
        </p:nvSpPr>
        <p:spPr>
          <a:xfrm>
            <a:off x="639486" y="1335980"/>
            <a:ext cx="11435863" cy="646331"/>
          </a:xfrm>
          <a:prstGeom prst="rect">
            <a:avLst/>
          </a:prstGeom>
        </p:spPr>
        <p:txBody>
          <a:bodyPr wrap="square">
            <a:spAutoFit/>
          </a:bodyPr>
          <a:lstStyle/>
          <a:p>
            <a:pPr defTabSz="914400"/>
            <a:r>
              <a:rPr lang="en-US" dirty="0">
                <a:solidFill>
                  <a:srgbClr val="212E35"/>
                </a:solidFill>
              </a:rPr>
              <a:t>Content Manager is a governance-based enterprise content management system designed </a:t>
            </a:r>
            <a:r>
              <a:rPr lang="en-US" dirty="0" smtClean="0">
                <a:solidFill>
                  <a:srgbClr val="212E35"/>
                </a:solidFill>
              </a:rPr>
              <a:t>to help manage your business </a:t>
            </a:r>
            <a:r>
              <a:rPr lang="en-US" dirty="0">
                <a:solidFill>
                  <a:srgbClr val="212E35"/>
                </a:solidFill>
              </a:rPr>
              <a:t>content from creation to disposal according to policy</a:t>
            </a:r>
            <a:r>
              <a:rPr lang="en-US" dirty="0" smtClean="0">
                <a:solidFill>
                  <a:srgbClr val="212E35"/>
                </a:solidFill>
              </a:rPr>
              <a:t>.</a:t>
            </a:r>
            <a:endParaRPr lang="en-US" b="1" dirty="0" smtClean="0">
              <a:solidFill>
                <a:srgbClr val="FF0000"/>
              </a:solidFill>
            </a:endParaRPr>
          </a:p>
        </p:txBody>
      </p:sp>
      <p:sp>
        <p:nvSpPr>
          <p:cNvPr id="4" name="TextBox 3"/>
          <p:cNvSpPr txBox="1"/>
          <p:nvPr/>
        </p:nvSpPr>
        <p:spPr>
          <a:xfrm>
            <a:off x="609600" y="2297158"/>
            <a:ext cx="6512563" cy="3416320"/>
          </a:xfrm>
          <a:prstGeom prst="rect">
            <a:avLst/>
          </a:prstGeom>
          <a:ln w="38100">
            <a:solidFill>
              <a:schemeClr val="accent6"/>
            </a:solidFill>
          </a:ln>
        </p:spPr>
        <p:txBody>
          <a:bodyPr vert="horz" wrap="square" lIns="91440" tIns="45720" rIns="91440" bIns="45720" rtlCol="0" anchor="t" anchorCtr="0">
            <a:spAutoFit/>
          </a:bodyPr>
          <a:lstStyle/>
          <a:p>
            <a:pPr algn="ctr"/>
            <a:r>
              <a:rPr lang="en-GB" b="1" dirty="0" smtClean="0">
                <a:solidFill>
                  <a:schemeClr val="bg1">
                    <a:lumMod val="50000"/>
                  </a:schemeClr>
                </a:solidFill>
                <a:ea typeface="Roboto Light" charset="0"/>
                <a:cs typeface="Roboto Light" charset="0"/>
              </a:rPr>
              <a:t>Use Cases</a:t>
            </a:r>
          </a:p>
          <a:p>
            <a:pPr algn="ctr"/>
            <a:endParaRPr lang="en-GB" dirty="0" smtClean="0">
              <a:solidFill>
                <a:schemeClr val="bg1">
                  <a:lumMod val="50000"/>
                </a:schemeClr>
              </a:solidFill>
              <a:ea typeface="Roboto Light" charset="0"/>
              <a:cs typeface="Roboto Light" charset="0"/>
            </a:endParaRPr>
          </a:p>
          <a:p>
            <a:pPr marL="342900" indent="-342900">
              <a:buFont typeface="+mj-lt"/>
              <a:buAutoNum type="arabicPeriod"/>
            </a:pPr>
            <a:r>
              <a:rPr lang="en-US" dirty="0">
                <a:solidFill>
                  <a:srgbClr val="212E35"/>
                </a:solidFill>
              </a:rPr>
              <a:t>Apply policies to your information at enterprise </a:t>
            </a:r>
            <a:r>
              <a:rPr lang="en-US" dirty="0" smtClean="0">
                <a:solidFill>
                  <a:srgbClr val="212E35"/>
                </a:solidFill>
              </a:rPr>
              <a:t>level</a:t>
            </a:r>
          </a:p>
          <a:p>
            <a:pPr marL="342900" indent="-342900">
              <a:buFont typeface="+mj-lt"/>
              <a:buAutoNum type="arabicPeriod"/>
            </a:pPr>
            <a:r>
              <a:rPr lang="en-US" dirty="0" smtClean="0">
                <a:solidFill>
                  <a:srgbClr val="212E35"/>
                </a:solidFill>
              </a:rPr>
              <a:t>Automatically classify business information at the point of creation</a:t>
            </a:r>
            <a:endParaRPr lang="en-US" dirty="0">
              <a:solidFill>
                <a:srgbClr val="212E35"/>
              </a:solidFill>
            </a:endParaRPr>
          </a:p>
          <a:p>
            <a:pPr marL="342900" indent="-342900">
              <a:buFont typeface="+mj-lt"/>
              <a:buAutoNum type="arabicPeriod"/>
            </a:pPr>
            <a:r>
              <a:rPr lang="en-US" dirty="0">
                <a:solidFill>
                  <a:srgbClr val="212E35"/>
                </a:solidFill>
              </a:rPr>
              <a:t>Manage access to information with document check in/out and versioning</a:t>
            </a:r>
          </a:p>
          <a:p>
            <a:pPr marL="342900" indent="-342900">
              <a:buFont typeface="+mj-lt"/>
              <a:buAutoNum type="arabicPeriod"/>
            </a:pPr>
            <a:r>
              <a:rPr lang="en-US" dirty="0" smtClean="0">
                <a:solidFill>
                  <a:srgbClr val="212E35"/>
                </a:solidFill>
              </a:rPr>
              <a:t>Save </a:t>
            </a:r>
            <a:r>
              <a:rPr lang="en-US" dirty="0">
                <a:solidFill>
                  <a:srgbClr val="212E35"/>
                </a:solidFill>
              </a:rPr>
              <a:t>costs by migrating content for long term retention to cheaper </a:t>
            </a:r>
            <a:r>
              <a:rPr lang="en-US" dirty="0" smtClean="0">
                <a:solidFill>
                  <a:srgbClr val="212E35"/>
                </a:solidFill>
              </a:rPr>
              <a:t>storage</a:t>
            </a:r>
            <a:endParaRPr lang="en-US" dirty="0">
              <a:solidFill>
                <a:srgbClr val="212E35"/>
              </a:solidFill>
            </a:endParaRPr>
          </a:p>
          <a:p>
            <a:pPr marL="342900" indent="-342900">
              <a:buFont typeface="+mj-lt"/>
              <a:buAutoNum type="arabicPeriod"/>
            </a:pPr>
            <a:r>
              <a:rPr lang="en-US" dirty="0">
                <a:solidFill>
                  <a:srgbClr val="212E35"/>
                </a:solidFill>
              </a:rPr>
              <a:t>Dispose of information that you no longer are required to keep whilst retaining the necessary audit </a:t>
            </a:r>
            <a:r>
              <a:rPr lang="en-US" dirty="0" smtClean="0">
                <a:solidFill>
                  <a:srgbClr val="212E35"/>
                </a:solidFill>
              </a:rPr>
              <a:t>trails</a:t>
            </a:r>
            <a:endParaRPr lang="en-US" dirty="0">
              <a:solidFill>
                <a:srgbClr val="212E35"/>
              </a:solidFill>
            </a:endParaRPr>
          </a:p>
          <a:p>
            <a:pPr marL="342900" indent="-342900">
              <a:buFont typeface="+mj-lt"/>
              <a:buAutoNum type="arabicPeriod"/>
            </a:pPr>
            <a:r>
              <a:rPr lang="en-US" dirty="0">
                <a:solidFill>
                  <a:srgbClr val="212E35"/>
                </a:solidFill>
              </a:rPr>
              <a:t>Improve productivity with simple contextual </a:t>
            </a:r>
            <a:r>
              <a:rPr lang="en-US" dirty="0" smtClean="0">
                <a:solidFill>
                  <a:srgbClr val="212E35"/>
                </a:solidFill>
              </a:rPr>
              <a:t>search</a:t>
            </a:r>
          </a:p>
        </p:txBody>
      </p:sp>
      <p:sp>
        <p:nvSpPr>
          <p:cNvPr id="6" name="Rectangle 5"/>
          <p:cNvSpPr/>
          <p:nvPr/>
        </p:nvSpPr>
        <p:spPr>
          <a:xfrm>
            <a:off x="609600" y="6057832"/>
            <a:ext cx="10979882" cy="646331"/>
          </a:xfrm>
          <a:prstGeom prst="rect">
            <a:avLst/>
          </a:prstGeom>
        </p:spPr>
        <p:txBody>
          <a:bodyPr wrap="square">
            <a:spAutoFit/>
          </a:bodyPr>
          <a:lstStyle/>
          <a:p>
            <a:pPr algn="ctr" defTabSz="1066800">
              <a:spcBef>
                <a:spcPct val="0"/>
              </a:spcBef>
              <a:spcAft>
                <a:spcPct val="35000"/>
              </a:spcAft>
            </a:pPr>
            <a:r>
              <a:rPr lang="en-US" i="1" dirty="0">
                <a:solidFill>
                  <a:srgbClr val="231CA5"/>
                </a:solidFill>
              </a:rPr>
              <a:t>87% of customers agree Content Manager is considered a vital business application within our organization, it helps us capture, manage, access and secure business documents and records from creation to disposal. </a:t>
            </a:r>
            <a:r>
              <a:rPr lang="en-US" i="1" dirty="0" smtClean="0">
                <a:solidFill>
                  <a:srgbClr val="231CA5"/>
                </a:solidFill>
              </a:rPr>
              <a:t>- </a:t>
            </a:r>
            <a:r>
              <a:rPr lang="en-US" i="1" dirty="0" err="1" smtClean="0">
                <a:solidFill>
                  <a:srgbClr val="231CA5"/>
                </a:solidFill>
              </a:rPr>
              <a:t>TechValidate</a:t>
            </a:r>
            <a:endParaRPr lang="en-US" i="1" dirty="0">
              <a:solidFill>
                <a:srgbClr val="231CA5"/>
              </a:solidFill>
            </a:endParaRPr>
          </a:p>
        </p:txBody>
      </p:sp>
      <p:pic>
        <p:nvPicPr>
          <p:cNvPr id="1026" name="Picture 2" descr="System and Record Audit Lo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7474" y="2552700"/>
            <a:ext cx="4607513" cy="2866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476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SCM – Solution Architecture</a:t>
            </a:r>
            <a:endParaRPr lang="en-US" sz="3600" dirty="0"/>
          </a:p>
        </p:txBody>
      </p:sp>
      <p:sp>
        <p:nvSpPr>
          <p:cNvPr id="3" name="Rectangle 2"/>
          <p:cNvSpPr/>
          <p:nvPr/>
        </p:nvSpPr>
        <p:spPr>
          <a:xfrm>
            <a:off x="609601" y="2302866"/>
            <a:ext cx="1559293" cy="138603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GB" dirty="0" smtClean="0">
                <a:solidFill>
                  <a:srgbClr val="212E35"/>
                </a:solidFill>
              </a:rPr>
              <a:t>Unstructured Data Repositories</a:t>
            </a:r>
            <a:endParaRPr lang="en-GB" dirty="0">
              <a:solidFill>
                <a:srgbClr val="212E35"/>
              </a:solidFill>
            </a:endParaRPr>
          </a:p>
        </p:txBody>
      </p:sp>
      <p:sp>
        <p:nvSpPr>
          <p:cNvPr id="5" name="Rectangle 4"/>
          <p:cNvSpPr/>
          <p:nvPr/>
        </p:nvSpPr>
        <p:spPr>
          <a:xfrm>
            <a:off x="3270985" y="2302866"/>
            <a:ext cx="1559293" cy="1386038"/>
          </a:xfrm>
          <a:prstGeom prst="rect">
            <a:avLst/>
          </a:prstGeom>
          <a:ln w="381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defTabSz="914400"/>
            <a:r>
              <a:rPr lang="en-GB" sz="1600" b="1" u="sng" dirty="0" smtClean="0">
                <a:solidFill>
                  <a:prstClr val="white"/>
                </a:solidFill>
              </a:rPr>
              <a:t>File Analysis</a:t>
            </a:r>
          </a:p>
          <a:p>
            <a:pPr algn="ctr" defTabSz="914400"/>
            <a:r>
              <a:rPr lang="en-GB" sz="1400" dirty="0" smtClean="0">
                <a:solidFill>
                  <a:prstClr val="white"/>
                </a:solidFill>
              </a:rPr>
              <a:t>Identify</a:t>
            </a:r>
          </a:p>
          <a:p>
            <a:pPr algn="ctr" defTabSz="914400"/>
            <a:r>
              <a:rPr lang="en-GB" sz="1400" dirty="0" smtClean="0">
                <a:solidFill>
                  <a:prstClr val="white"/>
                </a:solidFill>
              </a:rPr>
              <a:t>Analyze</a:t>
            </a:r>
          </a:p>
          <a:p>
            <a:pPr algn="ctr" defTabSz="914400"/>
            <a:r>
              <a:rPr lang="en-GB" sz="1400" dirty="0" smtClean="0">
                <a:solidFill>
                  <a:prstClr val="white"/>
                </a:solidFill>
              </a:rPr>
              <a:t>Categorize</a:t>
            </a:r>
          </a:p>
          <a:p>
            <a:pPr algn="ctr" defTabSz="914400"/>
            <a:r>
              <a:rPr lang="en-GB" sz="1400" dirty="0" smtClean="0">
                <a:solidFill>
                  <a:prstClr val="white"/>
                </a:solidFill>
              </a:rPr>
              <a:t>Curate</a:t>
            </a:r>
            <a:endParaRPr lang="en-GB" sz="1400" dirty="0">
              <a:solidFill>
                <a:prstClr val="white"/>
              </a:solidFill>
            </a:endParaRPr>
          </a:p>
        </p:txBody>
      </p:sp>
      <p:sp>
        <p:nvSpPr>
          <p:cNvPr id="6" name="Rectangle 5"/>
          <p:cNvSpPr/>
          <p:nvPr/>
        </p:nvSpPr>
        <p:spPr>
          <a:xfrm>
            <a:off x="8076933" y="1971532"/>
            <a:ext cx="1761424" cy="464955"/>
          </a:xfrm>
          <a:prstGeom prst="rect">
            <a:avLst/>
          </a:prstGeom>
          <a:ln w="381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defTabSz="914400"/>
            <a:r>
              <a:rPr lang="en-GB" dirty="0" smtClean="0">
                <a:solidFill>
                  <a:prstClr val="white"/>
                </a:solidFill>
              </a:rPr>
              <a:t>Manage in-place</a:t>
            </a:r>
            <a:endParaRPr lang="en-GB" dirty="0">
              <a:solidFill>
                <a:prstClr val="white"/>
              </a:solidFill>
            </a:endParaRPr>
          </a:p>
        </p:txBody>
      </p:sp>
      <p:sp>
        <p:nvSpPr>
          <p:cNvPr id="7" name="Rectangle 6"/>
          <p:cNvSpPr/>
          <p:nvPr/>
        </p:nvSpPr>
        <p:spPr>
          <a:xfrm>
            <a:off x="6548384" y="3321537"/>
            <a:ext cx="1559293" cy="17902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GB" b="1" u="sng" dirty="0" smtClean="0">
                <a:solidFill>
                  <a:prstClr val="white"/>
                </a:solidFill>
              </a:rPr>
              <a:t>Enterprise</a:t>
            </a:r>
            <a:r>
              <a:rPr lang="en-GB" u="sng" dirty="0" smtClean="0">
                <a:solidFill>
                  <a:prstClr val="white"/>
                </a:solidFill>
              </a:rPr>
              <a:t> </a:t>
            </a:r>
            <a:r>
              <a:rPr lang="en-GB" sz="1600" b="1" u="sng" dirty="0" smtClean="0">
                <a:solidFill>
                  <a:prstClr val="white"/>
                </a:solidFill>
              </a:rPr>
              <a:t>Content Management</a:t>
            </a:r>
          </a:p>
          <a:p>
            <a:pPr algn="ctr" defTabSz="914400"/>
            <a:r>
              <a:rPr lang="en-GB" sz="1400" dirty="0" smtClean="0">
                <a:solidFill>
                  <a:prstClr val="white"/>
                </a:solidFill>
              </a:rPr>
              <a:t>Lifecycle Management</a:t>
            </a:r>
          </a:p>
          <a:p>
            <a:pPr algn="ctr" defTabSz="914400"/>
            <a:r>
              <a:rPr lang="en-GB" sz="1400" dirty="0" smtClean="0">
                <a:solidFill>
                  <a:prstClr val="white"/>
                </a:solidFill>
              </a:rPr>
              <a:t>Intelligent Archiving</a:t>
            </a:r>
            <a:endParaRPr lang="en-GB" sz="1400" dirty="0">
              <a:solidFill>
                <a:prstClr val="white"/>
              </a:solidFill>
            </a:endParaRPr>
          </a:p>
        </p:txBody>
      </p:sp>
      <p:sp>
        <p:nvSpPr>
          <p:cNvPr id="8" name="Rectangle 7"/>
          <p:cNvSpPr/>
          <p:nvPr/>
        </p:nvSpPr>
        <p:spPr>
          <a:xfrm>
            <a:off x="609600" y="4797144"/>
            <a:ext cx="1559293" cy="138603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GB" dirty="0" smtClean="0">
                <a:solidFill>
                  <a:srgbClr val="212E35"/>
                </a:solidFill>
              </a:rPr>
              <a:t>Structured Data Repositories</a:t>
            </a:r>
            <a:endParaRPr lang="en-GB" dirty="0">
              <a:solidFill>
                <a:srgbClr val="212E35"/>
              </a:solidFill>
            </a:endParaRPr>
          </a:p>
        </p:txBody>
      </p:sp>
      <p:sp>
        <p:nvSpPr>
          <p:cNvPr id="9" name="Rectangle 8"/>
          <p:cNvSpPr/>
          <p:nvPr/>
        </p:nvSpPr>
        <p:spPr>
          <a:xfrm>
            <a:off x="3270984" y="4797144"/>
            <a:ext cx="1559293" cy="1386038"/>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914400"/>
            <a:r>
              <a:rPr lang="en-GB" sz="1600" b="1" u="sng" dirty="0" smtClean="0">
                <a:solidFill>
                  <a:prstClr val="white"/>
                </a:solidFill>
              </a:rPr>
              <a:t>Structured Data Management</a:t>
            </a:r>
          </a:p>
          <a:p>
            <a:pPr algn="ctr" defTabSz="914400"/>
            <a:r>
              <a:rPr lang="en-GB" sz="1400" dirty="0" smtClean="0">
                <a:solidFill>
                  <a:prstClr val="white"/>
                </a:solidFill>
              </a:rPr>
              <a:t>App Retirement</a:t>
            </a:r>
          </a:p>
          <a:p>
            <a:pPr algn="ctr" defTabSz="914400"/>
            <a:r>
              <a:rPr lang="en-GB" sz="1400" dirty="0" smtClean="0">
                <a:solidFill>
                  <a:prstClr val="white"/>
                </a:solidFill>
              </a:rPr>
              <a:t>Data extraction</a:t>
            </a:r>
          </a:p>
          <a:p>
            <a:pPr algn="ctr" defTabSz="914400"/>
            <a:r>
              <a:rPr lang="en-GB" sz="1400" dirty="0" smtClean="0">
                <a:solidFill>
                  <a:prstClr val="white"/>
                </a:solidFill>
              </a:rPr>
              <a:t>Data Masking</a:t>
            </a:r>
          </a:p>
          <a:p>
            <a:pPr algn="ctr" defTabSz="914400"/>
            <a:endParaRPr lang="en-GB" sz="1400" dirty="0">
              <a:solidFill>
                <a:prstClr val="white"/>
              </a:solidFill>
            </a:endParaRPr>
          </a:p>
        </p:txBody>
      </p:sp>
      <p:graphicFrame>
        <p:nvGraphicFramePr>
          <p:cNvPr id="4" name="Table 3"/>
          <p:cNvGraphicFramePr>
            <a:graphicFrameLocks noGrp="1"/>
          </p:cNvGraphicFramePr>
          <p:nvPr>
            <p:extLst/>
          </p:nvPr>
        </p:nvGraphicFramePr>
        <p:xfrm>
          <a:off x="8467024" y="3119407"/>
          <a:ext cx="1511688" cy="2194560"/>
        </p:xfrm>
        <a:graphic>
          <a:graphicData uri="http://schemas.openxmlformats.org/drawingml/2006/table">
            <a:tbl>
              <a:tblPr firstRow="1" bandRow="1">
                <a:tableStyleId>{5C22544A-7EE6-4342-B048-85BDC9FD1C3A}</a:tableStyleId>
              </a:tblPr>
              <a:tblGrid>
                <a:gridCol w="1511688"/>
              </a:tblGrid>
              <a:tr h="233212">
                <a:tc>
                  <a:txBody>
                    <a:bodyPr/>
                    <a:lstStyle/>
                    <a:p>
                      <a:r>
                        <a:rPr lang="en-GB" sz="1200" b="0" dirty="0" smtClean="0">
                          <a:solidFill>
                            <a:schemeClr val="tx1"/>
                          </a:solidFill>
                        </a:rPr>
                        <a:t>Auto classify</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33212">
                <a:tc>
                  <a:txBody>
                    <a:bodyPr/>
                    <a:lstStyle/>
                    <a:p>
                      <a:r>
                        <a:rPr lang="en-GB" sz="1200" b="0" dirty="0" smtClean="0">
                          <a:solidFill>
                            <a:schemeClr val="tx1"/>
                          </a:solidFill>
                        </a:rPr>
                        <a:t>Policy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33212">
                <a:tc>
                  <a:txBody>
                    <a:bodyPr/>
                    <a:lstStyle/>
                    <a:p>
                      <a:r>
                        <a:rPr lang="en-GB" sz="1200" b="0" dirty="0" smtClean="0">
                          <a:solidFill>
                            <a:schemeClr val="tx1"/>
                          </a:solidFill>
                        </a:rPr>
                        <a:t>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33212">
                <a:tc>
                  <a:txBody>
                    <a:bodyPr/>
                    <a:lstStyle/>
                    <a:p>
                      <a:r>
                        <a:rPr lang="en-GB" sz="1200" b="0" dirty="0" smtClean="0">
                          <a:solidFill>
                            <a:schemeClr val="tx1"/>
                          </a:solidFill>
                        </a:rPr>
                        <a:t>Redaction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33212">
                <a:tc>
                  <a:txBody>
                    <a:bodyPr/>
                    <a:lstStyle/>
                    <a:p>
                      <a:r>
                        <a:rPr lang="en-GB" sz="1200" b="0" dirty="0" smtClean="0">
                          <a:solidFill>
                            <a:schemeClr val="tx1"/>
                          </a:solidFill>
                        </a:rPr>
                        <a:t>Encryption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33212">
                <a:tc>
                  <a:txBody>
                    <a:bodyPr/>
                    <a:lstStyle/>
                    <a:p>
                      <a:r>
                        <a:rPr lang="en-GB" sz="1200" b="0" dirty="0" smtClean="0">
                          <a:solidFill>
                            <a:schemeClr val="tx1"/>
                          </a:solidFill>
                        </a:rPr>
                        <a:t>Authorized access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33212">
                <a:tc>
                  <a:txBody>
                    <a:bodyPr/>
                    <a:lstStyle/>
                    <a:p>
                      <a:r>
                        <a:rPr lang="en-GB" sz="1200" b="0" dirty="0" smtClean="0">
                          <a:solidFill>
                            <a:schemeClr val="tx1"/>
                          </a:solidFill>
                        </a:rPr>
                        <a:t>Reporting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33212">
                <a:tc>
                  <a:txBody>
                    <a:bodyPr/>
                    <a:lstStyle/>
                    <a:p>
                      <a:r>
                        <a:rPr lang="en-GB" sz="1200" b="0" dirty="0" smtClean="0">
                          <a:solidFill>
                            <a:schemeClr val="tx1"/>
                          </a:solidFill>
                        </a:rPr>
                        <a:t>Audit</a:t>
                      </a:r>
                      <a:r>
                        <a:rPr lang="en-GB" sz="1200" b="0" baseline="0" dirty="0" smtClean="0">
                          <a:solidFill>
                            <a:schemeClr val="tx1"/>
                          </a:solidFill>
                        </a:rPr>
                        <a:t> logs</a:t>
                      </a:r>
                      <a:endParaRPr lang="en-GB" sz="12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cxnSp>
        <p:nvCxnSpPr>
          <p:cNvPr id="11" name="Straight Arrow Connector 10"/>
          <p:cNvCxnSpPr>
            <a:stCxn id="3" idx="3"/>
            <a:endCxn id="5" idx="1"/>
          </p:cNvCxnSpPr>
          <p:nvPr/>
        </p:nvCxnSpPr>
        <p:spPr>
          <a:xfrm>
            <a:off x="2168894" y="2995885"/>
            <a:ext cx="110209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3"/>
            <a:endCxn id="9" idx="1"/>
          </p:cNvCxnSpPr>
          <p:nvPr/>
        </p:nvCxnSpPr>
        <p:spPr>
          <a:xfrm>
            <a:off x="2168893" y="5490163"/>
            <a:ext cx="110209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0712488" y="3919480"/>
            <a:ext cx="1270965" cy="595292"/>
          </a:xfrm>
          <a:prstGeom prst="rect">
            <a:avLst/>
          </a:prstGeom>
          <a:ln w="381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400"/>
            <a:r>
              <a:rPr lang="en-GB" sz="1600" dirty="0" smtClean="0">
                <a:solidFill>
                  <a:prstClr val="white"/>
                </a:solidFill>
              </a:rPr>
              <a:t>Defensibly Dispose</a:t>
            </a:r>
            <a:endParaRPr lang="en-GB" sz="1600" dirty="0">
              <a:solidFill>
                <a:prstClr val="white"/>
              </a:solidFill>
            </a:endParaRPr>
          </a:p>
        </p:txBody>
      </p:sp>
      <p:cxnSp>
        <p:nvCxnSpPr>
          <p:cNvPr id="18" name="Elbow Connector 17"/>
          <p:cNvCxnSpPr>
            <a:stCxn id="5" idx="0"/>
            <a:endCxn id="17" idx="0"/>
          </p:cNvCxnSpPr>
          <p:nvPr/>
        </p:nvCxnSpPr>
        <p:spPr>
          <a:xfrm rot="16200000" flipH="1">
            <a:off x="6890994" y="-537496"/>
            <a:ext cx="1616614" cy="7297339"/>
          </a:xfrm>
          <a:prstGeom prst="bentConnector3">
            <a:avLst>
              <a:gd name="adj1" fmla="val -39743"/>
            </a:avLst>
          </a:prstGeom>
          <a:ln w="38100">
            <a:tailEnd type="triangle"/>
          </a:ln>
        </p:spPr>
        <p:style>
          <a:lnRef idx="2">
            <a:schemeClr val="accent5">
              <a:shade val="50000"/>
            </a:schemeClr>
          </a:lnRef>
          <a:fillRef idx="1">
            <a:schemeClr val="accent5"/>
          </a:fillRef>
          <a:effectRef idx="0">
            <a:schemeClr val="accent5"/>
          </a:effectRef>
          <a:fontRef idx="minor">
            <a:schemeClr val="lt1"/>
          </a:fontRef>
        </p:style>
      </p:cxnSp>
      <p:cxnSp>
        <p:nvCxnSpPr>
          <p:cNvPr id="24" name="Elbow Connector 23"/>
          <p:cNvCxnSpPr>
            <a:stCxn id="5" idx="0"/>
            <a:endCxn id="6" idx="1"/>
          </p:cNvCxnSpPr>
          <p:nvPr/>
        </p:nvCxnSpPr>
        <p:spPr>
          <a:xfrm rot="5400000" flipH="1" flipV="1">
            <a:off x="6014354" y="240288"/>
            <a:ext cx="98856" cy="4026301"/>
          </a:xfrm>
          <a:prstGeom prst="bentConnector2">
            <a:avLst/>
          </a:prstGeom>
          <a:ln w="38100">
            <a:tailEnd type="triangle"/>
          </a:ln>
        </p:spPr>
        <p:style>
          <a:lnRef idx="2">
            <a:schemeClr val="accent5">
              <a:shade val="50000"/>
            </a:schemeClr>
          </a:lnRef>
          <a:fillRef idx="1">
            <a:schemeClr val="accent5"/>
          </a:fillRef>
          <a:effectRef idx="0">
            <a:schemeClr val="accent5"/>
          </a:effectRef>
          <a:fontRef idx="minor">
            <a:schemeClr val="lt1"/>
          </a:fontRef>
        </p:style>
      </p:cxnSp>
      <p:cxnSp>
        <p:nvCxnSpPr>
          <p:cNvPr id="26" name="Elbow Connector 25"/>
          <p:cNvCxnSpPr>
            <a:stCxn id="5" idx="3"/>
            <a:endCxn id="7" idx="0"/>
          </p:cNvCxnSpPr>
          <p:nvPr/>
        </p:nvCxnSpPr>
        <p:spPr>
          <a:xfrm>
            <a:off x="4830278" y="2995885"/>
            <a:ext cx="2497753" cy="325652"/>
          </a:xfrm>
          <a:prstGeom prst="bentConnector2">
            <a:avLst/>
          </a:prstGeom>
          <a:ln w="38100">
            <a:tailEnd type="triangle"/>
          </a:ln>
        </p:spPr>
        <p:style>
          <a:lnRef idx="2">
            <a:schemeClr val="accent5">
              <a:shade val="50000"/>
            </a:schemeClr>
          </a:lnRef>
          <a:fillRef idx="1">
            <a:schemeClr val="accent5"/>
          </a:fillRef>
          <a:effectRef idx="0">
            <a:schemeClr val="accent5"/>
          </a:effectRef>
          <a:fontRef idx="minor">
            <a:schemeClr val="lt1"/>
          </a:fontRef>
        </p:style>
      </p:cxnSp>
      <p:cxnSp>
        <p:nvCxnSpPr>
          <p:cNvPr id="29" name="Elbow Connector 28"/>
          <p:cNvCxnSpPr>
            <a:stCxn id="5" idx="2"/>
            <a:endCxn id="7" idx="1"/>
          </p:cNvCxnSpPr>
          <p:nvPr/>
        </p:nvCxnSpPr>
        <p:spPr>
          <a:xfrm rot="16200000" flipH="1">
            <a:off x="5035617" y="2703919"/>
            <a:ext cx="527783" cy="2497752"/>
          </a:xfrm>
          <a:prstGeom prst="bentConnector2">
            <a:avLst/>
          </a:prstGeom>
          <a:ln w="38100">
            <a:tailEnd type="triangle"/>
          </a:ln>
        </p:spPr>
        <p:style>
          <a:lnRef idx="2">
            <a:schemeClr val="accent5">
              <a:shade val="50000"/>
            </a:schemeClr>
          </a:lnRef>
          <a:fillRef idx="1">
            <a:schemeClr val="accent5"/>
          </a:fillRef>
          <a:effectRef idx="0">
            <a:schemeClr val="accent5"/>
          </a:effectRef>
          <a:fontRef idx="minor">
            <a:schemeClr val="lt1"/>
          </a:fontRef>
        </p:style>
      </p:cxnSp>
      <p:cxnSp>
        <p:nvCxnSpPr>
          <p:cNvPr id="31" name="Elbow Connector 30"/>
          <p:cNvCxnSpPr>
            <a:stCxn id="9" idx="3"/>
            <a:endCxn id="7" idx="2"/>
          </p:cNvCxnSpPr>
          <p:nvPr/>
        </p:nvCxnSpPr>
        <p:spPr>
          <a:xfrm flipV="1">
            <a:off x="4830277" y="5111836"/>
            <a:ext cx="2497754" cy="378327"/>
          </a:xfrm>
          <a:prstGeom prst="bentConnector2">
            <a:avLst/>
          </a:prstGeom>
          <a:ln w="38100">
            <a:tailEnd type="triangle"/>
          </a:ln>
        </p:spPr>
        <p:style>
          <a:lnRef idx="2">
            <a:schemeClr val="accent3">
              <a:shade val="50000"/>
            </a:schemeClr>
          </a:lnRef>
          <a:fillRef idx="1">
            <a:schemeClr val="accent3"/>
          </a:fillRef>
          <a:effectRef idx="0">
            <a:schemeClr val="accent3"/>
          </a:effectRef>
          <a:fontRef idx="minor">
            <a:schemeClr val="lt1"/>
          </a:fontRef>
        </p:style>
      </p:cxnSp>
      <p:cxnSp>
        <p:nvCxnSpPr>
          <p:cNvPr id="33" name="Elbow Connector 32"/>
          <p:cNvCxnSpPr>
            <a:stCxn id="9" idx="2"/>
            <a:endCxn id="17" idx="2"/>
          </p:cNvCxnSpPr>
          <p:nvPr/>
        </p:nvCxnSpPr>
        <p:spPr>
          <a:xfrm rot="5400000" flipH="1" flipV="1">
            <a:off x="6865096" y="1700307"/>
            <a:ext cx="1668410" cy="7297340"/>
          </a:xfrm>
          <a:prstGeom prst="bentConnector3">
            <a:avLst>
              <a:gd name="adj1" fmla="val -13702"/>
            </a:avLst>
          </a:prstGeom>
          <a:ln w="38100">
            <a:tailEnd type="triangle"/>
          </a:ln>
        </p:spPr>
        <p:style>
          <a:lnRef idx="2">
            <a:schemeClr val="accent3">
              <a:shade val="50000"/>
            </a:schemeClr>
          </a:lnRef>
          <a:fillRef idx="1">
            <a:schemeClr val="accent3"/>
          </a:fillRef>
          <a:effectRef idx="0">
            <a:schemeClr val="accent3"/>
          </a:effectRef>
          <a:fontRef idx="minor">
            <a:schemeClr val="lt1"/>
          </a:fontRef>
        </p:style>
      </p:cxnSp>
      <p:sp>
        <p:nvSpPr>
          <p:cNvPr id="36" name="Left Brace 35"/>
          <p:cNvSpPr/>
          <p:nvPr/>
        </p:nvSpPr>
        <p:spPr>
          <a:xfrm>
            <a:off x="8166766" y="3072485"/>
            <a:ext cx="359347" cy="2278244"/>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GB">
              <a:solidFill>
                <a:srgbClr val="212E35"/>
              </a:solidFill>
            </a:endParaRPr>
          </a:p>
        </p:txBody>
      </p:sp>
      <p:sp>
        <p:nvSpPr>
          <p:cNvPr id="39" name="TextBox 38"/>
          <p:cNvSpPr txBox="1"/>
          <p:nvPr/>
        </p:nvSpPr>
        <p:spPr>
          <a:xfrm>
            <a:off x="4834319" y="6126972"/>
            <a:ext cx="1779654" cy="318100"/>
          </a:xfrm>
          <a:prstGeom prst="rect">
            <a:avLst/>
          </a:prstGeom>
        </p:spPr>
        <p:txBody>
          <a:bodyPr vert="horz" wrap="none" lIns="91440" tIns="45720" rIns="91440" bIns="45720" rtlCol="0" anchor="t" anchorCtr="0">
            <a:spAutoFit/>
          </a:bodyPr>
          <a:lstStyle/>
          <a:p>
            <a:pPr algn="ctr" defTabSz="914400"/>
            <a:r>
              <a:rPr lang="en-GB" sz="1467" dirty="0" smtClean="0">
                <a:solidFill>
                  <a:prstClr val="white">
                    <a:lumMod val="50000"/>
                  </a:prstClr>
                </a:solidFill>
                <a:ea typeface="Roboto Light" charset="0"/>
                <a:cs typeface="Roboto Light" charset="0"/>
              </a:rPr>
              <a:t>Legacy Data and ROT</a:t>
            </a:r>
          </a:p>
        </p:txBody>
      </p:sp>
      <p:sp>
        <p:nvSpPr>
          <p:cNvPr id="40" name="TextBox 39"/>
          <p:cNvSpPr txBox="1"/>
          <p:nvPr/>
        </p:nvSpPr>
        <p:spPr>
          <a:xfrm>
            <a:off x="4837157" y="5211029"/>
            <a:ext cx="954044" cy="318100"/>
          </a:xfrm>
          <a:prstGeom prst="rect">
            <a:avLst/>
          </a:prstGeom>
        </p:spPr>
        <p:txBody>
          <a:bodyPr vert="horz" wrap="none" lIns="91440" tIns="45720" rIns="91440" bIns="45720" rtlCol="0" anchor="t" anchorCtr="0">
            <a:spAutoFit/>
          </a:bodyPr>
          <a:lstStyle/>
          <a:p>
            <a:pPr algn="ctr" defTabSz="914400"/>
            <a:r>
              <a:rPr lang="en-GB" sz="1467" dirty="0" smtClean="0">
                <a:solidFill>
                  <a:prstClr val="white">
                    <a:lumMod val="50000"/>
                  </a:prstClr>
                </a:solidFill>
                <a:ea typeface="Roboto Light" charset="0"/>
                <a:cs typeface="Roboto Light" charset="0"/>
              </a:rPr>
              <a:t>Valid Data</a:t>
            </a:r>
          </a:p>
        </p:txBody>
      </p:sp>
      <p:sp>
        <p:nvSpPr>
          <p:cNvPr id="41" name="TextBox 40"/>
          <p:cNvSpPr txBox="1"/>
          <p:nvPr/>
        </p:nvSpPr>
        <p:spPr>
          <a:xfrm>
            <a:off x="4034075" y="1392136"/>
            <a:ext cx="2935034" cy="318100"/>
          </a:xfrm>
          <a:prstGeom prst="rect">
            <a:avLst/>
          </a:prstGeom>
        </p:spPr>
        <p:txBody>
          <a:bodyPr vert="horz" wrap="none" lIns="91440" tIns="45720" rIns="91440" bIns="45720" rtlCol="0" anchor="t" anchorCtr="0">
            <a:spAutoFit/>
          </a:bodyPr>
          <a:lstStyle/>
          <a:p>
            <a:pPr algn="ctr" defTabSz="914400"/>
            <a:r>
              <a:rPr lang="en-GB" sz="1467" dirty="0" smtClean="0">
                <a:solidFill>
                  <a:prstClr val="white">
                    <a:lumMod val="50000"/>
                  </a:prstClr>
                </a:solidFill>
                <a:ea typeface="Roboto Light" charset="0"/>
                <a:cs typeface="Roboto Light" charset="0"/>
              </a:rPr>
              <a:t>Redundant, Obsolete &amp; Trivial (ROT)</a:t>
            </a:r>
          </a:p>
        </p:txBody>
      </p:sp>
      <p:sp>
        <p:nvSpPr>
          <p:cNvPr id="47" name="TextBox 46"/>
          <p:cNvSpPr txBox="1"/>
          <p:nvPr/>
        </p:nvSpPr>
        <p:spPr>
          <a:xfrm>
            <a:off x="4071974" y="1921402"/>
            <a:ext cx="2605009" cy="318100"/>
          </a:xfrm>
          <a:prstGeom prst="rect">
            <a:avLst/>
          </a:prstGeom>
        </p:spPr>
        <p:txBody>
          <a:bodyPr vert="horz" wrap="none" lIns="91440" tIns="45720" rIns="91440" bIns="45720" rtlCol="0" anchor="t" anchorCtr="0">
            <a:spAutoFit/>
          </a:bodyPr>
          <a:lstStyle/>
          <a:p>
            <a:pPr algn="ctr" defTabSz="914400"/>
            <a:r>
              <a:rPr lang="en-GB" sz="1467" dirty="0" smtClean="0">
                <a:solidFill>
                  <a:prstClr val="white">
                    <a:lumMod val="50000"/>
                  </a:prstClr>
                </a:solidFill>
                <a:ea typeface="Roboto Light" charset="0"/>
                <a:cs typeface="Roboto Light" charset="0"/>
              </a:rPr>
              <a:t>Apply policy to manage in place</a:t>
            </a:r>
          </a:p>
        </p:txBody>
      </p:sp>
      <p:sp>
        <p:nvSpPr>
          <p:cNvPr id="48" name="TextBox 47"/>
          <p:cNvSpPr txBox="1"/>
          <p:nvPr/>
        </p:nvSpPr>
        <p:spPr>
          <a:xfrm>
            <a:off x="4837157" y="2727721"/>
            <a:ext cx="2340577" cy="318100"/>
          </a:xfrm>
          <a:prstGeom prst="rect">
            <a:avLst/>
          </a:prstGeom>
        </p:spPr>
        <p:txBody>
          <a:bodyPr vert="horz" wrap="none" lIns="91440" tIns="45720" rIns="91440" bIns="45720" rtlCol="0" anchor="t" anchorCtr="0">
            <a:spAutoFit/>
          </a:bodyPr>
          <a:lstStyle/>
          <a:p>
            <a:pPr algn="ctr" defTabSz="914400"/>
            <a:r>
              <a:rPr lang="en-GB" sz="1467" dirty="0" smtClean="0">
                <a:solidFill>
                  <a:prstClr val="white">
                    <a:lumMod val="50000"/>
                  </a:prstClr>
                </a:solidFill>
                <a:ea typeface="Roboto Light" charset="0"/>
                <a:cs typeface="Roboto Light" charset="0"/>
              </a:rPr>
              <a:t>Declare content and records</a:t>
            </a:r>
          </a:p>
        </p:txBody>
      </p:sp>
      <p:sp>
        <p:nvSpPr>
          <p:cNvPr id="49" name="TextBox 48"/>
          <p:cNvSpPr txBox="1"/>
          <p:nvPr/>
        </p:nvSpPr>
        <p:spPr>
          <a:xfrm>
            <a:off x="4071974" y="3939795"/>
            <a:ext cx="1698670" cy="318100"/>
          </a:xfrm>
          <a:prstGeom prst="rect">
            <a:avLst/>
          </a:prstGeom>
        </p:spPr>
        <p:txBody>
          <a:bodyPr vert="horz" wrap="none" lIns="91440" tIns="45720" rIns="91440" bIns="45720" rtlCol="0" anchor="t" anchorCtr="0">
            <a:spAutoFit/>
          </a:bodyPr>
          <a:lstStyle/>
          <a:p>
            <a:pPr algn="ctr" defTabSz="914400"/>
            <a:r>
              <a:rPr lang="en-GB" sz="1467" dirty="0" smtClean="0">
                <a:solidFill>
                  <a:prstClr val="white">
                    <a:lumMod val="50000"/>
                  </a:prstClr>
                </a:solidFill>
                <a:ea typeface="Roboto Light" charset="0"/>
                <a:cs typeface="Roboto Light" charset="0"/>
              </a:rPr>
              <a:t>Identify PII, PCI, PHI</a:t>
            </a:r>
          </a:p>
        </p:txBody>
      </p:sp>
      <p:sp>
        <p:nvSpPr>
          <p:cNvPr id="50" name="TextBox 49"/>
          <p:cNvSpPr txBox="1"/>
          <p:nvPr/>
        </p:nvSpPr>
        <p:spPr>
          <a:xfrm>
            <a:off x="2310211" y="2676245"/>
            <a:ext cx="819456" cy="318100"/>
          </a:xfrm>
          <a:prstGeom prst="rect">
            <a:avLst/>
          </a:prstGeom>
        </p:spPr>
        <p:txBody>
          <a:bodyPr vert="horz" wrap="none" lIns="91440" tIns="45720" rIns="91440" bIns="45720" rtlCol="0" anchor="t" anchorCtr="0">
            <a:spAutoFit/>
          </a:bodyPr>
          <a:lstStyle/>
          <a:p>
            <a:pPr algn="ctr" defTabSz="914400"/>
            <a:r>
              <a:rPr lang="en-GB" sz="1467" dirty="0">
                <a:solidFill>
                  <a:srgbClr val="212E35"/>
                </a:solidFill>
                <a:ea typeface="Roboto Light" charset="0"/>
                <a:cs typeface="Roboto Light" charset="0"/>
              </a:rPr>
              <a:t>Connect</a:t>
            </a:r>
          </a:p>
        </p:txBody>
      </p:sp>
      <p:sp>
        <p:nvSpPr>
          <p:cNvPr id="51" name="Rectangle 50"/>
          <p:cNvSpPr/>
          <p:nvPr/>
        </p:nvSpPr>
        <p:spPr>
          <a:xfrm>
            <a:off x="2358602" y="5166981"/>
            <a:ext cx="715197" cy="318100"/>
          </a:xfrm>
          <a:prstGeom prst="rect">
            <a:avLst/>
          </a:prstGeom>
        </p:spPr>
        <p:txBody>
          <a:bodyPr wrap="none">
            <a:spAutoFit/>
          </a:bodyPr>
          <a:lstStyle/>
          <a:p>
            <a:pPr algn="ctr" defTabSz="914400"/>
            <a:r>
              <a:rPr lang="en-GB" sz="1467" dirty="0" smtClean="0">
                <a:solidFill>
                  <a:srgbClr val="212E35"/>
                </a:solidFill>
                <a:ea typeface="Roboto Light" charset="0"/>
                <a:cs typeface="Roboto Light" charset="0"/>
              </a:rPr>
              <a:t>Extract</a:t>
            </a:r>
            <a:endParaRPr lang="en-GB" sz="1467" dirty="0">
              <a:solidFill>
                <a:srgbClr val="212E35"/>
              </a:solidFill>
              <a:ea typeface="Roboto Light" charset="0"/>
              <a:cs typeface="Roboto Light" charset="0"/>
            </a:endParaRPr>
          </a:p>
        </p:txBody>
      </p:sp>
      <p:cxnSp>
        <p:nvCxnSpPr>
          <p:cNvPr id="62" name="Straight Arrow Connector 61"/>
          <p:cNvCxnSpPr>
            <a:stCxn id="4" idx="3"/>
            <a:endCxn id="17" idx="1"/>
          </p:cNvCxnSpPr>
          <p:nvPr/>
        </p:nvCxnSpPr>
        <p:spPr>
          <a:xfrm>
            <a:off x="9978712" y="4216687"/>
            <a:ext cx="733776" cy="43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823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par>
                                <p:cTn id="34" presetID="10"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fade">
                                      <p:cBhvr>
                                        <p:cTn id="39" dur="500"/>
                                        <p:tgtEl>
                                          <p:spTgt spid="5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par>
                                <p:cTn id="49" presetID="10"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par>
                                <p:cTn id="60" presetID="10" presetClass="entr" presetSubtype="0" fill="hold"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fade">
                                      <p:cBhvr>
                                        <p:cTn id="68" dur="500"/>
                                        <p:tgtEl>
                                          <p:spTgt spid="4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fade">
                                      <p:cBhvr>
                                        <p:cTn id="71" dur="500"/>
                                        <p:tgtEl>
                                          <p:spTgt spid="4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500"/>
                                        <p:tgtEl>
                                          <p:spTgt spid="4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fade">
                                      <p:cBhvr>
                                        <p:cTn id="77" dur="500"/>
                                        <p:tgtEl>
                                          <p:spTgt spid="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500"/>
                                        <p:tgtEl>
                                          <p:spTgt spid="36"/>
                                        </p:tgtEl>
                                      </p:cBhvr>
                                    </p:animEffect>
                                  </p:childTnLst>
                                </p:cTn>
                              </p:par>
                              <p:par>
                                <p:cTn id="83" presetID="10" presetClass="entr" presetSubtype="0" fill="hold" nodeType="withEffect">
                                  <p:stCondLst>
                                    <p:cond delay="0"/>
                                  </p:stCondLst>
                                  <p:childTnLst>
                                    <p:set>
                                      <p:cBhvr>
                                        <p:cTn id="84" dur="1" fill="hold">
                                          <p:stCondLst>
                                            <p:cond delay="0"/>
                                          </p:stCondLst>
                                        </p:cTn>
                                        <p:tgtEl>
                                          <p:spTgt spid="4"/>
                                        </p:tgtEl>
                                        <p:attrNameLst>
                                          <p:attrName>style.visibility</p:attrName>
                                        </p:attrNameLst>
                                      </p:cBhvr>
                                      <p:to>
                                        <p:strVal val="visible"/>
                                      </p:to>
                                    </p:set>
                                    <p:animEffect transition="in" filter="fade">
                                      <p:cBhvr>
                                        <p:cTn id="85" dur="500"/>
                                        <p:tgtEl>
                                          <p:spTgt spid="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fade">
                                      <p:cBhvr>
                                        <p:cTn id="9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7" grpId="0" animBg="1"/>
      <p:bldP spid="36" grpId="0" animBg="1"/>
      <p:bldP spid="39" grpId="0"/>
      <p:bldP spid="40" grpId="0"/>
      <p:bldP spid="41" grpId="0"/>
      <p:bldP spid="47" grpId="0"/>
      <p:bldP spid="48" grpId="0"/>
      <p:bldP spid="49" grpId="0"/>
      <p:bldP spid="50" grpId="0"/>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10937358" cy="1936016"/>
          </a:xfrm>
        </p:spPr>
        <p:txBody>
          <a:bodyPr>
            <a:normAutofit/>
          </a:bodyPr>
          <a:lstStyle/>
          <a:p>
            <a:r>
              <a:rPr lang="en-US" sz="3600" dirty="0" smtClean="0"/>
              <a:t>SCM – A structured approach to governance</a:t>
            </a:r>
            <a:endParaRPr lang="en-US" sz="3600" dirty="0"/>
          </a:p>
        </p:txBody>
      </p:sp>
      <p:sp>
        <p:nvSpPr>
          <p:cNvPr id="30" name="Rectangle 29"/>
          <p:cNvSpPr/>
          <p:nvPr/>
        </p:nvSpPr>
        <p:spPr>
          <a:xfrm>
            <a:off x="6639900" y="2315433"/>
            <a:ext cx="2552700" cy="3438556"/>
          </a:xfrm>
          <a:prstGeom prst="rect">
            <a:avLst/>
          </a:prstGeom>
          <a:noFill/>
          <a:ln w="19050">
            <a:solidFill>
              <a:srgbClr val="C617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400">
              <a:solidFill>
                <a:prstClr val="white"/>
              </a:solidFill>
            </a:endParaRPr>
          </a:p>
        </p:txBody>
      </p:sp>
      <p:sp>
        <p:nvSpPr>
          <p:cNvPr id="32" name="Rectangle 31"/>
          <p:cNvSpPr/>
          <p:nvPr/>
        </p:nvSpPr>
        <p:spPr>
          <a:xfrm>
            <a:off x="3531079" y="2324989"/>
            <a:ext cx="2552700" cy="3428999"/>
          </a:xfrm>
          <a:prstGeom prst="rect">
            <a:avLst/>
          </a:prstGeom>
          <a:noFill/>
          <a:ln w="19050">
            <a:gradFill>
              <a:gsLst>
                <a:gs pos="45000">
                  <a:srgbClr val="29CEFE"/>
                </a:gs>
                <a:gs pos="55000">
                  <a:srgbClr val="231CA5"/>
                </a:gs>
              </a:gsLst>
              <a:lin ang="5400000" scaled="1"/>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2400" dirty="0">
              <a:solidFill>
                <a:prstClr val="white"/>
              </a:solidFill>
            </a:endParaRPr>
          </a:p>
        </p:txBody>
      </p:sp>
      <p:sp>
        <p:nvSpPr>
          <p:cNvPr id="34" name="Rectangle 33"/>
          <p:cNvSpPr/>
          <p:nvPr/>
        </p:nvSpPr>
        <p:spPr>
          <a:xfrm flipH="1">
            <a:off x="1063255" y="4189291"/>
            <a:ext cx="2061555" cy="1138768"/>
          </a:xfrm>
          <a:prstGeom prst="rect">
            <a:avLst/>
          </a:prstGeom>
          <a:noFill/>
          <a:ln w="38100" cap="flat" cmpd="sng" algn="ctr">
            <a:solidFill>
              <a:schemeClr val="tx1"/>
            </a:solidFill>
            <a:prstDash val="solid"/>
          </a:ln>
          <a:effectLst/>
        </p:spPr>
        <p:txBody>
          <a:bodyPr tIns="91440" rIns="288000" rtlCol="0" anchor="ctr" anchorCtr="0"/>
          <a:lstStyle/>
          <a:p>
            <a:pPr algn="ctr" defTabSz="1219170">
              <a:defRPr/>
            </a:pPr>
            <a:r>
              <a:rPr lang="en-US" sz="1600" kern="0" dirty="0">
                <a:solidFill>
                  <a:srgbClr val="212E35"/>
                </a:solidFill>
              </a:rPr>
              <a:t>Structured          Data Repositories</a:t>
            </a:r>
          </a:p>
        </p:txBody>
      </p:sp>
      <p:sp>
        <p:nvSpPr>
          <p:cNvPr id="35" name="Rectangle 34"/>
          <p:cNvSpPr/>
          <p:nvPr/>
        </p:nvSpPr>
        <p:spPr>
          <a:xfrm flipH="1">
            <a:off x="1063255" y="2687571"/>
            <a:ext cx="2061555" cy="1138768"/>
          </a:xfrm>
          <a:prstGeom prst="rect">
            <a:avLst/>
          </a:prstGeom>
          <a:noFill/>
          <a:ln w="38100" cap="flat" cmpd="sng" algn="ctr">
            <a:solidFill>
              <a:schemeClr val="tx1"/>
            </a:solidFill>
            <a:prstDash val="solid"/>
          </a:ln>
          <a:effectLst/>
        </p:spPr>
        <p:txBody>
          <a:bodyPr tIns="91440" rIns="288000" rtlCol="0" anchor="ctr" anchorCtr="0"/>
          <a:lstStyle/>
          <a:p>
            <a:pPr algn="ctr" defTabSz="914400"/>
            <a:r>
              <a:rPr lang="en-GB" sz="1600" dirty="0">
                <a:solidFill>
                  <a:srgbClr val="212E35"/>
                </a:solidFill>
              </a:rPr>
              <a:t>Unstructured Data Repositories</a:t>
            </a:r>
          </a:p>
        </p:txBody>
      </p:sp>
      <p:sp>
        <p:nvSpPr>
          <p:cNvPr id="37" name="Rectangle 36"/>
          <p:cNvSpPr>
            <a:spLocks/>
          </p:cNvSpPr>
          <p:nvPr/>
        </p:nvSpPr>
        <p:spPr>
          <a:xfrm flipH="1">
            <a:off x="9427449" y="2534828"/>
            <a:ext cx="1917086" cy="655835"/>
          </a:xfrm>
          <a:prstGeom prst="rect">
            <a:avLst/>
          </a:prstGeom>
          <a:noFill/>
          <a:ln w="9525" cap="flat" cmpd="sng" algn="ctr">
            <a:solidFill>
              <a:srgbClr val="425563"/>
            </a:solidFill>
            <a:prstDash val="solid"/>
          </a:ln>
          <a:effectLst/>
        </p:spPr>
        <p:txBody>
          <a:bodyPr lIns="91440" tIns="91440" rIns="91440" bIns="62400" rtlCol="0" anchor="ctr" anchorCtr="0"/>
          <a:lstStyle/>
          <a:p>
            <a:pPr marL="285750" indent="-285750" defTabSz="1219170">
              <a:buFont typeface="Wingdings" panose="05000000000000000000" pitchFamily="2" charset="2"/>
              <a:buChar char="ü"/>
              <a:defRPr/>
            </a:pPr>
            <a:r>
              <a:rPr lang="en-US" sz="1400" kern="0" dirty="0">
                <a:solidFill>
                  <a:srgbClr val="212E35"/>
                </a:solidFill>
              </a:rPr>
              <a:t>Focus on </a:t>
            </a:r>
            <a:r>
              <a:rPr lang="en-US" sz="1400" kern="0" dirty="0" smtClean="0">
                <a:solidFill>
                  <a:srgbClr val="212E35"/>
                </a:solidFill>
              </a:rPr>
              <a:t>only </a:t>
            </a:r>
            <a:r>
              <a:rPr lang="en-US" sz="1400" kern="0" dirty="0">
                <a:solidFill>
                  <a:srgbClr val="212E35"/>
                </a:solidFill>
              </a:rPr>
              <a:t>in-scope information</a:t>
            </a:r>
          </a:p>
        </p:txBody>
      </p:sp>
      <p:sp>
        <p:nvSpPr>
          <p:cNvPr id="38" name="Rectangle 37"/>
          <p:cNvSpPr>
            <a:spLocks/>
          </p:cNvSpPr>
          <p:nvPr/>
        </p:nvSpPr>
        <p:spPr>
          <a:xfrm flipH="1">
            <a:off x="9436713" y="3326566"/>
            <a:ext cx="1907822" cy="652219"/>
          </a:xfrm>
          <a:prstGeom prst="rect">
            <a:avLst/>
          </a:prstGeom>
          <a:noFill/>
          <a:ln w="9525" cap="flat" cmpd="sng" algn="ctr">
            <a:solidFill>
              <a:srgbClr val="425563"/>
            </a:solidFill>
            <a:prstDash val="solid"/>
          </a:ln>
          <a:effectLst/>
        </p:spPr>
        <p:txBody>
          <a:bodyPr lIns="91440" tIns="91440" rIns="91440" bIns="62400" rtlCol="0" anchor="ctr" anchorCtr="0"/>
          <a:lstStyle/>
          <a:p>
            <a:pPr marL="285750" indent="-285750" defTabSz="1219170">
              <a:buFont typeface="Wingdings" panose="05000000000000000000" pitchFamily="2" charset="2"/>
              <a:buChar char="ü"/>
              <a:defRPr/>
            </a:pPr>
            <a:r>
              <a:rPr lang="en-US" sz="1400" kern="0" dirty="0">
                <a:solidFill>
                  <a:srgbClr val="212E35"/>
                </a:solidFill>
              </a:rPr>
              <a:t>Apply analytics to high-value </a:t>
            </a:r>
            <a:r>
              <a:rPr lang="en-US" sz="1400" kern="0" dirty="0" smtClean="0">
                <a:solidFill>
                  <a:srgbClr val="212E35"/>
                </a:solidFill>
              </a:rPr>
              <a:t>info.</a:t>
            </a:r>
            <a:endParaRPr lang="en-US" sz="1400" kern="0" dirty="0">
              <a:solidFill>
                <a:srgbClr val="212E35"/>
              </a:solidFill>
            </a:endParaRPr>
          </a:p>
        </p:txBody>
      </p:sp>
      <p:sp>
        <p:nvSpPr>
          <p:cNvPr id="42" name="Rectangle 41"/>
          <p:cNvSpPr>
            <a:spLocks/>
          </p:cNvSpPr>
          <p:nvPr/>
        </p:nvSpPr>
        <p:spPr>
          <a:xfrm flipH="1">
            <a:off x="9427449" y="4114688"/>
            <a:ext cx="1926350" cy="652219"/>
          </a:xfrm>
          <a:prstGeom prst="rect">
            <a:avLst/>
          </a:prstGeom>
          <a:noFill/>
          <a:ln w="9525" cap="flat" cmpd="sng" algn="ctr">
            <a:solidFill>
              <a:srgbClr val="425563"/>
            </a:solidFill>
            <a:prstDash val="solid"/>
          </a:ln>
          <a:effectLst/>
        </p:spPr>
        <p:txBody>
          <a:bodyPr lIns="91440" tIns="91440" rIns="91440" bIns="62400" rtlCol="0" anchor="ctr" anchorCtr="0"/>
          <a:lstStyle/>
          <a:p>
            <a:pPr marL="285750" indent="-285750" defTabSz="1219170">
              <a:buFont typeface="Wingdings" panose="05000000000000000000" pitchFamily="2" charset="2"/>
              <a:buChar char="ü"/>
              <a:defRPr/>
            </a:pPr>
            <a:r>
              <a:rPr lang="en-US" sz="1400" kern="0" dirty="0">
                <a:solidFill>
                  <a:srgbClr val="212E35"/>
                </a:solidFill>
              </a:rPr>
              <a:t>Build customer confidence</a:t>
            </a:r>
          </a:p>
        </p:txBody>
      </p:sp>
      <p:sp>
        <p:nvSpPr>
          <p:cNvPr id="43" name="Rectangle 42"/>
          <p:cNvSpPr>
            <a:spLocks/>
          </p:cNvSpPr>
          <p:nvPr/>
        </p:nvSpPr>
        <p:spPr>
          <a:xfrm flipH="1">
            <a:off x="9436713" y="4902810"/>
            <a:ext cx="1917086" cy="788122"/>
          </a:xfrm>
          <a:prstGeom prst="rect">
            <a:avLst/>
          </a:prstGeom>
          <a:noFill/>
          <a:ln w="9525" cap="flat" cmpd="sng" algn="ctr">
            <a:solidFill>
              <a:srgbClr val="425563"/>
            </a:solidFill>
            <a:prstDash val="solid"/>
          </a:ln>
          <a:effectLst/>
        </p:spPr>
        <p:txBody>
          <a:bodyPr lIns="91440" tIns="91440" rIns="91440" bIns="0" rtlCol="0" anchor="ctr" anchorCtr="0"/>
          <a:lstStyle/>
          <a:p>
            <a:pPr marL="285750" indent="-285750" defTabSz="914400">
              <a:buFont typeface="Wingdings" panose="05000000000000000000" pitchFamily="2" charset="2"/>
              <a:buChar char="ü"/>
            </a:pPr>
            <a:r>
              <a:rPr lang="en-US" sz="1400" dirty="0">
                <a:solidFill>
                  <a:srgbClr val="212E35"/>
                </a:solidFill>
              </a:rPr>
              <a:t>Protect data </a:t>
            </a:r>
            <a:r>
              <a:rPr lang="en-US" sz="1400" dirty="0" smtClean="0">
                <a:solidFill>
                  <a:srgbClr val="212E35"/>
                </a:solidFill>
              </a:rPr>
              <a:t>in use</a:t>
            </a:r>
            <a:r>
              <a:rPr lang="en-US" sz="1400" dirty="0">
                <a:solidFill>
                  <a:srgbClr val="212E35"/>
                </a:solidFill>
              </a:rPr>
              <a:t>, in transit, </a:t>
            </a:r>
            <a:r>
              <a:rPr lang="en-US" sz="1400" dirty="0" smtClean="0">
                <a:solidFill>
                  <a:srgbClr val="212E35"/>
                </a:solidFill>
              </a:rPr>
              <a:t>and </a:t>
            </a:r>
            <a:r>
              <a:rPr lang="en-US" sz="1400" dirty="0">
                <a:solidFill>
                  <a:srgbClr val="212E35"/>
                </a:solidFill>
              </a:rPr>
              <a:t>at rest</a:t>
            </a:r>
          </a:p>
        </p:txBody>
      </p:sp>
      <p:sp>
        <p:nvSpPr>
          <p:cNvPr id="44" name="Right Arrow 43"/>
          <p:cNvSpPr/>
          <p:nvPr/>
        </p:nvSpPr>
        <p:spPr>
          <a:xfrm>
            <a:off x="3242783" y="3047676"/>
            <a:ext cx="228600" cy="418557"/>
          </a:xfrm>
          <a:prstGeom prst="rightArrow">
            <a:avLst>
              <a:gd name="adj1" fmla="val 64141"/>
              <a:gd name="adj2" fmla="val 100000"/>
            </a:avLst>
          </a:prstGeom>
          <a:solidFill>
            <a:schemeClr val="tx1"/>
          </a:solidFill>
          <a:ln w="9525" cap="flat" cmpd="sng" algn="ctr">
            <a:solidFill>
              <a:schemeClr val="tx1"/>
            </a:solidFill>
            <a:prstDash val="solid"/>
          </a:ln>
          <a:effectLst/>
        </p:spPr>
        <p:txBody>
          <a:bodyPr lIns="0" rIns="0" rtlCol="0" anchor="ctr"/>
          <a:lstStyle/>
          <a:p>
            <a:pPr algn="ctr" defTabSz="1219170">
              <a:defRPr/>
            </a:pPr>
            <a:endParaRPr lang="en-US" sz="1333" b="1" kern="0" dirty="0">
              <a:solidFill>
                <a:sysClr val="window" lastClr="FFFFFF"/>
              </a:solidFill>
            </a:endParaRPr>
          </a:p>
        </p:txBody>
      </p:sp>
      <p:sp>
        <p:nvSpPr>
          <p:cNvPr id="45" name="Right Arrow 44"/>
          <p:cNvSpPr/>
          <p:nvPr/>
        </p:nvSpPr>
        <p:spPr>
          <a:xfrm>
            <a:off x="3242783" y="4583841"/>
            <a:ext cx="228600" cy="418557"/>
          </a:xfrm>
          <a:prstGeom prst="rightArrow">
            <a:avLst>
              <a:gd name="adj1" fmla="val 64141"/>
              <a:gd name="adj2" fmla="val 100000"/>
            </a:avLst>
          </a:prstGeom>
          <a:solidFill>
            <a:schemeClr val="tx1"/>
          </a:solidFill>
          <a:ln w="9525" cap="flat" cmpd="sng" algn="ctr">
            <a:solidFill>
              <a:schemeClr val="tx1"/>
            </a:solidFill>
            <a:prstDash val="solid"/>
          </a:ln>
          <a:effectLst/>
        </p:spPr>
        <p:txBody>
          <a:bodyPr lIns="0" rIns="0" rtlCol="0" anchor="ctr"/>
          <a:lstStyle/>
          <a:p>
            <a:pPr algn="ctr" defTabSz="1219170">
              <a:defRPr/>
            </a:pPr>
            <a:endParaRPr lang="en-US" sz="1333" b="1" kern="0" dirty="0">
              <a:solidFill>
                <a:sysClr val="window" lastClr="FFFFFF"/>
              </a:solidFill>
            </a:endParaRPr>
          </a:p>
        </p:txBody>
      </p:sp>
      <p:sp>
        <p:nvSpPr>
          <p:cNvPr id="46" name="Rectangle 45"/>
          <p:cNvSpPr/>
          <p:nvPr/>
        </p:nvSpPr>
        <p:spPr>
          <a:xfrm flipH="1">
            <a:off x="6919554" y="2530485"/>
            <a:ext cx="1993392" cy="394244"/>
          </a:xfrm>
          <a:prstGeom prst="rect">
            <a:avLst/>
          </a:prstGeom>
          <a:solidFill>
            <a:srgbClr val="C6179D"/>
          </a:solidFill>
          <a:ln w="9525" cap="flat" cmpd="sng" algn="ctr">
            <a:solidFill>
              <a:srgbClr val="C6179D"/>
            </a:solidFill>
            <a:prstDash val="solid"/>
          </a:ln>
          <a:effectLst/>
        </p:spPr>
        <p:txBody>
          <a:bodyPr vert="horz" lIns="91440" tIns="91440" rIns="91440" bIns="91440" rtlCol="0" anchor="ctr" anchorCtr="0"/>
          <a:lstStyle/>
          <a:p>
            <a:pPr defTabSz="1219170"/>
            <a:r>
              <a:rPr lang="en-US" sz="1400" kern="0" dirty="0">
                <a:solidFill>
                  <a:prstClr val="white"/>
                </a:solidFill>
              </a:rPr>
              <a:t>Apply Governance Policies</a:t>
            </a:r>
          </a:p>
        </p:txBody>
      </p:sp>
      <p:sp>
        <p:nvSpPr>
          <p:cNvPr id="52" name="TextBox 51"/>
          <p:cNvSpPr txBox="1"/>
          <p:nvPr/>
        </p:nvSpPr>
        <p:spPr>
          <a:xfrm>
            <a:off x="3521351" y="1936741"/>
            <a:ext cx="2552699" cy="378691"/>
          </a:xfrm>
          <a:prstGeom prst="rect">
            <a:avLst/>
          </a:prstGeom>
          <a:noFill/>
        </p:spPr>
        <p:txBody>
          <a:bodyPr wrap="square" lIns="0" tIns="0" rIns="0" bIns="0" rtlCol="0">
            <a:noAutofit/>
          </a:bodyPr>
          <a:lstStyle/>
          <a:p>
            <a:pPr algn="ctr" defTabSz="914400">
              <a:lnSpc>
                <a:spcPct val="90000"/>
              </a:lnSpc>
            </a:pPr>
            <a:r>
              <a:rPr lang="en-US" sz="2000" dirty="0">
                <a:solidFill>
                  <a:prstClr val="black"/>
                </a:solidFill>
              </a:rPr>
              <a:t>Classify</a:t>
            </a:r>
            <a:endParaRPr lang="en-US" sz="1400" dirty="0">
              <a:solidFill>
                <a:prstClr val="black"/>
              </a:solidFill>
            </a:endParaRPr>
          </a:p>
        </p:txBody>
      </p:sp>
      <p:sp>
        <p:nvSpPr>
          <p:cNvPr id="53" name="TextBox 52"/>
          <p:cNvSpPr txBox="1"/>
          <p:nvPr/>
        </p:nvSpPr>
        <p:spPr>
          <a:xfrm>
            <a:off x="6643143" y="1931499"/>
            <a:ext cx="2570163" cy="378691"/>
          </a:xfrm>
          <a:prstGeom prst="rect">
            <a:avLst/>
          </a:prstGeom>
          <a:noFill/>
        </p:spPr>
        <p:txBody>
          <a:bodyPr wrap="square" lIns="0" tIns="0" rIns="0" bIns="0" rtlCol="0">
            <a:noAutofit/>
          </a:bodyPr>
          <a:lstStyle/>
          <a:p>
            <a:pPr algn="ctr" defTabSz="914400">
              <a:lnSpc>
                <a:spcPct val="90000"/>
              </a:lnSpc>
            </a:pPr>
            <a:r>
              <a:rPr lang="en-US" sz="2000" dirty="0">
                <a:solidFill>
                  <a:prstClr val="black"/>
                </a:solidFill>
              </a:rPr>
              <a:t>Monitor &amp; Act</a:t>
            </a:r>
            <a:endParaRPr lang="en-US" sz="1400" dirty="0">
              <a:solidFill>
                <a:prstClr val="black"/>
              </a:solidFill>
            </a:endParaRPr>
          </a:p>
        </p:txBody>
      </p:sp>
      <p:grpSp>
        <p:nvGrpSpPr>
          <p:cNvPr id="54" name="Group 53"/>
          <p:cNvGrpSpPr/>
          <p:nvPr/>
        </p:nvGrpSpPr>
        <p:grpSpPr>
          <a:xfrm>
            <a:off x="3810733" y="2923199"/>
            <a:ext cx="1993392" cy="2168896"/>
            <a:chOff x="3555707" y="2518678"/>
            <a:chExt cx="1993392" cy="2168896"/>
          </a:xfrm>
          <a:solidFill>
            <a:schemeClr val="accent3"/>
          </a:solidFill>
        </p:grpSpPr>
        <p:sp>
          <p:nvSpPr>
            <p:cNvPr id="55" name="Rectangle 54"/>
            <p:cNvSpPr/>
            <p:nvPr/>
          </p:nvSpPr>
          <p:spPr>
            <a:xfrm flipH="1">
              <a:off x="3555707" y="2518678"/>
              <a:ext cx="1993392" cy="667512"/>
            </a:xfrm>
            <a:prstGeom prst="rect">
              <a:avLst/>
            </a:prstGeom>
            <a:gradFill>
              <a:gsLst>
                <a:gs pos="45000">
                  <a:srgbClr val="231CA5"/>
                </a:gs>
                <a:gs pos="55000">
                  <a:srgbClr val="29CEFE"/>
                </a:gs>
              </a:gsLst>
              <a:lin ang="0" scaled="0"/>
            </a:gradFill>
            <a:ln w="9525" cap="flat" cmpd="sng" algn="ctr">
              <a:gradFill>
                <a:gsLst>
                  <a:gs pos="47000">
                    <a:srgbClr val="231CA5"/>
                  </a:gs>
                  <a:gs pos="100000">
                    <a:srgbClr val="29CEFE"/>
                  </a:gs>
                </a:gsLst>
                <a:lin ang="5400000" scaled="1"/>
              </a:gradFill>
              <a:prstDash val="solid"/>
            </a:ln>
            <a:effectLst/>
          </p:spPr>
          <p:txBody>
            <a:bodyPr vert="horz" lIns="91440" tIns="91440" rIns="91440" bIns="91440" rtlCol="0" anchor="ctr" anchorCtr="0"/>
            <a:lstStyle/>
            <a:p>
              <a:pPr defTabSz="1219170">
                <a:defRPr/>
              </a:pPr>
              <a:r>
                <a:rPr lang="en-US" sz="1600" b="1" kern="0" dirty="0">
                  <a:solidFill>
                    <a:prstClr val="white"/>
                  </a:solidFill>
                </a:rPr>
                <a:t>In-Scope  Data</a:t>
              </a:r>
            </a:p>
          </p:txBody>
        </p:sp>
        <p:sp>
          <p:nvSpPr>
            <p:cNvPr id="56" name="Rectangle 55"/>
            <p:cNvSpPr/>
            <p:nvPr/>
          </p:nvSpPr>
          <p:spPr>
            <a:xfrm flipH="1">
              <a:off x="3555707" y="3269370"/>
              <a:ext cx="1993392" cy="667512"/>
            </a:xfrm>
            <a:prstGeom prst="rect">
              <a:avLst/>
            </a:prstGeom>
            <a:gradFill>
              <a:gsLst>
                <a:gs pos="55000">
                  <a:srgbClr val="29CEFE"/>
                </a:gs>
                <a:gs pos="45000">
                  <a:srgbClr val="231CA5"/>
                </a:gs>
              </a:gsLst>
              <a:lin ang="0" scaled="0"/>
            </a:gradFill>
            <a:ln w="9525" cap="flat" cmpd="sng" algn="ctr">
              <a:gradFill>
                <a:gsLst>
                  <a:gs pos="47000">
                    <a:srgbClr val="231CA5"/>
                  </a:gs>
                  <a:gs pos="100000">
                    <a:srgbClr val="29CEFE"/>
                  </a:gs>
                </a:gsLst>
                <a:lin ang="5400000" scaled="1"/>
              </a:gradFill>
              <a:prstDash val="solid"/>
            </a:ln>
            <a:effectLst/>
          </p:spPr>
          <p:txBody>
            <a:bodyPr vert="horz" lIns="91440" tIns="91440" rIns="91440" bIns="91440" rtlCol="0" anchor="ctr" anchorCtr="0"/>
            <a:lstStyle/>
            <a:p>
              <a:pPr defTabSz="1219170"/>
              <a:r>
                <a:rPr lang="en-US" sz="1600" b="1" kern="0" dirty="0">
                  <a:solidFill>
                    <a:prstClr val="white"/>
                  </a:solidFill>
                </a:rPr>
                <a:t>Data for Disposition</a:t>
              </a:r>
            </a:p>
          </p:txBody>
        </p:sp>
        <p:sp>
          <p:nvSpPr>
            <p:cNvPr id="57" name="Rectangle 56"/>
            <p:cNvSpPr/>
            <p:nvPr/>
          </p:nvSpPr>
          <p:spPr>
            <a:xfrm flipH="1">
              <a:off x="3555707" y="4020062"/>
              <a:ext cx="1993392" cy="667512"/>
            </a:xfrm>
            <a:prstGeom prst="rect">
              <a:avLst/>
            </a:prstGeom>
            <a:gradFill>
              <a:gsLst>
                <a:gs pos="45000">
                  <a:srgbClr val="231CA5"/>
                </a:gs>
                <a:gs pos="55000">
                  <a:srgbClr val="29CEFE"/>
                </a:gs>
              </a:gsLst>
              <a:lin ang="0" scaled="0"/>
            </a:gradFill>
            <a:ln w="9525" cap="flat" cmpd="sng" algn="ctr">
              <a:gradFill>
                <a:gsLst>
                  <a:gs pos="47000">
                    <a:srgbClr val="231CA5"/>
                  </a:gs>
                  <a:gs pos="100000">
                    <a:srgbClr val="29CEFE"/>
                  </a:gs>
                </a:gsLst>
                <a:lin ang="5400000" scaled="1"/>
              </a:gradFill>
              <a:prstDash val="solid"/>
            </a:ln>
            <a:effectLst/>
          </p:spPr>
          <p:txBody>
            <a:bodyPr vert="horz" lIns="91440" tIns="91440" rIns="91440" bIns="91440" rtlCol="0" anchor="ctr" anchorCtr="0"/>
            <a:lstStyle/>
            <a:p>
              <a:pPr defTabSz="1219170"/>
              <a:r>
                <a:rPr lang="en-US" sz="1600" b="1" kern="0" dirty="0">
                  <a:solidFill>
                    <a:prstClr val="white"/>
                  </a:solidFill>
                </a:rPr>
                <a:t>Data Not In Scope</a:t>
              </a:r>
            </a:p>
          </p:txBody>
        </p:sp>
      </p:grpSp>
      <p:sp>
        <p:nvSpPr>
          <p:cNvPr id="58" name="Rectangle 57"/>
          <p:cNvSpPr/>
          <p:nvPr/>
        </p:nvSpPr>
        <p:spPr>
          <a:xfrm flipH="1">
            <a:off x="6919554" y="3059982"/>
            <a:ext cx="1993392" cy="394244"/>
          </a:xfrm>
          <a:prstGeom prst="rect">
            <a:avLst/>
          </a:prstGeom>
          <a:solidFill>
            <a:srgbClr val="C6179D"/>
          </a:solidFill>
          <a:ln w="9525" cap="flat" cmpd="sng" algn="ctr">
            <a:solidFill>
              <a:srgbClr val="C6179D"/>
            </a:solidFill>
            <a:prstDash val="solid"/>
          </a:ln>
          <a:effectLst/>
        </p:spPr>
        <p:txBody>
          <a:bodyPr vert="horz" lIns="91440" tIns="91440" rIns="91440" bIns="91440" rtlCol="0" anchor="ctr" anchorCtr="0"/>
          <a:lstStyle/>
          <a:p>
            <a:pPr defTabSz="1219170"/>
            <a:r>
              <a:rPr lang="en-US" sz="1400" kern="0" dirty="0">
                <a:solidFill>
                  <a:prstClr val="white"/>
                </a:solidFill>
              </a:rPr>
              <a:t>Manage Lifecycle</a:t>
            </a:r>
          </a:p>
        </p:txBody>
      </p:sp>
      <p:sp>
        <p:nvSpPr>
          <p:cNvPr id="59" name="Rectangle 58"/>
          <p:cNvSpPr/>
          <p:nvPr/>
        </p:nvSpPr>
        <p:spPr>
          <a:xfrm flipH="1">
            <a:off x="6919554" y="3589479"/>
            <a:ext cx="1993392" cy="394244"/>
          </a:xfrm>
          <a:prstGeom prst="rect">
            <a:avLst/>
          </a:prstGeom>
          <a:solidFill>
            <a:srgbClr val="C6179D"/>
          </a:solidFill>
          <a:ln w="9525" cap="flat" cmpd="sng" algn="ctr">
            <a:solidFill>
              <a:srgbClr val="C6179D"/>
            </a:solidFill>
            <a:prstDash val="solid"/>
          </a:ln>
          <a:effectLst/>
        </p:spPr>
        <p:txBody>
          <a:bodyPr vert="horz" lIns="91440" tIns="91440" rIns="91440" bIns="91440" rtlCol="0" anchor="ctr" anchorCtr="0"/>
          <a:lstStyle/>
          <a:p>
            <a:pPr defTabSz="1219170"/>
            <a:r>
              <a:rPr lang="en-US" sz="1400" kern="0" dirty="0">
                <a:solidFill>
                  <a:prstClr val="white"/>
                </a:solidFill>
              </a:rPr>
              <a:t>Prepare for Litigation</a:t>
            </a:r>
          </a:p>
        </p:txBody>
      </p:sp>
      <p:sp>
        <p:nvSpPr>
          <p:cNvPr id="60" name="Rectangle 59"/>
          <p:cNvSpPr/>
          <p:nvPr/>
        </p:nvSpPr>
        <p:spPr>
          <a:xfrm flipH="1">
            <a:off x="6919554" y="4116642"/>
            <a:ext cx="1993392" cy="394244"/>
          </a:xfrm>
          <a:prstGeom prst="rect">
            <a:avLst/>
          </a:prstGeom>
          <a:solidFill>
            <a:srgbClr val="C6179D"/>
          </a:solidFill>
          <a:ln w="9525" cap="flat" cmpd="sng" algn="ctr">
            <a:solidFill>
              <a:srgbClr val="C6179D"/>
            </a:solidFill>
            <a:prstDash val="solid"/>
          </a:ln>
          <a:effectLst/>
        </p:spPr>
        <p:txBody>
          <a:bodyPr vert="horz" lIns="91440" tIns="91440" rIns="91440" bIns="91440" rtlCol="0" anchor="ctr" anchorCtr="0"/>
          <a:lstStyle/>
          <a:p>
            <a:pPr defTabSz="1219170"/>
            <a:r>
              <a:rPr lang="en-US" sz="1400" kern="0" dirty="0">
                <a:solidFill>
                  <a:prstClr val="white"/>
                </a:solidFill>
              </a:rPr>
              <a:t>Optimize Backup &amp; Recovery</a:t>
            </a:r>
          </a:p>
        </p:txBody>
      </p:sp>
      <p:sp>
        <p:nvSpPr>
          <p:cNvPr id="61" name="Rectangle 60"/>
          <p:cNvSpPr/>
          <p:nvPr/>
        </p:nvSpPr>
        <p:spPr>
          <a:xfrm flipH="1">
            <a:off x="6919554" y="4643805"/>
            <a:ext cx="1993392" cy="394244"/>
          </a:xfrm>
          <a:prstGeom prst="rect">
            <a:avLst/>
          </a:prstGeom>
          <a:solidFill>
            <a:srgbClr val="C6179D"/>
          </a:solidFill>
          <a:ln w="9525" cap="flat" cmpd="sng" algn="ctr">
            <a:solidFill>
              <a:srgbClr val="C6179D"/>
            </a:solidFill>
            <a:prstDash val="solid"/>
          </a:ln>
          <a:effectLst/>
        </p:spPr>
        <p:txBody>
          <a:bodyPr vert="horz" lIns="91440" tIns="91440" rIns="91440" bIns="91440" rtlCol="0" anchor="ctr" anchorCtr="0"/>
          <a:lstStyle/>
          <a:p>
            <a:pPr defTabSz="1219170"/>
            <a:r>
              <a:rPr lang="en-US" sz="1400" kern="0" dirty="0">
                <a:solidFill>
                  <a:prstClr val="white"/>
                </a:solidFill>
              </a:rPr>
              <a:t>Encrypt &amp; Protect</a:t>
            </a:r>
          </a:p>
        </p:txBody>
      </p:sp>
      <p:sp>
        <p:nvSpPr>
          <p:cNvPr id="63" name="Rectangle 62"/>
          <p:cNvSpPr/>
          <p:nvPr/>
        </p:nvSpPr>
        <p:spPr>
          <a:xfrm flipH="1">
            <a:off x="6919554" y="5170968"/>
            <a:ext cx="1993392" cy="394244"/>
          </a:xfrm>
          <a:prstGeom prst="rect">
            <a:avLst/>
          </a:prstGeom>
          <a:solidFill>
            <a:srgbClr val="C6179D"/>
          </a:solidFill>
          <a:ln w="9525" cap="flat" cmpd="sng" algn="ctr">
            <a:solidFill>
              <a:srgbClr val="C6179D"/>
            </a:solidFill>
            <a:prstDash val="solid"/>
          </a:ln>
          <a:effectLst/>
        </p:spPr>
        <p:txBody>
          <a:bodyPr vert="horz" lIns="91440" tIns="91440" rIns="91440" bIns="91440" rtlCol="0" anchor="ctr" anchorCtr="0"/>
          <a:lstStyle/>
          <a:p>
            <a:pPr defTabSz="1219170"/>
            <a:r>
              <a:rPr lang="en-US" sz="1400" kern="0" dirty="0">
                <a:solidFill>
                  <a:prstClr val="white"/>
                </a:solidFill>
              </a:rPr>
              <a:t>Monitor Breaches</a:t>
            </a:r>
          </a:p>
        </p:txBody>
      </p:sp>
      <p:sp>
        <p:nvSpPr>
          <p:cNvPr id="64" name="Right Arrow 63"/>
          <p:cNvSpPr/>
          <p:nvPr/>
        </p:nvSpPr>
        <p:spPr>
          <a:xfrm>
            <a:off x="6215323" y="3726442"/>
            <a:ext cx="341671" cy="625585"/>
          </a:xfrm>
          <a:prstGeom prst="rightArrow">
            <a:avLst>
              <a:gd name="adj1" fmla="val 64141"/>
              <a:gd name="adj2" fmla="val 100000"/>
            </a:avLst>
          </a:prstGeom>
          <a:gradFill>
            <a:gsLst>
              <a:gs pos="45000">
                <a:srgbClr val="29CEFE"/>
              </a:gs>
              <a:gs pos="55000">
                <a:srgbClr val="231CA5"/>
              </a:gs>
            </a:gsLst>
            <a:lin ang="5400000" scaled="1"/>
          </a:gradFill>
          <a:ln w="9525" cap="flat" cmpd="sng" algn="ctr">
            <a:noFill/>
            <a:prstDash val="solid"/>
          </a:ln>
          <a:effectLst/>
        </p:spPr>
        <p:txBody>
          <a:bodyPr lIns="0" rIns="0" rtlCol="0" anchor="ctr"/>
          <a:lstStyle/>
          <a:p>
            <a:pPr algn="ctr" defTabSz="1219170">
              <a:defRPr/>
            </a:pPr>
            <a:endParaRPr lang="en-US" sz="1333" b="1" kern="0" dirty="0">
              <a:solidFill>
                <a:sysClr val="window" lastClr="FFFFFF"/>
              </a:solidFill>
            </a:endParaRPr>
          </a:p>
        </p:txBody>
      </p:sp>
    </p:spTree>
    <p:extLst>
      <p:ext uri="{BB962C8B-B14F-4D97-AF65-F5344CB8AC3E}">
        <p14:creationId xmlns:p14="http://schemas.microsoft.com/office/powerpoint/2010/main" val="3428938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500"/>
                                        <p:tgtEl>
                                          <p:spTgt spid="5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500"/>
                                        <p:tgtEl>
                                          <p:spTgt spid="4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fade">
                                      <p:cBhvr>
                                        <p:cTn id="33" dur="500"/>
                                        <p:tgtEl>
                                          <p:spTgt spid="5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fade">
                                      <p:cBhvr>
                                        <p:cTn id="36" dur="500"/>
                                        <p:tgtEl>
                                          <p:spTgt spid="5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0"/>
                                        </p:tgtEl>
                                        <p:attrNameLst>
                                          <p:attrName>style.visibility</p:attrName>
                                        </p:attrNameLst>
                                      </p:cBhvr>
                                      <p:to>
                                        <p:strVal val="visible"/>
                                      </p:to>
                                    </p:set>
                                    <p:animEffect transition="in" filter="fade">
                                      <p:cBhvr>
                                        <p:cTn id="39" dur="500"/>
                                        <p:tgtEl>
                                          <p:spTgt spid="6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fade">
                                      <p:cBhvr>
                                        <p:cTn id="42" dur="500"/>
                                        <p:tgtEl>
                                          <p:spTgt spid="6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500"/>
                                        <p:tgtEl>
                                          <p:spTgt spid="6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500"/>
                                        <p:tgtEl>
                                          <p:spTgt spid="3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500"/>
                                        <p:tgtEl>
                                          <p:spTgt spid="3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500"/>
                                        <p:tgtEl>
                                          <p:spTgt spid="4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P spid="37" grpId="0" animBg="1"/>
      <p:bldP spid="38" grpId="0" animBg="1"/>
      <p:bldP spid="42" grpId="0" animBg="1"/>
      <p:bldP spid="43" grpId="0" animBg="1"/>
      <p:bldP spid="44" grpId="0" animBg="1"/>
      <p:bldP spid="45" grpId="0" animBg="1"/>
      <p:bldP spid="46" grpId="0" animBg="1"/>
      <p:bldP spid="52" grpId="0"/>
      <p:bldP spid="53" grpId="0"/>
      <p:bldP spid="58" grpId="0" animBg="1"/>
      <p:bldP spid="59" grpId="0" animBg="1"/>
      <p:bldP spid="60" grpId="0" animBg="1"/>
      <p:bldP spid="61" grpId="0" animBg="1"/>
      <p:bldP spid="63" grpId="0" animBg="1"/>
      <p:bldP spid="6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Value</a:t>
            </a:r>
            <a:endParaRPr lang="en-US" dirty="0"/>
          </a:p>
        </p:txBody>
      </p:sp>
    </p:spTree>
    <p:extLst>
      <p:ext uri="{BB962C8B-B14F-4D97-AF65-F5344CB8AC3E}">
        <p14:creationId xmlns:p14="http://schemas.microsoft.com/office/powerpoint/2010/main" val="38407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933" y="318724"/>
            <a:ext cx="10969943" cy="547564"/>
          </a:xfrm>
        </p:spPr>
        <p:txBody>
          <a:bodyPr>
            <a:normAutofit fontScale="90000"/>
          </a:bodyPr>
          <a:lstStyle/>
          <a:p>
            <a:r>
              <a:rPr lang="en-US" dirty="0" smtClean="0">
                <a:latin typeface="+mn-lt"/>
              </a:rPr>
              <a:t>How our customers are leveraging SCM</a:t>
            </a:r>
            <a:endParaRPr lang="en-US" dirty="0">
              <a:latin typeface="+mn-lt"/>
            </a:endParaRPr>
          </a:p>
        </p:txBody>
      </p:sp>
      <p:sp>
        <p:nvSpPr>
          <p:cNvPr id="5" name="TextBox 4"/>
          <p:cNvSpPr txBox="1"/>
          <p:nvPr/>
        </p:nvSpPr>
        <p:spPr>
          <a:xfrm>
            <a:off x="6584461" y="1905000"/>
            <a:ext cx="4159897" cy="3124200"/>
          </a:xfrm>
          <a:prstGeom prst="rect">
            <a:avLst/>
          </a:prstGeom>
          <a:noFill/>
          <a:ln w="28575">
            <a:noFill/>
          </a:ln>
        </p:spPr>
        <p:txBody>
          <a:bodyPr wrap="square" lIns="0" tIns="0" rIns="0" bIns="0" rtlCol="0">
            <a:noAutofit/>
          </a:bodyPr>
          <a:lstStyle/>
          <a:p>
            <a:pPr defTabSz="914400">
              <a:lnSpc>
                <a:spcPct val="90000"/>
              </a:lnSpc>
            </a:pPr>
            <a:r>
              <a:rPr lang="en-US" sz="1300" b="1" dirty="0" smtClean="0">
                <a:solidFill>
                  <a:srgbClr val="231CA5"/>
                </a:solidFill>
              </a:rPr>
              <a:t>Risk Mitigation</a:t>
            </a:r>
          </a:p>
          <a:p>
            <a:pPr marL="171450" indent="-171450" defTabSz="914400">
              <a:lnSpc>
                <a:spcPct val="90000"/>
              </a:lnSpc>
              <a:buFont typeface="Arial" panose="020B0604020202020204" pitchFamily="34" charset="0"/>
              <a:buChar char="•"/>
            </a:pPr>
            <a:r>
              <a:rPr lang="en-US" sz="1300" dirty="0" smtClean="0">
                <a:solidFill>
                  <a:srgbClr val="212E35"/>
                </a:solidFill>
              </a:rPr>
              <a:t>Personal </a:t>
            </a:r>
            <a:r>
              <a:rPr lang="en-US" sz="1300" dirty="0">
                <a:solidFill>
                  <a:srgbClr val="212E35"/>
                </a:solidFill>
              </a:rPr>
              <a:t>data assessment </a:t>
            </a:r>
            <a:r>
              <a:rPr lang="en-US" sz="1300" dirty="0" smtClean="0">
                <a:solidFill>
                  <a:srgbClr val="212E35"/>
                </a:solidFill>
              </a:rPr>
              <a:t>(GDPR Starter Kit)</a:t>
            </a:r>
          </a:p>
          <a:p>
            <a:pPr marL="171450" indent="-171450" defTabSz="914400">
              <a:lnSpc>
                <a:spcPct val="90000"/>
              </a:lnSpc>
              <a:buFont typeface="Arial" panose="020B0604020202020204" pitchFamily="34" charset="0"/>
              <a:buChar char="•"/>
            </a:pPr>
            <a:r>
              <a:rPr lang="en-US" sz="1300" dirty="0" smtClean="0">
                <a:solidFill>
                  <a:srgbClr val="212E35"/>
                </a:solidFill>
              </a:rPr>
              <a:t>Global Policy Management </a:t>
            </a:r>
          </a:p>
          <a:p>
            <a:pPr marL="171450" indent="-171450" defTabSz="914400">
              <a:lnSpc>
                <a:spcPct val="90000"/>
              </a:lnSpc>
              <a:buFont typeface="Arial" panose="020B0604020202020204" pitchFamily="34" charset="0"/>
              <a:buChar char="•"/>
            </a:pPr>
            <a:r>
              <a:rPr lang="en-US" sz="1300" dirty="0" smtClean="0">
                <a:solidFill>
                  <a:srgbClr val="212E35"/>
                </a:solidFill>
              </a:rPr>
              <a:t>Litigation readiness</a:t>
            </a:r>
          </a:p>
          <a:p>
            <a:pPr marL="171450" indent="-171450" defTabSz="914400">
              <a:lnSpc>
                <a:spcPct val="90000"/>
              </a:lnSpc>
              <a:buFont typeface="Arial" panose="020B0604020202020204" pitchFamily="34" charset="0"/>
              <a:buChar char="•"/>
            </a:pPr>
            <a:r>
              <a:rPr lang="en-US" sz="1300" dirty="0">
                <a:solidFill>
                  <a:srgbClr val="212E35"/>
                </a:solidFill>
              </a:rPr>
              <a:t>Records </a:t>
            </a:r>
            <a:r>
              <a:rPr lang="en-US" sz="1300" dirty="0" smtClean="0">
                <a:solidFill>
                  <a:srgbClr val="212E35"/>
                </a:solidFill>
              </a:rPr>
              <a:t>Management</a:t>
            </a:r>
          </a:p>
          <a:p>
            <a:pPr marL="171450" indent="-171450" defTabSz="914400">
              <a:lnSpc>
                <a:spcPct val="90000"/>
              </a:lnSpc>
              <a:buFont typeface="Arial" panose="020B0604020202020204" pitchFamily="34" charset="0"/>
              <a:buChar char="•"/>
            </a:pPr>
            <a:r>
              <a:rPr lang="en-US" sz="1300" dirty="0" smtClean="0">
                <a:solidFill>
                  <a:srgbClr val="212E35"/>
                </a:solidFill>
              </a:rPr>
              <a:t>Social media governance</a:t>
            </a:r>
            <a:endParaRPr lang="en-US" sz="1300" dirty="0">
              <a:solidFill>
                <a:srgbClr val="212E35"/>
              </a:solidFill>
            </a:endParaRPr>
          </a:p>
          <a:p>
            <a:pPr marL="171450" indent="-171450" defTabSz="914400">
              <a:lnSpc>
                <a:spcPct val="90000"/>
              </a:lnSpc>
              <a:buFont typeface="Arial" panose="020B0604020202020204" pitchFamily="34" charset="0"/>
              <a:buChar char="•"/>
            </a:pPr>
            <a:r>
              <a:rPr lang="en-US" sz="1300" dirty="0" smtClean="0">
                <a:solidFill>
                  <a:srgbClr val="212E35"/>
                </a:solidFill>
              </a:rPr>
              <a:t>Breach </a:t>
            </a:r>
            <a:r>
              <a:rPr lang="en-US" sz="1300" dirty="0">
                <a:solidFill>
                  <a:srgbClr val="212E35"/>
                </a:solidFill>
              </a:rPr>
              <a:t>Response &amp; Reporting  </a:t>
            </a:r>
          </a:p>
          <a:p>
            <a:pPr marL="171450" indent="-171450" defTabSz="914400">
              <a:lnSpc>
                <a:spcPct val="90000"/>
              </a:lnSpc>
              <a:buFont typeface="Arial" panose="020B0604020202020204" pitchFamily="34" charset="0"/>
              <a:buChar char="•"/>
            </a:pPr>
            <a:r>
              <a:rPr lang="en-US" sz="1300" dirty="0" smtClean="0">
                <a:solidFill>
                  <a:srgbClr val="212E35"/>
                </a:solidFill>
              </a:rPr>
              <a:t>Automated </a:t>
            </a:r>
            <a:r>
              <a:rPr lang="en-US" sz="1300" dirty="0">
                <a:solidFill>
                  <a:srgbClr val="212E35"/>
                </a:solidFill>
              </a:rPr>
              <a:t>Data </a:t>
            </a:r>
            <a:r>
              <a:rPr lang="en-US" sz="1300" dirty="0" smtClean="0">
                <a:solidFill>
                  <a:srgbClr val="212E35"/>
                </a:solidFill>
              </a:rPr>
              <a:t>Encryption</a:t>
            </a:r>
            <a:endParaRPr lang="en-US" sz="1300" dirty="0">
              <a:solidFill>
                <a:srgbClr val="212E35"/>
              </a:solidFill>
            </a:endParaRPr>
          </a:p>
          <a:p>
            <a:pPr defTabSz="914400">
              <a:lnSpc>
                <a:spcPct val="90000"/>
              </a:lnSpc>
            </a:pPr>
            <a:endParaRPr lang="en-US" sz="1300" dirty="0">
              <a:solidFill>
                <a:srgbClr val="212E35"/>
              </a:solidFill>
            </a:endParaRPr>
          </a:p>
          <a:p>
            <a:pPr defTabSz="914400">
              <a:lnSpc>
                <a:spcPct val="90000"/>
              </a:lnSpc>
            </a:pPr>
            <a:r>
              <a:rPr lang="en-US" sz="1300" b="1" dirty="0" smtClean="0">
                <a:solidFill>
                  <a:srgbClr val="231CA5"/>
                </a:solidFill>
              </a:rPr>
              <a:t>Cost </a:t>
            </a:r>
            <a:r>
              <a:rPr lang="en-US" sz="1300" b="1" dirty="0">
                <a:solidFill>
                  <a:srgbClr val="231CA5"/>
                </a:solidFill>
              </a:rPr>
              <a:t>Savings</a:t>
            </a:r>
          </a:p>
          <a:p>
            <a:pPr marL="171450" indent="-171450" defTabSz="914400">
              <a:lnSpc>
                <a:spcPct val="90000"/>
              </a:lnSpc>
              <a:buFont typeface="Arial" panose="020B0604020202020204" pitchFamily="34" charset="0"/>
              <a:buChar char="•"/>
            </a:pPr>
            <a:r>
              <a:rPr lang="en-US" sz="1300" dirty="0">
                <a:solidFill>
                  <a:srgbClr val="212E35"/>
                </a:solidFill>
              </a:rPr>
              <a:t>Defensible disposition</a:t>
            </a:r>
          </a:p>
          <a:p>
            <a:pPr marL="171450" indent="-171450" defTabSz="914400">
              <a:lnSpc>
                <a:spcPct val="90000"/>
              </a:lnSpc>
              <a:buFont typeface="Arial" panose="020B0604020202020204" pitchFamily="34" charset="0"/>
              <a:buChar char="•"/>
            </a:pPr>
            <a:r>
              <a:rPr lang="en-US" sz="1300" dirty="0" smtClean="0">
                <a:solidFill>
                  <a:srgbClr val="212E35"/>
                </a:solidFill>
              </a:rPr>
              <a:t>Application retirement</a:t>
            </a:r>
          </a:p>
          <a:p>
            <a:pPr marL="171450" indent="-171450" defTabSz="914400">
              <a:lnSpc>
                <a:spcPct val="90000"/>
              </a:lnSpc>
              <a:buFont typeface="Arial" panose="020B0604020202020204" pitchFamily="34" charset="0"/>
              <a:buChar char="•"/>
            </a:pPr>
            <a:r>
              <a:rPr lang="en-US" sz="1300" dirty="0" smtClean="0">
                <a:solidFill>
                  <a:srgbClr val="212E35"/>
                </a:solidFill>
              </a:rPr>
              <a:t>Policy-based </a:t>
            </a:r>
            <a:r>
              <a:rPr lang="en-US" sz="1300" dirty="0">
                <a:solidFill>
                  <a:srgbClr val="212E35"/>
                </a:solidFill>
              </a:rPr>
              <a:t>governance </a:t>
            </a:r>
          </a:p>
          <a:p>
            <a:pPr defTabSz="914400">
              <a:lnSpc>
                <a:spcPct val="90000"/>
              </a:lnSpc>
            </a:pPr>
            <a:endParaRPr lang="en-US" sz="1300" dirty="0">
              <a:solidFill>
                <a:srgbClr val="212E35"/>
              </a:solidFill>
            </a:endParaRPr>
          </a:p>
          <a:p>
            <a:pPr defTabSz="914400">
              <a:lnSpc>
                <a:spcPct val="90000"/>
              </a:lnSpc>
            </a:pPr>
            <a:r>
              <a:rPr lang="en-US" sz="1300" b="1" dirty="0" smtClean="0">
                <a:solidFill>
                  <a:srgbClr val="231CA5"/>
                </a:solidFill>
              </a:rPr>
              <a:t>Operational Efficiency</a:t>
            </a:r>
            <a:endParaRPr lang="en-US" sz="1300" b="1" dirty="0">
              <a:solidFill>
                <a:srgbClr val="231CA5"/>
              </a:solidFill>
            </a:endParaRPr>
          </a:p>
          <a:p>
            <a:pPr marL="171450" indent="-171450" defTabSz="914400">
              <a:lnSpc>
                <a:spcPct val="90000"/>
              </a:lnSpc>
              <a:buFont typeface="Arial" panose="020B0604020202020204" pitchFamily="34" charset="0"/>
              <a:buChar char="•"/>
            </a:pPr>
            <a:r>
              <a:rPr lang="en-US" sz="1300" dirty="0" smtClean="0">
                <a:solidFill>
                  <a:srgbClr val="212E35"/>
                </a:solidFill>
              </a:rPr>
              <a:t>Workday migration (from PeopleSoft or SAP)</a:t>
            </a:r>
          </a:p>
          <a:p>
            <a:pPr marL="171450" indent="-171450" defTabSz="914400">
              <a:lnSpc>
                <a:spcPct val="90000"/>
              </a:lnSpc>
              <a:buFont typeface="Arial" panose="020B0604020202020204" pitchFamily="34" charset="0"/>
              <a:buChar char="•"/>
            </a:pPr>
            <a:r>
              <a:rPr lang="en-US" sz="1300" dirty="0" smtClean="0">
                <a:solidFill>
                  <a:srgbClr val="212E35"/>
                </a:solidFill>
              </a:rPr>
              <a:t>Application upgrade (e.g., </a:t>
            </a:r>
            <a:r>
              <a:rPr lang="en-US" sz="1300" dirty="0">
                <a:solidFill>
                  <a:srgbClr val="212E35"/>
                </a:solidFill>
              </a:rPr>
              <a:t>SAP to SAP HANA</a:t>
            </a:r>
            <a:r>
              <a:rPr lang="en-US" sz="1300" dirty="0" smtClean="0">
                <a:solidFill>
                  <a:srgbClr val="212E35"/>
                </a:solidFill>
              </a:rPr>
              <a:t>)</a:t>
            </a:r>
          </a:p>
          <a:p>
            <a:pPr marL="171450" indent="-171450" defTabSz="914400">
              <a:lnSpc>
                <a:spcPct val="90000"/>
              </a:lnSpc>
              <a:buFont typeface="Arial" panose="020B0604020202020204" pitchFamily="34" charset="0"/>
              <a:buChar char="•"/>
            </a:pPr>
            <a:r>
              <a:rPr lang="en-US" sz="1300" dirty="0" smtClean="0">
                <a:solidFill>
                  <a:srgbClr val="212E35"/>
                </a:solidFill>
              </a:rPr>
              <a:t>SharePoint </a:t>
            </a:r>
            <a:r>
              <a:rPr lang="en-US" sz="1300" dirty="0">
                <a:solidFill>
                  <a:srgbClr val="212E35"/>
                </a:solidFill>
              </a:rPr>
              <a:t>compliance </a:t>
            </a:r>
          </a:p>
          <a:p>
            <a:pPr marL="171450" indent="-171450" defTabSz="914400">
              <a:lnSpc>
                <a:spcPct val="90000"/>
              </a:lnSpc>
              <a:buFont typeface="Arial" panose="020B0604020202020204" pitchFamily="34" charset="0"/>
              <a:buChar char="•"/>
            </a:pPr>
            <a:r>
              <a:rPr lang="en-US" sz="1300" dirty="0" smtClean="0">
                <a:solidFill>
                  <a:srgbClr val="212E35"/>
                </a:solidFill>
              </a:rPr>
              <a:t>Auto </a:t>
            </a:r>
            <a:r>
              <a:rPr lang="en-US" sz="1300" dirty="0">
                <a:solidFill>
                  <a:srgbClr val="212E35"/>
                </a:solidFill>
              </a:rPr>
              <a:t>records </a:t>
            </a:r>
            <a:r>
              <a:rPr lang="en-US" sz="1300" dirty="0" smtClean="0">
                <a:solidFill>
                  <a:srgbClr val="212E35"/>
                </a:solidFill>
              </a:rPr>
              <a:t>declaration</a:t>
            </a:r>
          </a:p>
          <a:p>
            <a:pPr marL="171450" indent="-171450" defTabSz="914400">
              <a:lnSpc>
                <a:spcPct val="90000"/>
              </a:lnSpc>
              <a:buFont typeface="Arial" panose="020B0604020202020204" pitchFamily="34" charset="0"/>
              <a:buChar char="•"/>
            </a:pPr>
            <a:r>
              <a:rPr lang="en-US" sz="1300" dirty="0">
                <a:solidFill>
                  <a:srgbClr val="212E35"/>
                </a:solidFill>
              </a:rPr>
              <a:t>Intelligent cloud migration</a:t>
            </a:r>
          </a:p>
          <a:p>
            <a:pPr defTabSz="914400">
              <a:lnSpc>
                <a:spcPct val="90000"/>
              </a:lnSpc>
            </a:pPr>
            <a:endParaRPr lang="en-US" sz="1300" dirty="0" smtClean="0">
              <a:solidFill>
                <a:srgbClr val="212E35"/>
              </a:solidFill>
            </a:endParaRPr>
          </a:p>
          <a:p>
            <a:pPr defTabSz="914400">
              <a:lnSpc>
                <a:spcPct val="90000"/>
              </a:lnSpc>
            </a:pPr>
            <a:r>
              <a:rPr lang="en-US" sz="1300" b="1" dirty="0" smtClean="0">
                <a:solidFill>
                  <a:srgbClr val="231CA5"/>
                </a:solidFill>
              </a:rPr>
              <a:t>Value </a:t>
            </a:r>
            <a:r>
              <a:rPr lang="en-US" sz="1300" b="1" dirty="0">
                <a:solidFill>
                  <a:srgbClr val="231CA5"/>
                </a:solidFill>
              </a:rPr>
              <a:t>Creation</a:t>
            </a:r>
          </a:p>
          <a:p>
            <a:pPr marL="171450" indent="-171450" defTabSz="914400">
              <a:lnSpc>
                <a:spcPct val="90000"/>
              </a:lnSpc>
              <a:buFont typeface="Arial" panose="020B0604020202020204" pitchFamily="34" charset="0"/>
              <a:buChar char="•"/>
            </a:pPr>
            <a:r>
              <a:rPr lang="en-US" sz="1300" dirty="0" smtClean="0">
                <a:solidFill>
                  <a:srgbClr val="212E35"/>
                </a:solidFill>
              </a:rPr>
              <a:t>Collaboration</a:t>
            </a:r>
          </a:p>
          <a:p>
            <a:pPr marL="171450" indent="-171450" defTabSz="914400">
              <a:lnSpc>
                <a:spcPct val="90000"/>
              </a:lnSpc>
              <a:buFont typeface="Arial" panose="020B0604020202020204" pitchFamily="34" charset="0"/>
              <a:buChar char="•"/>
            </a:pPr>
            <a:r>
              <a:rPr lang="en-US" sz="1300" dirty="0" smtClean="0">
                <a:solidFill>
                  <a:srgbClr val="212E35"/>
                </a:solidFill>
              </a:rPr>
              <a:t>Best practices identification</a:t>
            </a:r>
          </a:p>
          <a:p>
            <a:pPr marL="171450" indent="-171450" defTabSz="914400">
              <a:lnSpc>
                <a:spcPct val="90000"/>
              </a:lnSpc>
              <a:buFont typeface="Arial" panose="020B0604020202020204" pitchFamily="34" charset="0"/>
              <a:buChar char="•"/>
            </a:pPr>
            <a:r>
              <a:rPr lang="en-US" sz="1300" dirty="0" smtClean="0">
                <a:solidFill>
                  <a:srgbClr val="212E35"/>
                </a:solidFill>
              </a:rPr>
              <a:t>Data mining</a:t>
            </a:r>
          </a:p>
          <a:p>
            <a:pPr marL="171450" indent="-171450" defTabSz="914400">
              <a:lnSpc>
                <a:spcPct val="90000"/>
              </a:lnSpc>
              <a:buFont typeface="Arial" panose="020B0604020202020204" pitchFamily="34" charset="0"/>
              <a:buChar char="•"/>
            </a:pPr>
            <a:endParaRPr lang="en-US" sz="1200" dirty="0" smtClean="0">
              <a:solidFill>
                <a:srgbClr val="212E35"/>
              </a:solidFill>
            </a:endParaRPr>
          </a:p>
          <a:p>
            <a:pPr defTabSz="914400">
              <a:lnSpc>
                <a:spcPct val="90000"/>
              </a:lnSpc>
            </a:pPr>
            <a:endParaRPr lang="en-US" sz="1200" dirty="0">
              <a:solidFill>
                <a:srgbClr val="212E35"/>
              </a:solidFill>
            </a:endParaRPr>
          </a:p>
          <a:p>
            <a:pPr marL="171450" indent="-171450" defTabSz="914400">
              <a:lnSpc>
                <a:spcPct val="90000"/>
              </a:lnSpc>
              <a:buFont typeface="Arial" panose="020B0604020202020204" pitchFamily="34" charset="0"/>
              <a:buChar char="•"/>
            </a:pPr>
            <a:endParaRPr lang="en-US" sz="1200" dirty="0">
              <a:solidFill>
                <a:srgbClr val="212E35"/>
              </a:solidFill>
            </a:endParaRPr>
          </a:p>
          <a:p>
            <a:pPr defTabSz="914400">
              <a:lnSpc>
                <a:spcPct val="90000"/>
              </a:lnSpc>
            </a:pPr>
            <a:endParaRPr lang="en-US" sz="1200" dirty="0">
              <a:solidFill>
                <a:srgbClr val="212E35"/>
              </a:solidFill>
            </a:endParaRPr>
          </a:p>
        </p:txBody>
      </p:sp>
      <p:sp>
        <p:nvSpPr>
          <p:cNvPr id="6" name="TextBox 5"/>
          <p:cNvSpPr txBox="1"/>
          <p:nvPr/>
        </p:nvSpPr>
        <p:spPr>
          <a:xfrm>
            <a:off x="1676400" y="1906954"/>
            <a:ext cx="4114800" cy="3876432"/>
          </a:xfrm>
          <a:prstGeom prst="rect">
            <a:avLst/>
          </a:prstGeom>
          <a:noFill/>
          <a:ln w="28575">
            <a:noFill/>
          </a:ln>
        </p:spPr>
        <p:txBody>
          <a:bodyPr wrap="square" lIns="0" tIns="0" rIns="0" bIns="0" rtlCol="0">
            <a:noAutofit/>
          </a:bodyPr>
          <a:lstStyle/>
          <a:p>
            <a:pPr defTabSz="914400">
              <a:lnSpc>
                <a:spcPct val="90000"/>
              </a:lnSpc>
            </a:pPr>
            <a:r>
              <a:rPr lang="en-US" sz="1300" b="1" dirty="0">
                <a:solidFill>
                  <a:srgbClr val="0079EF"/>
                </a:solidFill>
              </a:rPr>
              <a:t>Privacy</a:t>
            </a:r>
          </a:p>
          <a:p>
            <a:pPr marL="171450" indent="-171450" defTabSz="914400">
              <a:lnSpc>
                <a:spcPct val="90000"/>
              </a:lnSpc>
              <a:buFont typeface="Arial" panose="020B0604020202020204" pitchFamily="34" charset="0"/>
              <a:buChar char="•"/>
            </a:pPr>
            <a:r>
              <a:rPr lang="en-US" sz="1300" dirty="0" smtClean="0">
                <a:solidFill>
                  <a:srgbClr val="212E35"/>
                </a:solidFill>
              </a:rPr>
              <a:t>EU GDPR (May 2018)</a:t>
            </a:r>
          </a:p>
          <a:p>
            <a:pPr marL="171450" indent="-171450" defTabSz="914400">
              <a:buFont typeface="Arial" panose="020B0604020202020204" pitchFamily="34" charset="0"/>
              <a:buChar char="•"/>
            </a:pPr>
            <a:r>
              <a:rPr lang="en-US" sz="1300" dirty="0" smtClean="0">
                <a:solidFill>
                  <a:srgbClr val="212E35"/>
                </a:solidFill>
              </a:rPr>
              <a:t>California </a:t>
            </a:r>
            <a:r>
              <a:rPr lang="en-US" sz="1300" dirty="0">
                <a:solidFill>
                  <a:srgbClr val="212E35"/>
                </a:solidFill>
              </a:rPr>
              <a:t>Privacy Legislation</a:t>
            </a:r>
          </a:p>
          <a:p>
            <a:pPr marL="171450" indent="-171450" defTabSz="914400">
              <a:buFont typeface="Arial" panose="020B0604020202020204" pitchFamily="34" charset="0"/>
              <a:buChar char="•"/>
            </a:pPr>
            <a:r>
              <a:rPr lang="en-US" sz="1300" dirty="0" smtClean="0">
                <a:solidFill>
                  <a:srgbClr val="212E35"/>
                </a:solidFill>
              </a:rPr>
              <a:t>Massachusetts </a:t>
            </a:r>
            <a:r>
              <a:rPr lang="en-US" sz="1300" dirty="0">
                <a:solidFill>
                  <a:srgbClr val="212E35"/>
                </a:solidFill>
              </a:rPr>
              <a:t>Privacy Act</a:t>
            </a:r>
          </a:p>
          <a:p>
            <a:pPr defTabSz="914400">
              <a:lnSpc>
                <a:spcPct val="90000"/>
              </a:lnSpc>
            </a:pPr>
            <a:endParaRPr lang="en-US" sz="1100" dirty="0" smtClean="0">
              <a:solidFill>
                <a:srgbClr val="212E35"/>
              </a:solidFill>
            </a:endParaRPr>
          </a:p>
          <a:p>
            <a:pPr defTabSz="914400">
              <a:lnSpc>
                <a:spcPct val="90000"/>
              </a:lnSpc>
            </a:pPr>
            <a:r>
              <a:rPr lang="en-US" sz="1300" b="1" dirty="0" smtClean="0">
                <a:solidFill>
                  <a:srgbClr val="0079EF"/>
                </a:solidFill>
              </a:rPr>
              <a:t>Financial Services Regulation</a:t>
            </a:r>
            <a:endParaRPr lang="en-US" sz="1300" b="1" dirty="0">
              <a:solidFill>
                <a:srgbClr val="0079EF"/>
              </a:solidFill>
            </a:endParaRPr>
          </a:p>
          <a:p>
            <a:pPr marL="171450" indent="-171450" defTabSz="914400">
              <a:lnSpc>
                <a:spcPct val="90000"/>
              </a:lnSpc>
              <a:buFont typeface="Arial" panose="020B0604020202020204" pitchFamily="34" charset="0"/>
              <a:buChar char="•"/>
            </a:pPr>
            <a:r>
              <a:rPr lang="en-US" sz="1300" dirty="0">
                <a:solidFill>
                  <a:srgbClr val="212E35"/>
                </a:solidFill>
              </a:rPr>
              <a:t>Banking Secrecy Act/Anti-Money </a:t>
            </a:r>
            <a:r>
              <a:rPr lang="en-US" sz="1300" dirty="0" smtClean="0">
                <a:solidFill>
                  <a:srgbClr val="212E35"/>
                </a:solidFill>
              </a:rPr>
              <a:t>Laundering</a:t>
            </a:r>
          </a:p>
          <a:p>
            <a:pPr marL="171450" indent="-171450" defTabSz="914400">
              <a:lnSpc>
                <a:spcPct val="90000"/>
              </a:lnSpc>
              <a:buFont typeface="Arial" panose="020B0604020202020204" pitchFamily="34" charset="0"/>
              <a:buChar char="•"/>
            </a:pPr>
            <a:r>
              <a:rPr lang="en-US" sz="1300" dirty="0" smtClean="0">
                <a:solidFill>
                  <a:srgbClr val="212E35"/>
                </a:solidFill>
              </a:rPr>
              <a:t>Dodd-Frank</a:t>
            </a:r>
            <a:endParaRPr lang="en-US" sz="1300" dirty="0">
              <a:solidFill>
                <a:srgbClr val="212E35"/>
              </a:solidFill>
            </a:endParaRPr>
          </a:p>
          <a:p>
            <a:pPr marL="171450" indent="-171450" defTabSz="914400">
              <a:buFont typeface="Arial" panose="020B0604020202020204" pitchFamily="34" charset="0"/>
              <a:buChar char="•"/>
            </a:pPr>
            <a:r>
              <a:rPr lang="en-US" sz="1300" dirty="0" smtClean="0">
                <a:solidFill>
                  <a:srgbClr val="212E35"/>
                </a:solidFill>
              </a:rPr>
              <a:t>FINRA 17-18 (social media and digital communications)</a:t>
            </a:r>
          </a:p>
          <a:p>
            <a:pPr marL="171450" indent="-171450" defTabSz="914400">
              <a:buFont typeface="Arial" panose="020B0604020202020204" pitchFamily="34" charset="0"/>
              <a:buChar char="•"/>
            </a:pPr>
            <a:r>
              <a:rPr lang="en-US" sz="1300" dirty="0" smtClean="0">
                <a:solidFill>
                  <a:srgbClr val="212E35"/>
                </a:solidFill>
              </a:rPr>
              <a:t>MIFID II</a:t>
            </a:r>
          </a:p>
          <a:p>
            <a:pPr defTabSz="914400"/>
            <a:endParaRPr lang="en-US" sz="1100" dirty="0" smtClean="0">
              <a:solidFill>
                <a:srgbClr val="212E35"/>
              </a:solidFill>
            </a:endParaRPr>
          </a:p>
          <a:p>
            <a:pPr defTabSz="914400">
              <a:lnSpc>
                <a:spcPct val="90000"/>
              </a:lnSpc>
            </a:pPr>
            <a:r>
              <a:rPr lang="en-US" sz="1300" b="1" dirty="0">
                <a:solidFill>
                  <a:srgbClr val="0079EF"/>
                </a:solidFill>
              </a:rPr>
              <a:t>Corporate Transparency</a:t>
            </a:r>
          </a:p>
          <a:p>
            <a:pPr marL="171450" indent="-171450" defTabSz="914400">
              <a:lnSpc>
                <a:spcPct val="90000"/>
              </a:lnSpc>
              <a:buFont typeface="Arial" panose="020B0604020202020204" pitchFamily="34" charset="0"/>
              <a:buChar char="•"/>
            </a:pPr>
            <a:r>
              <a:rPr lang="en-US" sz="1300" dirty="0" smtClean="0">
                <a:solidFill>
                  <a:srgbClr val="212E35"/>
                </a:solidFill>
              </a:rPr>
              <a:t>FDA </a:t>
            </a:r>
            <a:r>
              <a:rPr lang="en-US" sz="1300" dirty="0">
                <a:solidFill>
                  <a:srgbClr val="212E35"/>
                </a:solidFill>
              </a:rPr>
              <a:t>Title 21 </a:t>
            </a:r>
            <a:r>
              <a:rPr lang="en-US" sz="1300" dirty="0" smtClean="0">
                <a:solidFill>
                  <a:srgbClr val="212E35"/>
                </a:solidFill>
              </a:rPr>
              <a:t>Food</a:t>
            </a:r>
            <a:r>
              <a:rPr lang="en-US" sz="1300" dirty="0">
                <a:solidFill>
                  <a:srgbClr val="212E35"/>
                </a:solidFill>
              </a:rPr>
              <a:t>, Drug, Devices, Cosmetics, Tobacco etc</a:t>
            </a:r>
            <a:r>
              <a:rPr lang="en-US" sz="1300" dirty="0" smtClean="0">
                <a:solidFill>
                  <a:srgbClr val="212E35"/>
                </a:solidFill>
              </a:rPr>
              <a:t>.</a:t>
            </a:r>
            <a:endParaRPr lang="en-US" sz="1300" dirty="0">
              <a:solidFill>
                <a:srgbClr val="212E35"/>
              </a:solidFill>
            </a:endParaRPr>
          </a:p>
          <a:p>
            <a:pPr marL="171450" indent="-171450" defTabSz="914400">
              <a:buFont typeface="Arial" panose="020B0604020202020204" pitchFamily="34" charset="0"/>
              <a:buChar char="•"/>
            </a:pPr>
            <a:r>
              <a:rPr lang="en-US" sz="1300" dirty="0">
                <a:solidFill>
                  <a:srgbClr val="212E35"/>
                </a:solidFill>
              </a:rPr>
              <a:t>CFPB Truth in Lending, Consumer Leasing, Home Mortgage Disclosure</a:t>
            </a:r>
          </a:p>
          <a:p>
            <a:pPr defTabSz="914400"/>
            <a:endParaRPr lang="en-US" sz="1100" dirty="0" smtClean="0">
              <a:solidFill>
                <a:srgbClr val="2FD6C3"/>
              </a:solidFill>
            </a:endParaRPr>
          </a:p>
          <a:p>
            <a:pPr defTabSz="914400">
              <a:lnSpc>
                <a:spcPct val="90000"/>
              </a:lnSpc>
            </a:pPr>
            <a:r>
              <a:rPr lang="en-US" sz="1300" b="1" dirty="0">
                <a:solidFill>
                  <a:srgbClr val="0079EF"/>
                </a:solidFill>
              </a:rPr>
              <a:t>Security</a:t>
            </a:r>
          </a:p>
          <a:p>
            <a:pPr marL="171450" indent="-171450" defTabSz="914400">
              <a:lnSpc>
                <a:spcPct val="90000"/>
              </a:lnSpc>
              <a:buFont typeface="Arial" panose="020B0604020202020204" pitchFamily="34" charset="0"/>
              <a:buChar char="•"/>
            </a:pPr>
            <a:r>
              <a:rPr lang="en-US" sz="1300" dirty="0">
                <a:solidFill>
                  <a:srgbClr val="212E35"/>
                </a:solidFill>
              </a:rPr>
              <a:t>New York Department of Financial Services Cybersecurity Requirements and Data Privacy Obligations (Mar 2017)</a:t>
            </a:r>
          </a:p>
          <a:p>
            <a:pPr marL="171450" indent="-171450" defTabSz="914400">
              <a:lnSpc>
                <a:spcPct val="90000"/>
              </a:lnSpc>
              <a:buFont typeface="Arial" panose="020B0604020202020204" pitchFamily="34" charset="0"/>
              <a:buChar char="•"/>
            </a:pPr>
            <a:r>
              <a:rPr lang="en-US" sz="1300" dirty="0" smtClean="0">
                <a:solidFill>
                  <a:srgbClr val="212E35"/>
                </a:solidFill>
              </a:rPr>
              <a:t>Data </a:t>
            </a:r>
            <a:r>
              <a:rPr lang="en-US" sz="1300" dirty="0">
                <a:solidFill>
                  <a:srgbClr val="212E35"/>
                </a:solidFill>
              </a:rPr>
              <a:t>Breach and Notification Obligations (Cyber 2017)</a:t>
            </a:r>
          </a:p>
          <a:p>
            <a:pPr defTabSz="914400"/>
            <a:endParaRPr lang="en-US" sz="1100" dirty="0">
              <a:solidFill>
                <a:srgbClr val="212E35"/>
              </a:solidFill>
            </a:endParaRPr>
          </a:p>
          <a:p>
            <a:pPr defTabSz="914400">
              <a:lnSpc>
                <a:spcPct val="90000"/>
              </a:lnSpc>
            </a:pPr>
            <a:r>
              <a:rPr lang="en-US" sz="1300" b="1" dirty="0">
                <a:solidFill>
                  <a:srgbClr val="0079EF"/>
                </a:solidFill>
              </a:rPr>
              <a:t>Public Sector</a:t>
            </a:r>
          </a:p>
          <a:p>
            <a:pPr marL="171450" indent="-171450" defTabSz="914400">
              <a:lnSpc>
                <a:spcPct val="90000"/>
              </a:lnSpc>
              <a:buFont typeface="Arial" panose="020B0604020202020204" pitchFamily="34" charset="0"/>
              <a:buChar char="•"/>
            </a:pPr>
            <a:r>
              <a:rPr lang="en-US" sz="1300" dirty="0" smtClean="0">
                <a:solidFill>
                  <a:srgbClr val="212E35"/>
                </a:solidFill>
              </a:rPr>
              <a:t>Capstone </a:t>
            </a:r>
          </a:p>
          <a:p>
            <a:pPr marL="171450" indent="-171450" defTabSz="914400">
              <a:lnSpc>
                <a:spcPct val="90000"/>
              </a:lnSpc>
              <a:buFont typeface="Arial" panose="020B0604020202020204" pitchFamily="34" charset="0"/>
              <a:buChar char="•"/>
            </a:pPr>
            <a:r>
              <a:rPr lang="en-US" sz="1300" dirty="0" smtClean="0">
                <a:solidFill>
                  <a:srgbClr val="212E35"/>
                </a:solidFill>
              </a:rPr>
              <a:t>Freedom of Information Act (FOIA)</a:t>
            </a:r>
            <a:r>
              <a:rPr lang="en-US" sz="1200" dirty="0">
                <a:solidFill>
                  <a:srgbClr val="212E35"/>
                </a:solidFill>
              </a:rPr>
              <a:t/>
            </a:r>
            <a:br>
              <a:rPr lang="en-US" sz="1200" dirty="0">
                <a:solidFill>
                  <a:srgbClr val="212E35"/>
                </a:solidFill>
              </a:rPr>
            </a:br>
            <a:endParaRPr lang="en-US" sz="1200" dirty="0">
              <a:solidFill>
                <a:srgbClr val="212E35"/>
              </a:solidFill>
            </a:endParaRPr>
          </a:p>
          <a:p>
            <a:pPr defTabSz="914400">
              <a:lnSpc>
                <a:spcPct val="90000"/>
              </a:lnSpc>
            </a:pPr>
            <a:endParaRPr lang="en-US" sz="1200" dirty="0" smtClean="0">
              <a:solidFill>
                <a:srgbClr val="212E35"/>
              </a:solidFill>
            </a:endParaRPr>
          </a:p>
          <a:p>
            <a:pPr defTabSz="914400">
              <a:lnSpc>
                <a:spcPct val="90000"/>
              </a:lnSpc>
            </a:pPr>
            <a:endParaRPr lang="en-US" sz="1200" dirty="0" smtClean="0">
              <a:solidFill>
                <a:srgbClr val="212E35"/>
              </a:solidFill>
            </a:endParaRPr>
          </a:p>
          <a:p>
            <a:pPr defTabSz="914400">
              <a:lnSpc>
                <a:spcPct val="90000"/>
              </a:lnSpc>
            </a:pPr>
            <a:endParaRPr lang="en-US" sz="1200" dirty="0">
              <a:solidFill>
                <a:srgbClr val="212E35"/>
              </a:solidFill>
            </a:endParaRPr>
          </a:p>
        </p:txBody>
      </p:sp>
      <p:sp>
        <p:nvSpPr>
          <p:cNvPr id="7" name="Rectangle 6"/>
          <p:cNvSpPr/>
          <p:nvPr/>
        </p:nvSpPr>
        <p:spPr bwMode="ltGray">
          <a:xfrm>
            <a:off x="1525954" y="1373554"/>
            <a:ext cx="4267359" cy="381000"/>
          </a:xfrm>
          <a:prstGeom prst="rect">
            <a:avLst/>
          </a:prstGeom>
          <a:solidFill>
            <a:schemeClr val="bg1"/>
          </a:solidFill>
          <a:ln w="28575">
            <a:solidFill>
              <a:srgbClr val="007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r>
              <a:rPr lang="en-US" b="1" dirty="0" smtClean="0">
                <a:solidFill>
                  <a:srgbClr val="0079EF"/>
                </a:solidFill>
              </a:rPr>
              <a:t>Regulatory Compliance</a:t>
            </a:r>
          </a:p>
        </p:txBody>
      </p:sp>
      <p:sp>
        <p:nvSpPr>
          <p:cNvPr id="8" name="Rectangle 7"/>
          <p:cNvSpPr/>
          <p:nvPr/>
        </p:nvSpPr>
        <p:spPr bwMode="ltGray">
          <a:xfrm>
            <a:off x="6477000" y="1371600"/>
            <a:ext cx="4267359" cy="381000"/>
          </a:xfrm>
          <a:prstGeom prst="rect">
            <a:avLst/>
          </a:prstGeom>
          <a:solidFill>
            <a:schemeClr val="bg1"/>
          </a:solidFill>
          <a:ln w="28575">
            <a:solidFill>
              <a:srgbClr val="231C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r>
              <a:rPr lang="en-US" b="1" dirty="0" smtClean="0">
                <a:solidFill>
                  <a:srgbClr val="231CA5"/>
                </a:solidFill>
              </a:rPr>
              <a:t>Information Governance</a:t>
            </a:r>
          </a:p>
        </p:txBody>
      </p:sp>
      <p:sp>
        <p:nvSpPr>
          <p:cNvPr id="9" name="Rectangle 8"/>
          <p:cNvSpPr/>
          <p:nvPr/>
        </p:nvSpPr>
        <p:spPr bwMode="ltGray">
          <a:xfrm>
            <a:off x="1524000" y="1754553"/>
            <a:ext cx="4267200" cy="4833815"/>
          </a:xfrm>
          <a:prstGeom prst="rect">
            <a:avLst/>
          </a:prstGeom>
          <a:noFill/>
          <a:ln w="28575">
            <a:solidFill>
              <a:srgbClr val="007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err="1" smtClean="0">
              <a:solidFill>
                <a:prstClr val="white"/>
              </a:solidFill>
            </a:endParaRPr>
          </a:p>
        </p:txBody>
      </p:sp>
      <p:sp>
        <p:nvSpPr>
          <p:cNvPr id="10" name="Rectangle 9"/>
          <p:cNvSpPr/>
          <p:nvPr/>
        </p:nvSpPr>
        <p:spPr bwMode="ltGray">
          <a:xfrm>
            <a:off x="6474887" y="1754554"/>
            <a:ext cx="4267200" cy="4833814"/>
          </a:xfrm>
          <a:prstGeom prst="rect">
            <a:avLst/>
          </a:prstGeom>
          <a:noFill/>
          <a:ln w="28575">
            <a:solidFill>
              <a:srgbClr val="231C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err="1" smtClean="0">
              <a:solidFill>
                <a:prstClr val="white"/>
              </a:solidFill>
            </a:endParaRPr>
          </a:p>
        </p:txBody>
      </p:sp>
      <p:sp>
        <p:nvSpPr>
          <p:cNvPr id="3" name="TextBox 2"/>
          <p:cNvSpPr txBox="1"/>
          <p:nvPr/>
        </p:nvSpPr>
        <p:spPr>
          <a:xfrm>
            <a:off x="609441" y="835269"/>
            <a:ext cx="7848759" cy="304800"/>
          </a:xfrm>
          <a:prstGeom prst="rect">
            <a:avLst/>
          </a:prstGeom>
          <a:noFill/>
        </p:spPr>
        <p:txBody>
          <a:bodyPr wrap="square" lIns="0" tIns="0" rIns="0" bIns="0" rtlCol="0">
            <a:noAutofit/>
          </a:bodyPr>
          <a:lstStyle/>
          <a:p>
            <a:pPr defTabSz="914400">
              <a:lnSpc>
                <a:spcPct val="90000"/>
              </a:lnSpc>
            </a:pPr>
            <a:r>
              <a:rPr lang="en-US" dirty="0" smtClean="0">
                <a:solidFill>
                  <a:srgbClr val="212E35"/>
                </a:solidFill>
              </a:rPr>
              <a:t>Core use cases for managing risk and cost, plus driving efficiency and value</a:t>
            </a:r>
            <a:endParaRPr lang="en-US" dirty="0">
              <a:solidFill>
                <a:srgbClr val="212E35"/>
              </a:solidFill>
            </a:endParaRPr>
          </a:p>
        </p:txBody>
      </p:sp>
    </p:spTree>
    <p:extLst>
      <p:ext uri="{BB962C8B-B14F-4D97-AF65-F5344CB8AC3E}">
        <p14:creationId xmlns:p14="http://schemas.microsoft.com/office/powerpoint/2010/main" val="3900383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Customer Success</a:t>
            </a:r>
            <a:endParaRPr lang="en-US" dirty="0"/>
          </a:p>
        </p:txBody>
      </p:sp>
    </p:spTree>
    <p:extLst>
      <p:ext uri="{BB962C8B-B14F-4D97-AF65-F5344CB8AC3E}">
        <p14:creationId xmlns:p14="http://schemas.microsoft.com/office/powerpoint/2010/main" val="809892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International Criminal Court</a:t>
            </a:r>
            <a:endParaRPr lang="en-US" dirty="0"/>
          </a:p>
        </p:txBody>
      </p:sp>
      <p:sp>
        <p:nvSpPr>
          <p:cNvPr id="12" name="Text Placeholder 11"/>
          <p:cNvSpPr>
            <a:spLocks noGrp="1"/>
          </p:cNvSpPr>
          <p:nvPr>
            <p:ph type="body" sz="quarter" idx="4294967295"/>
          </p:nvPr>
        </p:nvSpPr>
        <p:spPr>
          <a:xfrm>
            <a:off x="609440" y="2977272"/>
            <a:ext cx="3429000" cy="2506637"/>
          </a:xfrm>
          <a:prstGeom prst="rect">
            <a:avLst/>
          </a:prstGeom>
        </p:spPr>
        <p:txBody>
          <a:bodyPr>
            <a:normAutofit/>
          </a:bodyPr>
          <a:lstStyle/>
          <a:p>
            <a:pPr marL="0" indent="0">
              <a:buNone/>
            </a:pPr>
            <a:r>
              <a:rPr lang="en-US" dirty="0" smtClean="0">
                <a:solidFill>
                  <a:srgbClr val="00B388"/>
                </a:solidFill>
              </a:rPr>
              <a:t>Head of Records and Archives Management</a:t>
            </a:r>
            <a:endParaRPr lang="en-US" dirty="0">
              <a:solidFill>
                <a:srgbClr val="00B388"/>
              </a:solidFill>
            </a:endParaRPr>
          </a:p>
          <a:p>
            <a:r>
              <a:rPr lang="en-GB" dirty="0"/>
              <a:t>Gain understanding of it’s information architecture </a:t>
            </a:r>
            <a:endParaRPr lang="en-GB" dirty="0" smtClean="0"/>
          </a:p>
          <a:p>
            <a:r>
              <a:rPr lang="en-GB" dirty="0" smtClean="0"/>
              <a:t>Ensure </a:t>
            </a:r>
            <a:r>
              <a:rPr lang="en-GB" dirty="0"/>
              <a:t>sensitive information is stored appropriately</a:t>
            </a:r>
          </a:p>
          <a:p>
            <a:pPr marL="0" indent="0">
              <a:buNone/>
            </a:pPr>
            <a:endParaRPr lang="en-US" dirty="0"/>
          </a:p>
          <a:p>
            <a:endParaRPr lang="en-US" dirty="0"/>
          </a:p>
          <a:p>
            <a:endParaRPr lang="en-US" dirty="0"/>
          </a:p>
        </p:txBody>
      </p:sp>
      <p:sp>
        <p:nvSpPr>
          <p:cNvPr id="13" name="Text Placeholder 12"/>
          <p:cNvSpPr>
            <a:spLocks noGrp="1"/>
          </p:cNvSpPr>
          <p:nvPr>
            <p:ph type="body" sz="quarter" idx="4294967295"/>
          </p:nvPr>
        </p:nvSpPr>
        <p:spPr>
          <a:xfrm>
            <a:off x="4381499" y="2977271"/>
            <a:ext cx="3429000" cy="2506639"/>
          </a:xfrm>
          <a:prstGeom prst="rect">
            <a:avLst/>
          </a:prstGeom>
        </p:spPr>
        <p:txBody>
          <a:bodyPr>
            <a:normAutofit/>
          </a:bodyPr>
          <a:lstStyle/>
          <a:p>
            <a:r>
              <a:rPr lang="en-GB" dirty="0" smtClean="0"/>
              <a:t>Identify records within their repositories</a:t>
            </a:r>
            <a:endParaRPr lang="en-US" dirty="0" smtClean="0"/>
          </a:p>
          <a:p>
            <a:r>
              <a:rPr lang="en-US" dirty="0" smtClean="0"/>
              <a:t>Reduce the number of duplicate records</a:t>
            </a:r>
          </a:p>
          <a:p>
            <a:r>
              <a:rPr lang="en-GB" dirty="0" smtClean="0"/>
              <a:t>Manage documents based on policies</a:t>
            </a:r>
            <a:endParaRPr lang="en-US" dirty="0" smtClean="0"/>
          </a:p>
          <a:p>
            <a:endParaRPr lang="en-US" dirty="0" smtClean="0"/>
          </a:p>
          <a:p>
            <a:endParaRPr lang="en-US" dirty="0"/>
          </a:p>
        </p:txBody>
      </p:sp>
      <p:sp>
        <p:nvSpPr>
          <p:cNvPr id="14" name="Text Placeholder 13"/>
          <p:cNvSpPr>
            <a:spLocks noGrp="1"/>
          </p:cNvSpPr>
          <p:nvPr>
            <p:ph type="body" sz="quarter" idx="4294967295"/>
          </p:nvPr>
        </p:nvSpPr>
        <p:spPr>
          <a:xfrm>
            <a:off x="8150384" y="2975719"/>
            <a:ext cx="3429000" cy="2507663"/>
          </a:xfrm>
          <a:prstGeom prst="rect">
            <a:avLst/>
          </a:prstGeom>
        </p:spPr>
        <p:txBody>
          <a:bodyPr>
            <a:normAutofit fontScale="92500"/>
          </a:bodyPr>
          <a:lstStyle/>
          <a:p>
            <a:r>
              <a:rPr lang="en-US" dirty="0" smtClean="0"/>
              <a:t>ControlPoint: Identify duplicate records and sensitive information across their information architecture</a:t>
            </a:r>
            <a:endParaRPr lang="en-US" dirty="0"/>
          </a:p>
          <a:p>
            <a:r>
              <a:rPr lang="en-US" dirty="0" smtClean="0"/>
              <a:t>Content Manager: migrate sensitive information to Content Manager to ensure it is managed according to policy</a:t>
            </a:r>
            <a:endParaRPr lang="en-US" dirty="0"/>
          </a:p>
          <a:p>
            <a:endParaRPr lang="en-US" dirty="0"/>
          </a:p>
        </p:txBody>
      </p:sp>
      <p:sp>
        <p:nvSpPr>
          <p:cNvPr id="5" name="Slide Number Placeholder 4"/>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18</a:t>
            </a:fld>
            <a:endParaRPr lang="en-US" dirty="0">
              <a:solidFill>
                <a:srgbClr val="617D78"/>
              </a:solidFill>
            </a:endParaRPr>
          </a:p>
        </p:txBody>
      </p:sp>
      <p:sp>
        <p:nvSpPr>
          <p:cNvPr id="11" name="Text Placeholder 2"/>
          <p:cNvSpPr txBox="1">
            <a:spLocks/>
          </p:cNvSpPr>
          <p:nvPr/>
        </p:nvSpPr>
        <p:spPr>
          <a:xfrm>
            <a:off x="1041400" y="932688"/>
            <a:ext cx="10537986" cy="381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Font typeface="Arial" panose="020B0604020202020204" pitchFamily="34" charset="0"/>
              <a:buNone/>
              <a:defRPr sz="2400" kern="1200" baseline="0">
                <a:solidFill>
                  <a:schemeClr val="tx1"/>
                </a:solidFill>
                <a:latin typeface="+mn-lt"/>
                <a:ea typeface="+mn-ea"/>
                <a:cs typeface="+mn-cs"/>
              </a:defRPr>
            </a:lvl1pPr>
            <a:lvl2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2pPr>
            <a:lvl3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3pPr>
            <a:lvl4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4pPr>
            <a:lvl5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5pPr>
            <a:lvl6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6pPr>
            <a:lvl7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7pPr>
            <a:lvl8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8pPr>
            <a:lvl9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9pPr>
          </a:lstStyle>
          <a:p>
            <a:r>
              <a:rPr lang="en-GB" dirty="0">
                <a:solidFill>
                  <a:srgbClr val="00B388"/>
                </a:solidFill>
              </a:rPr>
              <a:t>Industry: </a:t>
            </a:r>
            <a:r>
              <a:rPr lang="en-GB" dirty="0" smtClean="0">
                <a:solidFill>
                  <a:srgbClr val="00B388"/>
                </a:solidFill>
              </a:rPr>
              <a:t>Legal</a:t>
            </a:r>
            <a:endParaRPr lang="en-US" dirty="0">
              <a:solidFill>
                <a:srgbClr val="00B388"/>
              </a:solidFill>
            </a:endParaRPr>
          </a:p>
        </p:txBody>
      </p:sp>
      <p:sp>
        <p:nvSpPr>
          <p:cNvPr id="15" name="Pentagon 14"/>
          <p:cNvSpPr/>
          <p:nvPr/>
        </p:nvSpPr>
        <p:spPr bwMode="ltGray">
          <a:xfrm>
            <a:off x="609442" y="2362656"/>
            <a:ext cx="3429001" cy="493373"/>
          </a:xfrm>
          <a:prstGeom prst="homePlate">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lnSpc>
                <a:spcPct val="90000"/>
              </a:lnSpc>
            </a:pPr>
            <a:r>
              <a:rPr lang="en-GB" b="1" dirty="0">
                <a:solidFill>
                  <a:prstClr val="white"/>
                </a:solidFill>
              </a:rPr>
              <a:t>Buyer and Challenge</a:t>
            </a:r>
            <a:endParaRPr lang="en-US" b="1" dirty="0">
              <a:solidFill>
                <a:prstClr val="white"/>
              </a:solidFill>
            </a:endParaRPr>
          </a:p>
        </p:txBody>
      </p:sp>
      <p:sp>
        <p:nvSpPr>
          <p:cNvPr id="16" name="Pentagon 15"/>
          <p:cNvSpPr/>
          <p:nvPr/>
        </p:nvSpPr>
        <p:spPr bwMode="ltGray">
          <a:xfrm>
            <a:off x="4381502" y="2362656"/>
            <a:ext cx="3429001" cy="493373"/>
          </a:xfrm>
          <a:prstGeom prst="homePlate">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lnSpc>
                <a:spcPct val="90000"/>
              </a:lnSpc>
            </a:pPr>
            <a:r>
              <a:rPr lang="en-GB" b="1" dirty="0">
                <a:solidFill>
                  <a:prstClr val="white"/>
                </a:solidFill>
              </a:rPr>
              <a:t>Requirements</a:t>
            </a:r>
            <a:endParaRPr lang="en-US" b="1" dirty="0">
              <a:solidFill>
                <a:prstClr val="white"/>
              </a:solidFill>
            </a:endParaRPr>
          </a:p>
        </p:txBody>
      </p:sp>
      <p:sp>
        <p:nvSpPr>
          <p:cNvPr id="17" name="Pentagon 16"/>
          <p:cNvSpPr/>
          <p:nvPr/>
        </p:nvSpPr>
        <p:spPr bwMode="ltGray">
          <a:xfrm>
            <a:off x="8150386" y="2362656"/>
            <a:ext cx="3429001" cy="493373"/>
          </a:xfrm>
          <a:prstGeom prst="homePlate">
            <a:avLst/>
          </a:prstGeom>
          <a:solidFill>
            <a:srgbClr val="2FD6C3"/>
          </a:solidFill>
          <a:ln w="19050">
            <a:solidFill>
              <a:srgbClr val="2FD6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lnSpc>
                <a:spcPct val="90000"/>
              </a:lnSpc>
            </a:pPr>
            <a:r>
              <a:rPr lang="en-GB" b="1" dirty="0">
                <a:solidFill>
                  <a:prstClr val="white"/>
                </a:solidFill>
              </a:rPr>
              <a:t>Solution</a:t>
            </a:r>
            <a:endParaRPr lang="en-US" b="1" dirty="0">
              <a:solidFill>
                <a:prstClr val="white"/>
              </a:solidFill>
            </a:endParaRPr>
          </a:p>
        </p:txBody>
      </p:sp>
      <p:sp>
        <p:nvSpPr>
          <p:cNvPr id="18" name="Pentagon 17"/>
          <p:cNvSpPr/>
          <p:nvPr/>
        </p:nvSpPr>
        <p:spPr bwMode="ltGray">
          <a:xfrm>
            <a:off x="609443" y="5541821"/>
            <a:ext cx="10969943" cy="690656"/>
          </a:xfrm>
          <a:prstGeom prst="homePlate">
            <a:avLst/>
          </a:prstGeom>
          <a:solidFill>
            <a:srgbClr val="2FD6C3"/>
          </a:solidFill>
          <a:ln w="19050">
            <a:solidFill>
              <a:srgbClr val="2FD6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lnSpc>
                <a:spcPct val="90000"/>
              </a:lnSpc>
            </a:pPr>
            <a:r>
              <a:rPr lang="en-US" sz="1600" b="1" dirty="0">
                <a:solidFill>
                  <a:prstClr val="white"/>
                </a:solidFill>
              </a:rPr>
              <a:t>Results: </a:t>
            </a:r>
            <a:r>
              <a:rPr lang="en-US" sz="1600" b="1" dirty="0" smtClean="0">
                <a:solidFill>
                  <a:prstClr val="white"/>
                </a:solidFill>
              </a:rPr>
              <a:t>30% of data consisted of duplicate records and tagged their records as working documents, legacy documents and trivial documents for better management</a:t>
            </a:r>
            <a:endParaRPr lang="en-US" sz="1600" b="1" dirty="0">
              <a:solidFill>
                <a:prstClr val="white"/>
              </a:solidFill>
            </a:endParaRPr>
          </a:p>
        </p:txBody>
      </p:sp>
      <p:pic>
        <p:nvPicPr>
          <p:cNvPr id="19" name="Picture 18"/>
          <p:cNvPicPr>
            <a:picLocks noChangeAspect="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078175" y="1671644"/>
            <a:ext cx="491532" cy="573687"/>
          </a:xfrm>
          <a:prstGeom prst="rect">
            <a:avLst/>
          </a:prstGeom>
        </p:spPr>
      </p:pic>
      <p:pic>
        <p:nvPicPr>
          <p:cNvPr id="20" name="Picture 19"/>
          <p:cNvPicPr>
            <a:picLocks noChangeAspect="1"/>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9545191" y="1643403"/>
            <a:ext cx="639391" cy="630169"/>
          </a:xfrm>
          <a:prstGeom prst="rect">
            <a:avLst/>
          </a:prstGeom>
        </p:spPr>
      </p:pic>
      <p:pic>
        <p:nvPicPr>
          <p:cNvPr id="21" name="Picture 20" descr="Check_List.png"/>
          <p:cNvPicPr>
            <a:picLocks noChangeAspect="1"/>
          </p:cNvPicPr>
          <p:nvPr/>
        </p:nvPicPr>
        <p:blipFill>
          <a:blip r:embed="rId5">
            <a:duotone>
              <a:prstClr val="black"/>
              <a:schemeClr val="accent2">
                <a:tint val="45000"/>
                <a:satMod val="400000"/>
              </a:schemeClr>
            </a:duotone>
          </a:blip>
          <a:stretch>
            <a:fillRect/>
          </a:stretch>
        </p:blipFill>
        <p:spPr>
          <a:xfrm>
            <a:off x="5797791" y="1689563"/>
            <a:ext cx="596421" cy="537845"/>
          </a:xfrm>
          <a:prstGeom prst="rect">
            <a:avLst/>
          </a:prstGeom>
        </p:spPr>
      </p:pic>
      <p:pic>
        <p:nvPicPr>
          <p:cNvPr id="22" name="Picture 2" descr="International Criminal Court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1930" y="134222"/>
            <a:ext cx="1733240" cy="1179466"/>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5149" y="1523625"/>
            <a:ext cx="12181702" cy="3902735"/>
            <a:chOff x="11816" y="1523625"/>
            <a:chExt cx="12181702" cy="3902735"/>
          </a:xfrm>
        </p:grpSpPr>
        <p:pic>
          <p:nvPicPr>
            <p:cNvPr id="6" name="Picture 5"/>
            <p:cNvPicPr>
              <a:picLocks noChangeAspect="1"/>
            </p:cNvPicPr>
            <p:nvPr/>
          </p:nvPicPr>
          <p:blipFill>
            <a:blip r:embed="rId7"/>
            <a:stretch>
              <a:fillRect/>
            </a:stretch>
          </p:blipFill>
          <p:spPr>
            <a:xfrm>
              <a:off x="11816" y="1612754"/>
              <a:ext cx="12181702" cy="3615215"/>
            </a:xfrm>
            <a:prstGeom prst="rect">
              <a:avLst/>
            </a:prstGeom>
          </p:spPr>
        </p:pic>
        <p:sp>
          <p:nvSpPr>
            <p:cNvPr id="3" name="Rectangle 2"/>
            <p:cNvSpPr/>
            <p:nvPr/>
          </p:nvSpPr>
          <p:spPr>
            <a:xfrm>
              <a:off x="8229600" y="1523625"/>
              <a:ext cx="3882870" cy="39027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4200964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fade">
                                      <p:cBhvr>
                                        <p:cTn id="13" dur="500"/>
                                        <p:tgtEl>
                                          <p:spTgt spid="1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xEl>
                                              <p:pRg st="0" end="0"/>
                                            </p:txEl>
                                          </p:spTgt>
                                        </p:tgtEl>
                                        <p:attrNameLst>
                                          <p:attrName>style.visibility</p:attrName>
                                        </p:attrNameLst>
                                      </p:cBhvr>
                                      <p:to>
                                        <p:strVal val="visible"/>
                                      </p:to>
                                    </p:set>
                                    <p:animEffect transition="in" filter="fade">
                                      <p:cBhvr>
                                        <p:cTn id="30" dur="500"/>
                                        <p:tgtEl>
                                          <p:spTgt spid="14">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xEl>
                                              <p:pRg st="1" end="1"/>
                                            </p:txEl>
                                          </p:spTgt>
                                        </p:tgtEl>
                                        <p:attrNameLst>
                                          <p:attrName>style.visibility</p:attrName>
                                        </p:attrNameLst>
                                      </p:cBhvr>
                                      <p:to>
                                        <p:strVal val="visible"/>
                                      </p:to>
                                    </p:set>
                                    <p:animEffect transition="in" filter="fade">
                                      <p:cBhvr>
                                        <p:cTn id="33" dur="500"/>
                                        <p:tgtEl>
                                          <p:spTgt spid="14">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4" grpId="0" uiExpand="1" build="p"/>
      <p:bldP spid="16" grpId="0" animBg="1"/>
      <p:bldP spid="17"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BMW Financial Services</a:t>
            </a:r>
            <a:endParaRPr lang="en-US" dirty="0"/>
          </a:p>
        </p:txBody>
      </p:sp>
      <p:sp>
        <p:nvSpPr>
          <p:cNvPr id="12" name="Text Placeholder 11"/>
          <p:cNvSpPr>
            <a:spLocks noGrp="1"/>
          </p:cNvSpPr>
          <p:nvPr>
            <p:ph type="body" sz="quarter" idx="4294967295"/>
          </p:nvPr>
        </p:nvSpPr>
        <p:spPr>
          <a:xfrm>
            <a:off x="609440" y="2977272"/>
            <a:ext cx="3429000" cy="2506637"/>
          </a:xfrm>
          <a:prstGeom prst="rect">
            <a:avLst/>
          </a:prstGeom>
        </p:spPr>
        <p:txBody>
          <a:bodyPr>
            <a:normAutofit fontScale="92500" lnSpcReduction="20000"/>
          </a:bodyPr>
          <a:lstStyle/>
          <a:p>
            <a:pPr marL="0" indent="0">
              <a:buNone/>
            </a:pPr>
            <a:r>
              <a:rPr lang="en-GB" dirty="0" smtClean="0">
                <a:solidFill>
                  <a:srgbClr val="00B388"/>
                </a:solidFill>
              </a:rPr>
              <a:t>Application Manager &amp; Operational Risk Manager</a:t>
            </a:r>
            <a:endParaRPr lang="en-GB" dirty="0" smtClean="0"/>
          </a:p>
          <a:p>
            <a:r>
              <a:rPr lang="en-GB" dirty="0" smtClean="0"/>
              <a:t>Preserve information about car loan decisions to help make deals in the future</a:t>
            </a:r>
          </a:p>
          <a:p>
            <a:r>
              <a:rPr lang="en-GB" dirty="0" smtClean="0"/>
              <a:t>Needed this information to comply with US regulations including those related to predatory lending</a:t>
            </a:r>
            <a:endParaRPr lang="en-GB" dirty="0"/>
          </a:p>
          <a:p>
            <a:pPr marL="0" indent="0">
              <a:buNone/>
            </a:pPr>
            <a:endParaRPr lang="en-US" dirty="0"/>
          </a:p>
          <a:p>
            <a:endParaRPr lang="en-US" dirty="0"/>
          </a:p>
          <a:p>
            <a:endParaRPr lang="en-US" dirty="0"/>
          </a:p>
        </p:txBody>
      </p:sp>
      <p:sp>
        <p:nvSpPr>
          <p:cNvPr id="13" name="Text Placeholder 12"/>
          <p:cNvSpPr>
            <a:spLocks noGrp="1"/>
          </p:cNvSpPr>
          <p:nvPr>
            <p:ph type="body" sz="quarter" idx="4294967295"/>
          </p:nvPr>
        </p:nvSpPr>
        <p:spPr>
          <a:xfrm>
            <a:off x="4381499" y="2977271"/>
            <a:ext cx="3429000" cy="2506639"/>
          </a:xfrm>
          <a:prstGeom prst="rect">
            <a:avLst/>
          </a:prstGeom>
        </p:spPr>
        <p:txBody>
          <a:bodyPr>
            <a:normAutofit/>
          </a:bodyPr>
          <a:lstStyle/>
          <a:p>
            <a:r>
              <a:rPr lang="en-GB" dirty="0" smtClean="0"/>
              <a:t>Capture and apply retention policies to information stored in databases</a:t>
            </a:r>
            <a:endParaRPr lang="en-US" dirty="0" smtClean="0"/>
          </a:p>
          <a:p>
            <a:r>
              <a:rPr lang="en-US" dirty="0" smtClean="0"/>
              <a:t>Capture and apply retention policies to unstructured data</a:t>
            </a:r>
          </a:p>
          <a:p>
            <a:endParaRPr lang="en-US" dirty="0"/>
          </a:p>
        </p:txBody>
      </p:sp>
      <p:sp>
        <p:nvSpPr>
          <p:cNvPr id="14" name="Text Placeholder 13"/>
          <p:cNvSpPr>
            <a:spLocks noGrp="1"/>
          </p:cNvSpPr>
          <p:nvPr>
            <p:ph type="body" sz="quarter" idx="4294967295"/>
          </p:nvPr>
        </p:nvSpPr>
        <p:spPr>
          <a:xfrm>
            <a:off x="8150384" y="2975719"/>
            <a:ext cx="3429000" cy="2507663"/>
          </a:xfrm>
          <a:prstGeom prst="rect">
            <a:avLst/>
          </a:prstGeom>
        </p:spPr>
        <p:txBody>
          <a:bodyPr>
            <a:normAutofit fontScale="92500"/>
          </a:bodyPr>
          <a:lstStyle/>
          <a:p>
            <a:r>
              <a:rPr lang="en-US" dirty="0" smtClean="0"/>
              <a:t>Structured Data Manager: </a:t>
            </a:r>
            <a:r>
              <a:rPr lang="en-US" dirty="0"/>
              <a:t>identify, classify and archive unstructured data</a:t>
            </a:r>
          </a:p>
          <a:p>
            <a:r>
              <a:rPr lang="en-US" dirty="0" smtClean="0"/>
              <a:t>ControlPoint: identify, classify and archive unstructured data</a:t>
            </a:r>
            <a:endParaRPr lang="en-US" dirty="0"/>
          </a:p>
          <a:p>
            <a:r>
              <a:rPr lang="en-US" dirty="0" smtClean="0"/>
              <a:t>Content Manager: secures and applies retention policies to the information</a:t>
            </a:r>
            <a:endParaRPr lang="en-US" dirty="0"/>
          </a:p>
        </p:txBody>
      </p:sp>
      <p:sp>
        <p:nvSpPr>
          <p:cNvPr id="5" name="Slide Number Placeholder 4"/>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19</a:t>
            </a:fld>
            <a:endParaRPr lang="en-US" dirty="0">
              <a:solidFill>
                <a:srgbClr val="617D78"/>
              </a:solidFill>
            </a:endParaRPr>
          </a:p>
        </p:txBody>
      </p:sp>
      <p:sp>
        <p:nvSpPr>
          <p:cNvPr id="11" name="Text Placeholder 2"/>
          <p:cNvSpPr txBox="1">
            <a:spLocks/>
          </p:cNvSpPr>
          <p:nvPr/>
        </p:nvSpPr>
        <p:spPr>
          <a:xfrm>
            <a:off x="1041400" y="932688"/>
            <a:ext cx="10537986" cy="3810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Font typeface="Arial" panose="020B0604020202020204" pitchFamily="34" charset="0"/>
              <a:buNone/>
              <a:defRPr sz="2400" kern="1200" baseline="0">
                <a:solidFill>
                  <a:schemeClr val="tx1"/>
                </a:solidFill>
                <a:latin typeface="+mn-lt"/>
                <a:ea typeface="+mn-ea"/>
                <a:cs typeface="+mn-cs"/>
              </a:defRPr>
            </a:lvl1pPr>
            <a:lvl2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2pPr>
            <a:lvl3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3pPr>
            <a:lvl4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4pPr>
            <a:lvl5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5pPr>
            <a:lvl6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6pPr>
            <a:lvl7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7pPr>
            <a:lvl8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8pPr>
            <a:lvl9pPr marL="0" indent="0" algn="l" defTabSz="914400" rtl="0" eaLnBrk="1" latinLnBrk="0" hangingPunct="1">
              <a:lnSpc>
                <a:spcPct val="90000"/>
              </a:lnSpc>
              <a:spcBef>
                <a:spcPts val="0"/>
              </a:spcBef>
              <a:buFont typeface="Arial" panose="020B0604020202020204" pitchFamily="34" charset="0"/>
              <a:buNone/>
              <a:defRPr sz="2400" kern="1200">
                <a:solidFill>
                  <a:schemeClr val="tx1"/>
                </a:solidFill>
                <a:latin typeface="+mn-lt"/>
                <a:ea typeface="+mn-ea"/>
                <a:cs typeface="+mn-cs"/>
              </a:defRPr>
            </a:lvl9pPr>
          </a:lstStyle>
          <a:p>
            <a:r>
              <a:rPr lang="en-GB" dirty="0">
                <a:solidFill>
                  <a:srgbClr val="00B388"/>
                </a:solidFill>
              </a:rPr>
              <a:t>Industry: </a:t>
            </a:r>
            <a:r>
              <a:rPr lang="en-GB" dirty="0" smtClean="0">
                <a:solidFill>
                  <a:srgbClr val="00B388"/>
                </a:solidFill>
              </a:rPr>
              <a:t>Financial Services</a:t>
            </a:r>
            <a:endParaRPr lang="en-US" dirty="0">
              <a:solidFill>
                <a:srgbClr val="00B388"/>
              </a:solidFill>
            </a:endParaRPr>
          </a:p>
        </p:txBody>
      </p:sp>
      <p:sp>
        <p:nvSpPr>
          <p:cNvPr id="15" name="Pentagon 14"/>
          <p:cNvSpPr/>
          <p:nvPr/>
        </p:nvSpPr>
        <p:spPr bwMode="ltGray">
          <a:xfrm>
            <a:off x="609442" y="2362656"/>
            <a:ext cx="3429001" cy="493373"/>
          </a:xfrm>
          <a:prstGeom prst="homePlate">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lnSpc>
                <a:spcPct val="90000"/>
              </a:lnSpc>
            </a:pPr>
            <a:r>
              <a:rPr lang="en-GB" b="1" dirty="0">
                <a:solidFill>
                  <a:prstClr val="white"/>
                </a:solidFill>
              </a:rPr>
              <a:t>Buyer and Challenge</a:t>
            </a:r>
            <a:endParaRPr lang="en-US" b="1" dirty="0">
              <a:solidFill>
                <a:prstClr val="white"/>
              </a:solidFill>
            </a:endParaRPr>
          </a:p>
        </p:txBody>
      </p:sp>
      <p:sp>
        <p:nvSpPr>
          <p:cNvPr id="16" name="Pentagon 15"/>
          <p:cNvSpPr/>
          <p:nvPr/>
        </p:nvSpPr>
        <p:spPr bwMode="ltGray">
          <a:xfrm>
            <a:off x="4381502" y="2362656"/>
            <a:ext cx="3429001" cy="493373"/>
          </a:xfrm>
          <a:prstGeom prst="homePlate">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lnSpc>
                <a:spcPct val="90000"/>
              </a:lnSpc>
            </a:pPr>
            <a:r>
              <a:rPr lang="en-GB" b="1" dirty="0">
                <a:solidFill>
                  <a:prstClr val="white"/>
                </a:solidFill>
              </a:rPr>
              <a:t>Requirements</a:t>
            </a:r>
            <a:endParaRPr lang="en-US" b="1" dirty="0">
              <a:solidFill>
                <a:prstClr val="white"/>
              </a:solidFill>
            </a:endParaRPr>
          </a:p>
        </p:txBody>
      </p:sp>
      <p:sp>
        <p:nvSpPr>
          <p:cNvPr id="17" name="Pentagon 16"/>
          <p:cNvSpPr/>
          <p:nvPr/>
        </p:nvSpPr>
        <p:spPr bwMode="ltGray">
          <a:xfrm>
            <a:off x="8150386" y="2362656"/>
            <a:ext cx="3429001" cy="493373"/>
          </a:xfrm>
          <a:prstGeom prst="homePlate">
            <a:avLst/>
          </a:prstGeom>
          <a:solidFill>
            <a:srgbClr val="2FD6C3"/>
          </a:solidFill>
          <a:ln w="19050">
            <a:solidFill>
              <a:srgbClr val="2FD6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lnSpc>
                <a:spcPct val="90000"/>
              </a:lnSpc>
            </a:pPr>
            <a:r>
              <a:rPr lang="en-GB" b="1" dirty="0">
                <a:solidFill>
                  <a:prstClr val="white"/>
                </a:solidFill>
              </a:rPr>
              <a:t>Solution</a:t>
            </a:r>
            <a:endParaRPr lang="en-US" b="1" dirty="0">
              <a:solidFill>
                <a:prstClr val="white"/>
              </a:solidFill>
            </a:endParaRPr>
          </a:p>
        </p:txBody>
      </p:sp>
      <p:sp>
        <p:nvSpPr>
          <p:cNvPr id="18" name="Pentagon 17"/>
          <p:cNvSpPr/>
          <p:nvPr/>
        </p:nvSpPr>
        <p:spPr bwMode="ltGray">
          <a:xfrm>
            <a:off x="609443" y="5541821"/>
            <a:ext cx="10969943" cy="690656"/>
          </a:xfrm>
          <a:prstGeom prst="homePlate">
            <a:avLst/>
          </a:prstGeom>
          <a:solidFill>
            <a:srgbClr val="2FD6C3"/>
          </a:solidFill>
          <a:ln w="19050">
            <a:solidFill>
              <a:srgbClr val="2FD6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lnSpc>
                <a:spcPct val="90000"/>
              </a:lnSpc>
            </a:pPr>
            <a:r>
              <a:rPr lang="en-US" sz="1600" b="1" dirty="0">
                <a:solidFill>
                  <a:prstClr val="white"/>
                </a:solidFill>
              </a:rPr>
              <a:t>Results: </a:t>
            </a:r>
            <a:r>
              <a:rPr lang="en-US" sz="1600" b="1" dirty="0" smtClean="0">
                <a:solidFill>
                  <a:prstClr val="white"/>
                </a:solidFill>
              </a:rPr>
              <a:t>preserve valuable records which could help secure deals in the future, address regulatory compliance, remove the need to purchase additional products to manage unstructured data. The solution has attracted attention within the wider BMW Group</a:t>
            </a:r>
            <a:endParaRPr lang="en-US" sz="1600" b="1" dirty="0">
              <a:solidFill>
                <a:prstClr val="white"/>
              </a:solidFill>
            </a:endParaRPr>
          </a:p>
        </p:txBody>
      </p:sp>
      <p:pic>
        <p:nvPicPr>
          <p:cNvPr id="19" name="Picture 18"/>
          <p:cNvPicPr>
            <a:picLocks noChangeAspect="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078175" y="1671644"/>
            <a:ext cx="491532" cy="573687"/>
          </a:xfrm>
          <a:prstGeom prst="rect">
            <a:avLst/>
          </a:prstGeom>
        </p:spPr>
      </p:pic>
      <p:pic>
        <p:nvPicPr>
          <p:cNvPr id="20" name="Picture 19"/>
          <p:cNvPicPr>
            <a:picLocks noChangeAspect="1"/>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9545191" y="1643403"/>
            <a:ext cx="639391" cy="630169"/>
          </a:xfrm>
          <a:prstGeom prst="rect">
            <a:avLst/>
          </a:prstGeom>
        </p:spPr>
      </p:pic>
      <p:pic>
        <p:nvPicPr>
          <p:cNvPr id="21" name="Picture 20" descr="Check_List.png"/>
          <p:cNvPicPr>
            <a:picLocks noChangeAspect="1"/>
          </p:cNvPicPr>
          <p:nvPr/>
        </p:nvPicPr>
        <p:blipFill>
          <a:blip r:embed="rId5">
            <a:duotone>
              <a:prstClr val="black"/>
              <a:schemeClr val="accent2">
                <a:tint val="45000"/>
                <a:satMod val="400000"/>
              </a:schemeClr>
            </a:duotone>
          </a:blip>
          <a:stretch>
            <a:fillRect/>
          </a:stretch>
        </p:blipFill>
        <p:spPr>
          <a:xfrm>
            <a:off x="5797791" y="1689563"/>
            <a:ext cx="596421" cy="537845"/>
          </a:xfrm>
          <a:prstGeom prst="rect">
            <a:avLst/>
          </a:prstGeom>
        </p:spPr>
      </p:pic>
      <p:pic>
        <p:nvPicPr>
          <p:cNvPr id="1026" name="Picture 2" descr="Image result for bmw financial services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84582" y="114063"/>
            <a:ext cx="1710380" cy="100912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p:cNvGrpSpPr/>
          <p:nvPr/>
        </p:nvGrpSpPr>
        <p:grpSpPr>
          <a:xfrm>
            <a:off x="0" y="1523625"/>
            <a:ext cx="12192000" cy="3944487"/>
            <a:chOff x="0" y="1523625"/>
            <a:chExt cx="12192000" cy="3944487"/>
          </a:xfrm>
        </p:grpSpPr>
        <p:pic>
          <p:nvPicPr>
            <p:cNvPr id="4" name="Picture 3"/>
            <p:cNvPicPr>
              <a:picLocks noChangeAspect="1"/>
            </p:cNvPicPr>
            <p:nvPr/>
          </p:nvPicPr>
          <p:blipFill rotWithShape="1">
            <a:blip r:embed="rId7"/>
            <a:srcRect t="15502" b="12290"/>
            <a:stretch/>
          </p:blipFill>
          <p:spPr>
            <a:xfrm>
              <a:off x="0" y="1563624"/>
              <a:ext cx="12192000" cy="3904488"/>
            </a:xfrm>
            <a:prstGeom prst="rect">
              <a:avLst/>
            </a:prstGeom>
          </p:spPr>
        </p:pic>
        <p:sp>
          <p:nvSpPr>
            <p:cNvPr id="22" name="Rectangle 21"/>
            <p:cNvSpPr/>
            <p:nvPr/>
          </p:nvSpPr>
          <p:spPr>
            <a:xfrm>
              <a:off x="8229600" y="1523625"/>
              <a:ext cx="3882870" cy="39027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391107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fade">
                                      <p:cBhvr>
                                        <p:cTn id="13" dur="500"/>
                                        <p:tgtEl>
                                          <p:spTgt spid="12">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animEffect transition="in" filter="fade">
                                      <p:cBhvr>
                                        <p:cTn id="16" dur="500"/>
                                        <p:tgtEl>
                                          <p:spTgt spid="12">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Effect transition="in" filter="fade">
                                      <p:cBhvr>
                                        <p:cTn id="19" dur="500"/>
                                        <p:tgtEl>
                                          <p:spTgt spid="1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xEl>
                                              <p:pRg st="0" end="0"/>
                                            </p:txEl>
                                          </p:spTgt>
                                        </p:tgtEl>
                                        <p:attrNameLst>
                                          <p:attrName>style.visibility</p:attrName>
                                        </p:attrNameLst>
                                      </p:cBhvr>
                                      <p:to>
                                        <p:strVal val="visible"/>
                                      </p:to>
                                    </p:set>
                                    <p:animEffect transition="in" filter="fade">
                                      <p:cBhvr>
                                        <p:cTn id="30" dur="500"/>
                                        <p:tgtEl>
                                          <p:spTgt spid="13">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xEl>
                                              <p:pRg st="1" end="1"/>
                                            </p:txEl>
                                          </p:spTgt>
                                        </p:tgtEl>
                                        <p:attrNameLst>
                                          <p:attrName>style.visibility</p:attrName>
                                        </p:attrNameLst>
                                      </p:cBhvr>
                                      <p:to>
                                        <p:strVal val="visible"/>
                                      </p:to>
                                    </p:set>
                                    <p:animEffect transition="in" filter="fade">
                                      <p:cBhvr>
                                        <p:cTn id="33" dur="500"/>
                                        <p:tgtEl>
                                          <p:spTgt spid="13">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xEl>
                                              <p:pRg st="0" end="0"/>
                                            </p:txEl>
                                          </p:spTgt>
                                        </p:tgtEl>
                                        <p:attrNameLst>
                                          <p:attrName>style.visibility</p:attrName>
                                        </p:attrNameLst>
                                      </p:cBhvr>
                                      <p:to>
                                        <p:strVal val="visible"/>
                                      </p:to>
                                    </p:set>
                                    <p:animEffect transition="in" filter="fade">
                                      <p:cBhvr>
                                        <p:cTn id="44" dur="500"/>
                                        <p:tgtEl>
                                          <p:spTgt spid="14">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xEl>
                                              <p:pRg st="1" end="1"/>
                                            </p:txEl>
                                          </p:spTgt>
                                        </p:tgtEl>
                                        <p:attrNameLst>
                                          <p:attrName>style.visibility</p:attrName>
                                        </p:attrNameLst>
                                      </p:cBhvr>
                                      <p:to>
                                        <p:strVal val="visible"/>
                                      </p:to>
                                    </p:set>
                                    <p:animEffect transition="in" filter="fade">
                                      <p:cBhvr>
                                        <p:cTn id="47" dur="500"/>
                                        <p:tgtEl>
                                          <p:spTgt spid="14">
                                            <p:txEl>
                                              <p:pRg st="1" end="1"/>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fade">
                                      <p:cBhvr>
                                        <p:cTn id="55" dur="500"/>
                                        <p:tgtEl>
                                          <p:spTgt spid="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13" grpId="0" uiExpand="1" build="p"/>
      <p:bldP spid="14" grpId="0" uiExpand="1" build="p"/>
      <p:bldP spid="15" grpId="0" animBg="1"/>
      <p:bldP spid="16" grpId="0" animBg="1"/>
      <p:bldP spid="17" grpId="0" animBg="1"/>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Competition</a:t>
            </a:r>
            <a:endParaRPr lang="en-US" dirty="0"/>
          </a:p>
        </p:txBody>
      </p:sp>
    </p:spTree>
    <p:extLst>
      <p:ext uri="{BB962C8B-B14F-4D97-AF65-F5344CB8AC3E}">
        <p14:creationId xmlns:p14="http://schemas.microsoft.com/office/powerpoint/2010/main" val="311037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933" y="318724"/>
            <a:ext cx="10969943" cy="547564"/>
          </a:xfrm>
        </p:spPr>
        <p:txBody>
          <a:bodyPr>
            <a:normAutofit fontScale="90000"/>
          </a:bodyPr>
          <a:lstStyle/>
          <a:p>
            <a:r>
              <a:rPr lang="en-US" dirty="0" smtClean="0">
                <a:latin typeface="+mn-lt"/>
              </a:rPr>
              <a:t>Secure Content Management</a:t>
            </a:r>
            <a:endParaRPr lang="en-US" dirty="0">
              <a:latin typeface="+mn-lt"/>
            </a:endParaRPr>
          </a:p>
        </p:txBody>
      </p:sp>
      <p:sp>
        <p:nvSpPr>
          <p:cNvPr id="3" name="TextBox 2"/>
          <p:cNvSpPr txBox="1"/>
          <p:nvPr/>
        </p:nvSpPr>
        <p:spPr>
          <a:xfrm>
            <a:off x="609441" y="835269"/>
            <a:ext cx="7848759" cy="304800"/>
          </a:xfrm>
          <a:prstGeom prst="rect">
            <a:avLst/>
          </a:prstGeom>
          <a:noFill/>
        </p:spPr>
        <p:txBody>
          <a:bodyPr wrap="square" lIns="0" tIns="0" rIns="0" bIns="0" rtlCol="0">
            <a:noAutofit/>
          </a:bodyPr>
          <a:lstStyle/>
          <a:p>
            <a:pPr defTabSz="914400">
              <a:lnSpc>
                <a:spcPct val="90000"/>
              </a:lnSpc>
            </a:pPr>
            <a:r>
              <a:rPr lang="en-US" dirty="0" smtClean="0">
                <a:solidFill>
                  <a:srgbClr val="212E35"/>
                </a:solidFill>
              </a:rPr>
              <a:t>End-to-End Information Lifecycle Management</a:t>
            </a:r>
            <a:endParaRPr lang="en-US" dirty="0">
              <a:solidFill>
                <a:srgbClr val="212E35"/>
              </a:solidFill>
            </a:endParaRPr>
          </a:p>
        </p:txBody>
      </p:sp>
      <p:sp>
        <p:nvSpPr>
          <p:cNvPr id="5" name="Freeform 4"/>
          <p:cNvSpPr/>
          <p:nvPr/>
        </p:nvSpPr>
        <p:spPr>
          <a:xfrm>
            <a:off x="2194438" y="1601878"/>
            <a:ext cx="2825363" cy="2825363"/>
          </a:xfrm>
          <a:custGeom>
            <a:avLst/>
            <a:gdLst>
              <a:gd name="connsiteX0" fmla="*/ 0 w 2825363"/>
              <a:gd name="connsiteY0" fmla="*/ 1412682 h 2825363"/>
              <a:gd name="connsiteX1" fmla="*/ 1412682 w 2825363"/>
              <a:gd name="connsiteY1" fmla="*/ 0 h 2825363"/>
              <a:gd name="connsiteX2" fmla="*/ 2825364 w 2825363"/>
              <a:gd name="connsiteY2" fmla="*/ 1412682 h 2825363"/>
              <a:gd name="connsiteX3" fmla="*/ 1412682 w 2825363"/>
              <a:gd name="connsiteY3" fmla="*/ 2825364 h 2825363"/>
              <a:gd name="connsiteX4" fmla="*/ 0 w 2825363"/>
              <a:gd name="connsiteY4" fmla="*/ 1412682 h 282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5363" h="2825363">
                <a:moveTo>
                  <a:pt x="0" y="1412682"/>
                </a:moveTo>
                <a:cubicBezTo>
                  <a:pt x="0" y="632479"/>
                  <a:pt x="632479" y="0"/>
                  <a:pt x="1412682" y="0"/>
                </a:cubicBezTo>
                <a:cubicBezTo>
                  <a:pt x="2192885" y="0"/>
                  <a:pt x="2825364" y="632479"/>
                  <a:pt x="2825364" y="1412682"/>
                </a:cubicBezTo>
                <a:cubicBezTo>
                  <a:pt x="2825364" y="2192885"/>
                  <a:pt x="2192885" y="2825364"/>
                  <a:pt x="1412682" y="2825364"/>
                </a:cubicBezTo>
                <a:cubicBezTo>
                  <a:pt x="632479" y="2825364"/>
                  <a:pt x="0" y="2192885"/>
                  <a:pt x="0" y="1412682"/>
                </a:cubicBezTo>
                <a:close/>
              </a:path>
            </a:pathLst>
          </a:custGeom>
          <a:solidFill>
            <a:schemeClr val="accent6">
              <a:lumMod val="40000"/>
              <a:lumOff val="60000"/>
              <a:alpha val="50000"/>
            </a:schemeClr>
          </a:solidFill>
        </p:spPr>
        <p:style>
          <a:lnRef idx="2">
            <a:schemeClr val="lt1">
              <a:hueOff val="0"/>
              <a:satOff val="0"/>
              <a:lumOff val="0"/>
              <a:alphaOff val="0"/>
            </a:schemeClr>
          </a:lnRef>
          <a:fillRef idx="1">
            <a:scrgbClr r="0" g="0" b="0"/>
          </a:fillRef>
          <a:effectRef idx="0">
            <a:schemeClr val="accent2">
              <a:alpha val="50000"/>
              <a:hueOff val="0"/>
              <a:satOff val="0"/>
              <a:lumOff val="0"/>
              <a:alphaOff val="0"/>
            </a:schemeClr>
          </a:effectRef>
          <a:fontRef idx="minor">
            <a:schemeClr val="tx1"/>
          </a:fontRef>
        </p:style>
        <p:txBody>
          <a:bodyPr spcFirstLastPara="0" vert="horz" wrap="square" lIns="326003" tIns="380338" rIns="326004" bIns="1548516" numCol="1" spcCol="1270" anchor="ctr" anchorCtr="0">
            <a:noAutofit/>
          </a:bodyPr>
          <a:lstStyle/>
          <a:p>
            <a:pPr lvl="0" algn="ctr" defTabSz="622300">
              <a:lnSpc>
                <a:spcPct val="90000"/>
              </a:lnSpc>
              <a:spcBef>
                <a:spcPct val="0"/>
              </a:spcBef>
              <a:spcAft>
                <a:spcPct val="35000"/>
              </a:spcAft>
            </a:pPr>
            <a:endParaRPr lang="en-AU" sz="1400" b="1" u="sng" kern="1200" dirty="0" smtClean="0"/>
          </a:p>
          <a:p>
            <a:pPr lvl="0" algn="ctr" defTabSz="622300">
              <a:lnSpc>
                <a:spcPct val="90000"/>
              </a:lnSpc>
              <a:spcBef>
                <a:spcPct val="0"/>
              </a:spcBef>
              <a:spcAft>
                <a:spcPct val="35000"/>
              </a:spcAft>
            </a:pPr>
            <a:endParaRPr lang="en-AU" sz="1400" b="1" u="sng" dirty="0"/>
          </a:p>
          <a:p>
            <a:pPr lvl="0" algn="ctr" defTabSz="622300">
              <a:lnSpc>
                <a:spcPct val="90000"/>
              </a:lnSpc>
              <a:spcBef>
                <a:spcPct val="0"/>
              </a:spcBef>
              <a:spcAft>
                <a:spcPct val="35000"/>
              </a:spcAft>
            </a:pPr>
            <a:r>
              <a:rPr lang="en-AU" sz="1400" b="1" u="sng" kern="1200" dirty="0" smtClean="0"/>
              <a:t>Governance/Policy Management</a:t>
            </a:r>
          </a:p>
        </p:txBody>
      </p:sp>
      <p:sp>
        <p:nvSpPr>
          <p:cNvPr id="6" name="Freeform 5"/>
          <p:cNvSpPr/>
          <p:nvPr/>
        </p:nvSpPr>
        <p:spPr>
          <a:xfrm>
            <a:off x="3354466" y="3361362"/>
            <a:ext cx="2825363" cy="2825363"/>
          </a:xfrm>
          <a:custGeom>
            <a:avLst/>
            <a:gdLst>
              <a:gd name="connsiteX0" fmla="*/ 0 w 2825363"/>
              <a:gd name="connsiteY0" fmla="*/ 1412682 h 2825363"/>
              <a:gd name="connsiteX1" fmla="*/ 1412682 w 2825363"/>
              <a:gd name="connsiteY1" fmla="*/ 0 h 2825363"/>
              <a:gd name="connsiteX2" fmla="*/ 2825364 w 2825363"/>
              <a:gd name="connsiteY2" fmla="*/ 1412682 h 2825363"/>
              <a:gd name="connsiteX3" fmla="*/ 1412682 w 2825363"/>
              <a:gd name="connsiteY3" fmla="*/ 2825364 h 2825363"/>
              <a:gd name="connsiteX4" fmla="*/ 0 w 2825363"/>
              <a:gd name="connsiteY4" fmla="*/ 1412682 h 282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5363" h="2825363">
                <a:moveTo>
                  <a:pt x="0" y="1412682"/>
                </a:moveTo>
                <a:cubicBezTo>
                  <a:pt x="0" y="632479"/>
                  <a:pt x="632479" y="0"/>
                  <a:pt x="1412682" y="0"/>
                </a:cubicBezTo>
                <a:cubicBezTo>
                  <a:pt x="2192885" y="0"/>
                  <a:pt x="2825364" y="632479"/>
                  <a:pt x="2825364" y="1412682"/>
                </a:cubicBezTo>
                <a:cubicBezTo>
                  <a:pt x="2825364" y="2192885"/>
                  <a:pt x="2192885" y="2825364"/>
                  <a:pt x="1412682" y="2825364"/>
                </a:cubicBezTo>
                <a:cubicBezTo>
                  <a:pt x="632479" y="2825364"/>
                  <a:pt x="0" y="2192885"/>
                  <a:pt x="0" y="1412682"/>
                </a:cubicBezTo>
                <a:close/>
              </a:path>
            </a:pathLst>
          </a:custGeom>
          <a:solidFill>
            <a:schemeClr val="accent5">
              <a:lumMod val="40000"/>
              <a:lumOff val="60000"/>
              <a:alpha val="50000"/>
            </a:schemeClr>
          </a:solidFill>
        </p:spPr>
        <p:style>
          <a:lnRef idx="2">
            <a:schemeClr val="lt1">
              <a:hueOff val="0"/>
              <a:satOff val="0"/>
              <a:lumOff val="0"/>
              <a:alphaOff val="0"/>
            </a:schemeClr>
          </a:lnRef>
          <a:fillRef idx="1">
            <a:scrgbClr r="0" g="0" b="0"/>
          </a:fillRef>
          <a:effectRef idx="0">
            <a:schemeClr val="accent3">
              <a:alpha val="50000"/>
              <a:hueOff val="0"/>
              <a:satOff val="0"/>
              <a:lumOff val="0"/>
              <a:alphaOff val="0"/>
            </a:schemeClr>
          </a:effectRef>
          <a:fontRef idx="minor">
            <a:schemeClr val="tx1"/>
          </a:fontRef>
        </p:style>
        <p:txBody>
          <a:bodyPr spcFirstLastPara="0" vert="horz" wrap="square" lIns="1521350" tIns="326003" rIns="217335" bIns="326004" numCol="1" spcCol="1270" anchor="ctr" anchorCtr="0">
            <a:noAutofit/>
          </a:bodyPr>
          <a:lstStyle/>
          <a:p>
            <a:pPr lvl="0" algn="ctr" defTabSz="622300">
              <a:lnSpc>
                <a:spcPct val="90000"/>
              </a:lnSpc>
              <a:spcBef>
                <a:spcPct val="0"/>
              </a:spcBef>
              <a:spcAft>
                <a:spcPct val="35000"/>
              </a:spcAft>
            </a:pPr>
            <a:r>
              <a:rPr lang="en-AU" sz="1400" b="1" u="sng" kern="1200" dirty="0" smtClean="0"/>
              <a:t>Structured Data Management</a:t>
            </a:r>
            <a:endParaRPr lang="en-US" sz="1400" b="1" u="sng" kern="1200" dirty="0"/>
          </a:p>
        </p:txBody>
      </p:sp>
      <p:sp>
        <p:nvSpPr>
          <p:cNvPr id="8" name="Freeform 7"/>
          <p:cNvSpPr/>
          <p:nvPr/>
        </p:nvSpPr>
        <p:spPr>
          <a:xfrm>
            <a:off x="1080866" y="3361362"/>
            <a:ext cx="2825363" cy="2825363"/>
          </a:xfrm>
          <a:custGeom>
            <a:avLst/>
            <a:gdLst>
              <a:gd name="connsiteX0" fmla="*/ 0 w 2825363"/>
              <a:gd name="connsiteY0" fmla="*/ 1412682 h 2825363"/>
              <a:gd name="connsiteX1" fmla="*/ 1412682 w 2825363"/>
              <a:gd name="connsiteY1" fmla="*/ 0 h 2825363"/>
              <a:gd name="connsiteX2" fmla="*/ 2825364 w 2825363"/>
              <a:gd name="connsiteY2" fmla="*/ 1412682 h 2825363"/>
              <a:gd name="connsiteX3" fmla="*/ 1412682 w 2825363"/>
              <a:gd name="connsiteY3" fmla="*/ 2825364 h 2825363"/>
              <a:gd name="connsiteX4" fmla="*/ 0 w 2825363"/>
              <a:gd name="connsiteY4" fmla="*/ 1412682 h 282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5363" h="2825363">
                <a:moveTo>
                  <a:pt x="0" y="1412682"/>
                </a:moveTo>
                <a:cubicBezTo>
                  <a:pt x="0" y="632479"/>
                  <a:pt x="632479" y="0"/>
                  <a:pt x="1412682" y="0"/>
                </a:cubicBezTo>
                <a:cubicBezTo>
                  <a:pt x="2192885" y="0"/>
                  <a:pt x="2825364" y="632479"/>
                  <a:pt x="2825364" y="1412682"/>
                </a:cubicBezTo>
                <a:cubicBezTo>
                  <a:pt x="2825364" y="2192885"/>
                  <a:pt x="2192885" y="2825364"/>
                  <a:pt x="1412682" y="2825364"/>
                </a:cubicBezTo>
                <a:cubicBezTo>
                  <a:pt x="632479" y="2825364"/>
                  <a:pt x="0" y="2192885"/>
                  <a:pt x="0" y="1412682"/>
                </a:cubicBezTo>
                <a:close/>
              </a:path>
            </a:pathLst>
          </a:custGeom>
          <a:solidFill>
            <a:schemeClr val="accent2">
              <a:lumMod val="40000"/>
              <a:lumOff val="60000"/>
              <a:alpha val="50000"/>
            </a:schemeClr>
          </a:solidFill>
        </p:spPr>
        <p:style>
          <a:lnRef idx="2">
            <a:schemeClr val="lt1">
              <a:hueOff val="0"/>
              <a:satOff val="0"/>
              <a:lumOff val="0"/>
              <a:alphaOff val="0"/>
            </a:schemeClr>
          </a:lnRef>
          <a:fillRef idx="1">
            <a:scrgbClr r="0" g="0" b="0"/>
          </a:fillRef>
          <a:effectRef idx="0">
            <a:schemeClr val="accent5">
              <a:alpha val="50000"/>
              <a:hueOff val="0"/>
              <a:satOff val="0"/>
              <a:lumOff val="0"/>
              <a:alphaOff val="0"/>
            </a:schemeClr>
          </a:effectRef>
          <a:fontRef idx="minor">
            <a:schemeClr val="tx1"/>
          </a:fontRef>
        </p:style>
        <p:txBody>
          <a:bodyPr spcFirstLastPara="0" vert="horz" wrap="square" lIns="217335" tIns="326003" rIns="1521350" bIns="326004" numCol="1" spcCol="1270" anchor="ctr" anchorCtr="0">
            <a:noAutofit/>
          </a:bodyPr>
          <a:lstStyle/>
          <a:p>
            <a:pPr lvl="0" algn="ctr" defTabSz="622300">
              <a:lnSpc>
                <a:spcPct val="90000"/>
              </a:lnSpc>
              <a:spcBef>
                <a:spcPct val="0"/>
              </a:spcBef>
              <a:spcAft>
                <a:spcPct val="35000"/>
              </a:spcAft>
            </a:pPr>
            <a:r>
              <a:rPr lang="en-AU" sz="1400" b="1" u="sng" kern="1200" dirty="0" smtClean="0"/>
              <a:t>File Analysis</a:t>
            </a:r>
            <a:endParaRPr lang="en-US" sz="1400" b="1" u="sng" kern="1200" dirty="0"/>
          </a:p>
        </p:txBody>
      </p:sp>
      <p:sp>
        <p:nvSpPr>
          <p:cNvPr id="15" name="TextBox 14"/>
          <p:cNvSpPr txBox="1"/>
          <p:nvPr/>
        </p:nvSpPr>
        <p:spPr>
          <a:xfrm>
            <a:off x="6453353" y="5660572"/>
            <a:ext cx="4709959" cy="914442"/>
          </a:xfrm>
          <a:prstGeom prst="rect">
            <a:avLst/>
          </a:prstGeom>
          <a:noFill/>
          <a:ln w="28575">
            <a:solidFill>
              <a:schemeClr val="accent3"/>
            </a:solidFill>
          </a:ln>
        </p:spPr>
        <p:txBody>
          <a:bodyPr wrap="square" lIns="0" tIns="0" rIns="0" bIns="0" rtlCol="0" anchor="ctr">
            <a:noAutofit/>
          </a:bodyPr>
          <a:lstStyle/>
          <a:p>
            <a:pPr marL="742939" lvl="1" indent="-285750" defTabSz="914400">
              <a:lnSpc>
                <a:spcPct val="90000"/>
              </a:lnSpc>
              <a:buFont typeface="Arial" panose="020B0604020202020204" pitchFamily="34" charset="0"/>
              <a:buChar char="•"/>
            </a:pPr>
            <a:r>
              <a:rPr lang="en-AU" sz="1600" b="1" dirty="0" smtClean="0">
                <a:solidFill>
                  <a:schemeClr val="accent3"/>
                </a:solidFill>
              </a:rPr>
              <a:t>Micro Focus Secure Content Management</a:t>
            </a:r>
          </a:p>
        </p:txBody>
      </p:sp>
      <p:cxnSp>
        <p:nvCxnSpPr>
          <p:cNvPr id="16" name="Straight Arrow Connector 15"/>
          <p:cNvCxnSpPr/>
          <p:nvPr/>
        </p:nvCxnSpPr>
        <p:spPr>
          <a:xfrm flipH="1" flipV="1">
            <a:off x="3607119" y="4238171"/>
            <a:ext cx="2839526" cy="19485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3"/>
          <a:stretch>
            <a:fillRect/>
          </a:stretch>
        </p:blipFill>
        <p:spPr>
          <a:xfrm>
            <a:off x="7096520" y="1192482"/>
            <a:ext cx="4960450" cy="3644153"/>
          </a:xfrm>
          <a:prstGeom prst="rect">
            <a:avLst/>
          </a:prstGeom>
          <a:ln w="19050">
            <a:solidFill>
              <a:schemeClr val="accent1"/>
            </a:solidFill>
          </a:ln>
        </p:spPr>
      </p:pic>
    </p:spTree>
    <p:extLst>
      <p:ext uri="{BB962C8B-B14F-4D97-AF65-F5344CB8AC3E}">
        <p14:creationId xmlns:p14="http://schemas.microsoft.com/office/powerpoint/2010/main" val="3515553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5858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 Placeholder 127"/>
          <p:cNvSpPr>
            <a:spLocks noGrp="1"/>
          </p:cNvSpPr>
          <p:nvPr>
            <p:ph type="subTitle" idx="1"/>
          </p:nvPr>
        </p:nvSpPr>
        <p:spPr>
          <a:xfrm>
            <a:off x="609599" y="907196"/>
            <a:ext cx="10822941" cy="369332"/>
          </a:xfrm>
        </p:spPr>
        <p:txBody>
          <a:bodyPr rtlCol="0">
            <a:noAutofit/>
          </a:bodyPr>
          <a:lstStyle/>
          <a:p>
            <a:pPr>
              <a:defRPr/>
            </a:pPr>
            <a:r>
              <a:rPr dirty="0">
                <a:solidFill>
                  <a:schemeClr val="tx1"/>
                </a:solidFill>
                <a:latin typeface="+mn-lt"/>
              </a:rPr>
              <a:t>Capture, manage and secure enterprise information in business context</a:t>
            </a:r>
          </a:p>
        </p:txBody>
      </p:sp>
      <p:sp>
        <p:nvSpPr>
          <p:cNvPr id="166915" name="Title 124"/>
          <p:cNvSpPr>
            <a:spLocks noGrp="1"/>
          </p:cNvSpPr>
          <p:nvPr>
            <p:ph type="title"/>
          </p:nvPr>
        </p:nvSpPr>
        <p:spPr>
          <a:xfrm>
            <a:off x="609600" y="492284"/>
            <a:ext cx="10822941" cy="574516"/>
          </a:xfrm>
        </p:spPr>
        <p:txBody>
          <a:bodyPr/>
          <a:lstStyle/>
          <a:p>
            <a:pPr fontAlgn="base">
              <a:spcAft>
                <a:spcPct val="0"/>
              </a:spcAft>
            </a:pPr>
            <a:r>
              <a:rPr lang="en-US" dirty="0" smtClean="0">
                <a:solidFill>
                  <a:schemeClr val="tx1"/>
                </a:solidFill>
                <a:latin typeface="+mj-lt"/>
                <a:cs typeface="+mj-cs"/>
              </a:rPr>
              <a:t>Secure Content Management</a:t>
            </a:r>
            <a:endParaRPr lang="en-US" dirty="0">
              <a:solidFill>
                <a:schemeClr val="tx1"/>
              </a:solidFill>
              <a:latin typeface="+mj-lt"/>
              <a:cs typeface="+mj-cs"/>
            </a:endParaRPr>
          </a:p>
        </p:txBody>
      </p:sp>
      <p:sp>
        <p:nvSpPr>
          <p:cNvPr id="141" name="Rectangle 140"/>
          <p:cNvSpPr/>
          <p:nvPr/>
        </p:nvSpPr>
        <p:spPr>
          <a:xfrm>
            <a:off x="609599" y="1550235"/>
            <a:ext cx="11379201" cy="646331"/>
          </a:xfrm>
          <a:prstGeom prst="rect">
            <a:avLst/>
          </a:prstGeom>
        </p:spPr>
        <p:txBody>
          <a:bodyPr wrap="square">
            <a:spAutoFit/>
          </a:bodyPr>
          <a:lstStyle/>
          <a:p>
            <a:pPr defTabSz="914400"/>
            <a:r>
              <a:rPr lang="en-US" dirty="0">
                <a:solidFill>
                  <a:srgbClr val="212E35"/>
                </a:solidFill>
              </a:rPr>
              <a:t>Secure Content Management suite helps you balance the requirements for collaboration and productivity with information security, privacy and compliance across enterprise systems. </a:t>
            </a:r>
            <a:endParaRPr lang="en-US" dirty="0" smtClean="0">
              <a:solidFill>
                <a:srgbClr val="212E35"/>
              </a:solidFill>
            </a:endParaRPr>
          </a:p>
        </p:txBody>
      </p:sp>
      <p:pic>
        <p:nvPicPr>
          <p:cNvPr id="2" name="Picture 1"/>
          <p:cNvPicPr>
            <a:picLocks noChangeAspect="1"/>
          </p:cNvPicPr>
          <p:nvPr/>
        </p:nvPicPr>
        <p:blipFill>
          <a:blip r:embed="rId3"/>
          <a:stretch>
            <a:fillRect/>
          </a:stretch>
        </p:blipFill>
        <p:spPr>
          <a:xfrm>
            <a:off x="1343334" y="2527300"/>
            <a:ext cx="9533372" cy="4318000"/>
          </a:xfrm>
          <a:prstGeom prst="rect">
            <a:avLst/>
          </a:prstGeom>
        </p:spPr>
      </p:pic>
    </p:spTree>
    <p:extLst>
      <p:ext uri="{BB962C8B-B14F-4D97-AF65-F5344CB8AC3E}">
        <p14:creationId xmlns:p14="http://schemas.microsoft.com/office/powerpoint/2010/main" val="13369386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Knowledge Check</a:t>
            </a:r>
            <a:endParaRPr lang="en-US" dirty="0"/>
          </a:p>
        </p:txBody>
      </p:sp>
    </p:spTree>
    <p:extLst>
      <p:ext uri="{BB962C8B-B14F-4D97-AF65-F5344CB8AC3E}">
        <p14:creationId xmlns:p14="http://schemas.microsoft.com/office/powerpoint/2010/main" val="1497187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4BAB8DA6-BDE6-7C4D-89B2-385058543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2" name="Title 1"/>
          <p:cNvSpPr>
            <a:spLocks noGrp="1"/>
          </p:cNvSpPr>
          <p:nvPr>
            <p:ph type="ctrTitle"/>
          </p:nvPr>
        </p:nvSpPr>
        <p:spPr/>
        <p:txBody>
          <a:bodyPr/>
          <a:lstStyle/>
          <a:p>
            <a:r>
              <a:rPr lang="en-US" dirty="0"/>
              <a:t>Thank you</a:t>
            </a:r>
          </a:p>
        </p:txBody>
      </p:sp>
      <p:sp>
        <p:nvSpPr>
          <p:cNvPr id="3" name="Subtitle 2">
            <a:extLst>
              <a:ext uri="{FF2B5EF4-FFF2-40B4-BE49-F238E27FC236}">
                <a16:creationId xmlns="" xmlns:a16="http://schemas.microsoft.com/office/drawing/2014/main" id="{EE600E9F-E005-654F-8DC6-847884446F1D}"/>
              </a:ext>
            </a:extLst>
          </p:cNvPr>
          <p:cNvSpPr>
            <a:spLocks noGrp="1"/>
          </p:cNvSpPr>
          <p:nvPr>
            <p:ph type="subTitle" idx="1"/>
          </p:nvPr>
        </p:nvSpPr>
        <p:spPr/>
        <p:txBody>
          <a:bodyPr/>
          <a:lstStyle/>
          <a:p>
            <a:endParaRPr lang="en-US"/>
          </a:p>
        </p:txBody>
      </p:sp>
      <p:sp>
        <p:nvSpPr>
          <p:cNvPr id="5" name="Rectangle 4">
            <a:extLst>
              <a:ext uri="{FF2B5EF4-FFF2-40B4-BE49-F238E27FC236}">
                <a16:creationId xmlns="" xmlns:a16="http://schemas.microsoft.com/office/drawing/2014/main" id="{35C770E5-A18C-DC4C-93F9-69191F0963F3}"/>
              </a:ext>
            </a:extLst>
          </p:cNvPr>
          <p:cNvSpPr/>
          <p:nvPr/>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6" name="Group 5">
            <a:extLst>
              <a:ext uri="{FF2B5EF4-FFF2-40B4-BE49-F238E27FC236}">
                <a16:creationId xmlns="" xmlns:a16="http://schemas.microsoft.com/office/drawing/2014/main" id="{33CB49C7-E238-CA4C-BE79-E67FBF5C3EEB}"/>
              </a:ext>
            </a:extLst>
          </p:cNvPr>
          <p:cNvGrpSpPr/>
          <p:nvPr/>
        </p:nvGrpSpPr>
        <p:grpSpPr>
          <a:xfrm>
            <a:off x="1048005" y="766395"/>
            <a:ext cx="1930326" cy="467406"/>
            <a:chOff x="-504825" y="3757613"/>
            <a:chExt cx="1009650" cy="244475"/>
          </a:xfrm>
          <a:solidFill>
            <a:schemeClr val="bg1"/>
          </a:solidFill>
        </p:grpSpPr>
        <p:sp>
          <p:nvSpPr>
            <p:cNvPr id="7" name="Freeform 5">
              <a:extLst>
                <a:ext uri="{FF2B5EF4-FFF2-40B4-BE49-F238E27FC236}">
                  <a16:creationId xmlns="" xmlns:a16="http://schemas.microsoft.com/office/drawing/2014/main" id="{A521FF18-F40D-354E-804E-B9DAD6BA0C25}"/>
                </a:ext>
              </a:extLst>
            </p:cNvPr>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8" name="Freeform 6">
              <a:extLst>
                <a:ext uri="{FF2B5EF4-FFF2-40B4-BE49-F238E27FC236}">
                  <a16:creationId xmlns="" xmlns:a16="http://schemas.microsoft.com/office/drawing/2014/main" id="{B87E6E31-BA02-414A-AB65-7445A3927F54}"/>
                </a:ext>
              </a:extLst>
            </p:cNvPr>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9" name="Freeform 7">
              <a:extLst>
                <a:ext uri="{FF2B5EF4-FFF2-40B4-BE49-F238E27FC236}">
                  <a16:creationId xmlns="" xmlns:a16="http://schemas.microsoft.com/office/drawing/2014/main" id="{1761A4F1-6A6A-2A44-B627-EBC166D197C3}"/>
                </a:ext>
              </a:extLst>
            </p:cNvPr>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0" name="Freeform 8">
              <a:extLst>
                <a:ext uri="{FF2B5EF4-FFF2-40B4-BE49-F238E27FC236}">
                  <a16:creationId xmlns="" xmlns:a16="http://schemas.microsoft.com/office/drawing/2014/main" id="{A161529E-04D5-954C-A248-CA6E7B1A878B}"/>
                </a:ext>
              </a:extLst>
            </p:cNvPr>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1" name="Freeform 9">
              <a:extLst>
                <a:ext uri="{FF2B5EF4-FFF2-40B4-BE49-F238E27FC236}">
                  <a16:creationId xmlns="" xmlns:a16="http://schemas.microsoft.com/office/drawing/2014/main" id="{45BDBE65-92E5-9345-A15E-D3EEEDA6490F}"/>
                </a:ext>
              </a:extLst>
            </p:cNvPr>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2" name="Freeform 10">
              <a:extLst>
                <a:ext uri="{FF2B5EF4-FFF2-40B4-BE49-F238E27FC236}">
                  <a16:creationId xmlns="" xmlns:a16="http://schemas.microsoft.com/office/drawing/2014/main" id="{7B67E482-F067-7840-A8BD-07C2035E83F8}"/>
                </a:ext>
              </a:extLst>
            </p:cNvPr>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3" name="Freeform 11">
              <a:extLst>
                <a:ext uri="{FF2B5EF4-FFF2-40B4-BE49-F238E27FC236}">
                  <a16:creationId xmlns="" xmlns:a16="http://schemas.microsoft.com/office/drawing/2014/main" id="{DFE08647-EABE-C74F-AE60-981CF2675DDD}"/>
                </a:ext>
              </a:extLst>
            </p:cNvPr>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4" name="Freeform 12">
              <a:extLst>
                <a:ext uri="{FF2B5EF4-FFF2-40B4-BE49-F238E27FC236}">
                  <a16:creationId xmlns="" xmlns:a16="http://schemas.microsoft.com/office/drawing/2014/main" id="{71B177CA-B922-AA42-B3CC-60DB7D4EF060}"/>
                </a:ext>
              </a:extLst>
            </p:cNvPr>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5" name="Freeform 13">
              <a:extLst>
                <a:ext uri="{FF2B5EF4-FFF2-40B4-BE49-F238E27FC236}">
                  <a16:creationId xmlns="" xmlns:a16="http://schemas.microsoft.com/office/drawing/2014/main" id="{E1D5D901-ADF3-8047-A9C4-1A7D7B208E05}"/>
                </a:ext>
              </a:extLst>
            </p:cNvPr>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6" name="Freeform 14">
              <a:extLst>
                <a:ext uri="{FF2B5EF4-FFF2-40B4-BE49-F238E27FC236}">
                  <a16:creationId xmlns="" xmlns:a16="http://schemas.microsoft.com/office/drawing/2014/main" id="{CB8A3CD0-2835-A64E-9EF8-1EF3F9255366}"/>
                </a:ext>
              </a:extLst>
            </p:cNvPr>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7" name="Freeform 15">
              <a:extLst>
                <a:ext uri="{FF2B5EF4-FFF2-40B4-BE49-F238E27FC236}">
                  <a16:creationId xmlns="" xmlns:a16="http://schemas.microsoft.com/office/drawing/2014/main" id="{ECC47069-07D6-464A-9BF3-1478952A7A0F}"/>
                </a:ext>
              </a:extLst>
            </p:cNvPr>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8" name="Freeform 16">
              <a:extLst>
                <a:ext uri="{FF2B5EF4-FFF2-40B4-BE49-F238E27FC236}">
                  <a16:creationId xmlns="" xmlns:a16="http://schemas.microsoft.com/office/drawing/2014/main" id="{A088EBA8-880A-B347-BEBE-A18820E19FBA}"/>
                </a:ext>
              </a:extLst>
            </p:cNvPr>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9" name="Freeform 17">
              <a:extLst>
                <a:ext uri="{FF2B5EF4-FFF2-40B4-BE49-F238E27FC236}">
                  <a16:creationId xmlns="" xmlns:a16="http://schemas.microsoft.com/office/drawing/2014/main" id="{1C79386D-0710-304A-9DD5-7FBB79585886}"/>
                </a:ext>
              </a:extLst>
            </p:cNvPr>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grpSp>
    </p:spTree>
    <p:extLst>
      <p:ext uri="{BB962C8B-B14F-4D97-AF65-F5344CB8AC3E}">
        <p14:creationId xmlns:p14="http://schemas.microsoft.com/office/powerpoint/2010/main" val="3016751371"/>
      </p:ext>
    </p:extLst>
  </p:cSld>
  <p:clrMapOvr>
    <a:masterClrMapping/>
  </p:clrMapOvr>
</p:sld>
</file>

<file path=ppt/theme/theme1.xml><?xml version="1.0" encoding="utf-8"?>
<a:theme xmlns:a="http://schemas.openxmlformats.org/drawingml/2006/main" name="Micro Focus Theme v5">
  <a:themeElements>
    <a:clrScheme name="mf theme colors v4">
      <a:dk1>
        <a:srgbClr val="000000"/>
      </a:dk1>
      <a:lt1>
        <a:srgbClr val="FFFFFF"/>
      </a:lt1>
      <a:dk2>
        <a:srgbClr val="ECEEEF"/>
      </a:dk2>
      <a:lt2>
        <a:srgbClr val="212E35"/>
      </a:lt2>
      <a:accent1>
        <a:srgbClr val="0079EF"/>
      </a:accent1>
      <a:accent2>
        <a:srgbClr val="231CA5"/>
      </a:accent2>
      <a:accent3>
        <a:srgbClr val="7424AD"/>
      </a:accent3>
      <a:accent4>
        <a:srgbClr val="C6179D"/>
      </a:accent4>
      <a:accent5>
        <a:srgbClr val="29CEFE"/>
      </a:accent5>
      <a:accent6>
        <a:srgbClr val="2FD6C3"/>
      </a:accent6>
      <a:hlink>
        <a:srgbClr val="284CFF"/>
      </a:hlink>
      <a:folHlink>
        <a:srgbClr val="284C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rmAutofit/>
      </a:bodyPr>
      <a:lstStyle>
        <a:defPPr marL="0" indent="0">
          <a:spcAft>
            <a:spcPts val="1800"/>
          </a:spcAft>
          <a:buNone/>
          <a:defRPr sz="2400" dirty="0"/>
        </a:defPPr>
      </a:lstStyle>
    </a:txDef>
  </a:objectDefaults>
  <a:extraClrSchemeLst/>
  <a:custClrLst>
    <a:custClr name="MF Status Crimson">
      <a:srgbClr val="E5004C"/>
    </a:custClr>
    <a:custClr name="MF Status Apricot">
      <a:srgbClr val="F48B34"/>
    </a:custClr>
    <a:custClr name="MF Status Yellow">
      <a:srgbClr val="FCDB1F"/>
    </a:custClr>
    <a:custClr name="MF Status Green">
      <a:srgbClr val="1AAC60"/>
    </a:custClr>
  </a:custClrLst>
  <a:extLst>
    <a:ext uri="{05A4C25C-085E-4340-85A3-A5531E510DB2}">
      <thm15:themeFamily xmlns:thm15="http://schemas.microsoft.com/office/thememl/2012/main" name="Presentation_2017" id="{EE410749-BDB7-BA44-9034-418D44443F47}" vid="{9639C47D-4534-FE4D-9883-F5A494F791BC}"/>
    </a:ext>
  </a:extLst>
</a:theme>
</file>

<file path=ppt/theme/theme2.xml><?xml version="1.0" encoding="utf-8"?>
<a:theme xmlns:a="http://schemas.openxmlformats.org/drawingml/2006/main" name="Office Theme">
  <a:themeElements>
    <a:clrScheme name="Micro Focus 2017 -2">
      <a:dk1>
        <a:srgbClr val="212E35"/>
      </a:dk1>
      <a:lt1>
        <a:sysClr val="window" lastClr="FFFFFF"/>
      </a:lt1>
      <a:dk2>
        <a:srgbClr val="0079EF"/>
      </a:dk2>
      <a:lt2>
        <a:srgbClr val="29CEFE"/>
      </a:lt2>
      <a:accent1>
        <a:srgbClr val="C6179D"/>
      </a:accent1>
      <a:accent2>
        <a:srgbClr val="7425AD"/>
      </a:accent2>
      <a:accent3>
        <a:srgbClr val="231CA5"/>
      </a:accent3>
      <a:accent4>
        <a:srgbClr val="1668C1"/>
      </a:accent4>
      <a:accent5>
        <a:srgbClr val="29CEFE"/>
      </a:accent5>
      <a:accent6>
        <a:srgbClr val="2FD6C3"/>
      </a:accent6>
      <a:hlink>
        <a:srgbClr val="231CA5"/>
      </a:hlink>
      <a:folHlink>
        <a:srgbClr val="5EAE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none" lIns="91440" tIns="45720" rIns="91440" bIns="45720" rtlCol="0" anchor="t" anchorCtr="0">
        <a:spAutoFit/>
      </a:bodyPr>
      <a:lstStyle>
        <a:defPPr algn="ctr">
          <a:defRPr sz="1467" smtClean="0">
            <a:solidFill>
              <a:schemeClr val="bg1">
                <a:lumMod val="50000"/>
              </a:schemeClr>
            </a:solidFill>
            <a:latin typeface="+mn-lt"/>
            <a:ea typeface="Roboto Light" charset="0"/>
            <a:cs typeface="Roboto Light" charset="0"/>
          </a:defRPr>
        </a:defPPr>
      </a:lstStyle>
    </a:txDef>
  </a:objectDefaults>
  <a:extraClrSchemeLst/>
  <a:extLst>
    <a:ext uri="{05A4C25C-085E-4340-85A3-A5531E510DB2}">
      <thm15:themeFamily xmlns:thm15="http://schemas.microsoft.com/office/thememl/2012/main" name="MF_16x9_preso_w-examples_template" id="{DA810A4A-D62B-452C-8E3A-3E6B8C636CF1}" vid="{34803E31-BC3F-429D-AB1C-AE40848DE618}"/>
    </a:ext>
  </a:extLst>
</a:theme>
</file>

<file path=ppt/theme/theme3.xml><?xml version="1.0" encoding="utf-8"?>
<a:theme xmlns:a="http://schemas.openxmlformats.org/drawingml/2006/main" name="1_Office Theme">
  <a:themeElements>
    <a:clrScheme name="Micro Focus 2017 -2">
      <a:dk1>
        <a:srgbClr val="212E35"/>
      </a:dk1>
      <a:lt1>
        <a:sysClr val="window" lastClr="FFFFFF"/>
      </a:lt1>
      <a:dk2>
        <a:srgbClr val="0079EF"/>
      </a:dk2>
      <a:lt2>
        <a:srgbClr val="29CEFE"/>
      </a:lt2>
      <a:accent1>
        <a:srgbClr val="C6179D"/>
      </a:accent1>
      <a:accent2>
        <a:srgbClr val="7425AD"/>
      </a:accent2>
      <a:accent3>
        <a:srgbClr val="231CA5"/>
      </a:accent3>
      <a:accent4>
        <a:srgbClr val="1668C1"/>
      </a:accent4>
      <a:accent5>
        <a:srgbClr val="29CEFE"/>
      </a:accent5>
      <a:accent6>
        <a:srgbClr val="2FD6C3"/>
      </a:accent6>
      <a:hlink>
        <a:srgbClr val="231CA5"/>
      </a:hlink>
      <a:folHlink>
        <a:srgbClr val="5EAE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none" lIns="91440" tIns="45720" rIns="91440" bIns="45720" rtlCol="0" anchor="t" anchorCtr="0">
        <a:spAutoFit/>
      </a:bodyPr>
      <a:lstStyle>
        <a:defPPr algn="ctr">
          <a:defRPr sz="1467" smtClean="0">
            <a:solidFill>
              <a:schemeClr val="bg1">
                <a:lumMod val="50000"/>
              </a:schemeClr>
            </a:solidFill>
            <a:latin typeface="+mn-lt"/>
            <a:ea typeface="Roboto Light" charset="0"/>
            <a:cs typeface="Roboto Light" charset="0"/>
          </a:defRPr>
        </a:defPPr>
      </a:lstStyle>
    </a:txDef>
  </a:objectDefaults>
  <a:extraClrSchemeLst/>
  <a:extLst>
    <a:ext uri="{05A4C25C-085E-4340-85A3-A5531E510DB2}">
      <thm15:themeFamily xmlns:thm15="http://schemas.microsoft.com/office/thememl/2012/main" name="MF_16x9_preso_w-examples_template" id="{DA810A4A-D62B-452C-8E3A-3E6B8C636CF1}" vid="{34803E31-BC3F-429D-AB1C-AE40848DE618}"/>
    </a:ext>
  </a:extLst>
</a:theme>
</file>

<file path=ppt/theme/theme4.xml><?xml version="1.0" encoding="utf-8"?>
<a:theme xmlns:a="http://schemas.openxmlformats.org/drawingml/2006/main" name="3_Office Theme">
  <a:themeElements>
    <a:clrScheme name="Micro Focus 2017 -2">
      <a:dk1>
        <a:srgbClr val="212E35"/>
      </a:dk1>
      <a:lt1>
        <a:sysClr val="window" lastClr="FFFFFF"/>
      </a:lt1>
      <a:dk2>
        <a:srgbClr val="0079EF"/>
      </a:dk2>
      <a:lt2>
        <a:srgbClr val="29CEFE"/>
      </a:lt2>
      <a:accent1>
        <a:srgbClr val="C6179D"/>
      </a:accent1>
      <a:accent2>
        <a:srgbClr val="7425AD"/>
      </a:accent2>
      <a:accent3>
        <a:srgbClr val="231CA5"/>
      </a:accent3>
      <a:accent4>
        <a:srgbClr val="1668C1"/>
      </a:accent4>
      <a:accent5>
        <a:srgbClr val="29CEFE"/>
      </a:accent5>
      <a:accent6>
        <a:srgbClr val="2FD6C3"/>
      </a:accent6>
      <a:hlink>
        <a:srgbClr val="231CA5"/>
      </a:hlink>
      <a:folHlink>
        <a:srgbClr val="5EAE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none" lIns="91440" tIns="45720" rIns="91440" bIns="45720" rtlCol="0" anchor="t" anchorCtr="0">
        <a:spAutoFit/>
      </a:bodyPr>
      <a:lstStyle>
        <a:defPPr algn="ctr">
          <a:defRPr sz="1467" smtClean="0">
            <a:solidFill>
              <a:schemeClr val="bg1">
                <a:lumMod val="50000"/>
              </a:schemeClr>
            </a:solidFill>
            <a:latin typeface="+mn-lt"/>
            <a:ea typeface="Roboto Light" charset="0"/>
            <a:cs typeface="Roboto Light" charset="0"/>
          </a:defRPr>
        </a:defPPr>
      </a:lstStyle>
    </a:txDef>
  </a:objectDefaults>
  <a:extraClrSchemeLst/>
  <a:extLst>
    <a:ext uri="{05A4C25C-085E-4340-85A3-A5531E510DB2}">
      <thm15:themeFamily xmlns:thm15="http://schemas.microsoft.com/office/thememl/2012/main" name="MF_16x9_preso_w-examples_template" id="{DA810A4A-D62B-452C-8E3A-3E6B8C636CF1}" vid="{34803E31-BC3F-429D-AB1C-AE40848DE618}"/>
    </a:ext>
  </a:extLst>
</a:theme>
</file>

<file path=ppt/theme/theme5.xml><?xml version="1.0" encoding="utf-8"?>
<a:theme xmlns:a="http://schemas.openxmlformats.org/drawingml/2006/main" name="4_Office Theme">
  <a:themeElements>
    <a:clrScheme name="Micro Focus 2017 -2">
      <a:dk1>
        <a:srgbClr val="212E35"/>
      </a:dk1>
      <a:lt1>
        <a:sysClr val="window" lastClr="FFFFFF"/>
      </a:lt1>
      <a:dk2>
        <a:srgbClr val="0079EF"/>
      </a:dk2>
      <a:lt2>
        <a:srgbClr val="29CEFE"/>
      </a:lt2>
      <a:accent1>
        <a:srgbClr val="C6179D"/>
      </a:accent1>
      <a:accent2>
        <a:srgbClr val="7425AD"/>
      </a:accent2>
      <a:accent3>
        <a:srgbClr val="231CA5"/>
      </a:accent3>
      <a:accent4>
        <a:srgbClr val="1668C1"/>
      </a:accent4>
      <a:accent5>
        <a:srgbClr val="29CEFE"/>
      </a:accent5>
      <a:accent6>
        <a:srgbClr val="2FD6C3"/>
      </a:accent6>
      <a:hlink>
        <a:srgbClr val="231CA5"/>
      </a:hlink>
      <a:folHlink>
        <a:srgbClr val="5EAE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none" lIns="91440" tIns="45720" rIns="91440" bIns="45720" rtlCol="0" anchor="t" anchorCtr="0">
        <a:spAutoFit/>
      </a:bodyPr>
      <a:lstStyle>
        <a:defPPr algn="ctr">
          <a:defRPr sz="1467" smtClean="0">
            <a:solidFill>
              <a:schemeClr val="bg1">
                <a:lumMod val="50000"/>
              </a:schemeClr>
            </a:solidFill>
            <a:latin typeface="+mn-lt"/>
            <a:ea typeface="Roboto Light" charset="0"/>
            <a:cs typeface="Roboto Light" charset="0"/>
          </a:defRPr>
        </a:defPPr>
      </a:lstStyle>
    </a:txDef>
  </a:objectDefaults>
  <a:extraClrSchemeLst/>
  <a:extLst>
    <a:ext uri="{05A4C25C-085E-4340-85A3-A5531E510DB2}">
      <thm15:themeFamily xmlns:thm15="http://schemas.microsoft.com/office/thememl/2012/main" name="MF_16x9_preso_w-examples_template" id="{DA810A4A-D62B-452C-8E3A-3E6B8C636CF1}" vid="{34803E31-BC3F-429D-AB1C-AE40848DE618}"/>
    </a:ext>
  </a:extLst>
</a:theme>
</file>

<file path=ppt/theme/theme6.xml><?xml version="1.0" encoding="utf-8"?>
<a:theme xmlns:a="http://schemas.openxmlformats.org/drawingml/2006/main" name="5_Office Theme">
  <a:themeElements>
    <a:clrScheme name="Micro Focus 2017 -2">
      <a:dk1>
        <a:srgbClr val="212E35"/>
      </a:dk1>
      <a:lt1>
        <a:sysClr val="window" lastClr="FFFFFF"/>
      </a:lt1>
      <a:dk2>
        <a:srgbClr val="0079EF"/>
      </a:dk2>
      <a:lt2>
        <a:srgbClr val="29CEFE"/>
      </a:lt2>
      <a:accent1>
        <a:srgbClr val="C6179D"/>
      </a:accent1>
      <a:accent2>
        <a:srgbClr val="7425AD"/>
      </a:accent2>
      <a:accent3>
        <a:srgbClr val="231CA5"/>
      </a:accent3>
      <a:accent4>
        <a:srgbClr val="1668C1"/>
      </a:accent4>
      <a:accent5>
        <a:srgbClr val="29CEFE"/>
      </a:accent5>
      <a:accent6>
        <a:srgbClr val="2FD6C3"/>
      </a:accent6>
      <a:hlink>
        <a:srgbClr val="231CA5"/>
      </a:hlink>
      <a:folHlink>
        <a:srgbClr val="5EAE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none" lIns="91440" tIns="45720" rIns="91440" bIns="45720" rtlCol="0" anchor="t" anchorCtr="0">
        <a:spAutoFit/>
      </a:bodyPr>
      <a:lstStyle>
        <a:defPPr algn="ctr">
          <a:defRPr sz="1467" smtClean="0">
            <a:solidFill>
              <a:schemeClr val="bg1">
                <a:lumMod val="50000"/>
              </a:schemeClr>
            </a:solidFill>
            <a:latin typeface="+mn-lt"/>
            <a:ea typeface="Roboto Light" charset="0"/>
            <a:cs typeface="Roboto Light" charset="0"/>
          </a:defRPr>
        </a:defPPr>
      </a:lstStyle>
    </a:txDef>
  </a:objectDefaults>
  <a:extraClrSchemeLst/>
  <a:extLst>
    <a:ext uri="{05A4C25C-085E-4340-85A3-A5531E510DB2}">
      <thm15:themeFamily xmlns:thm15="http://schemas.microsoft.com/office/thememl/2012/main" name="MF_16x9_preso_w-examples_template" id="{DA810A4A-D62B-452C-8E3A-3E6B8C636CF1}" vid="{34803E31-BC3F-429D-AB1C-AE40848DE618}"/>
    </a:ext>
  </a:ext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Office Theme">
  <a:themeElements>
    <a:clrScheme name="Micro Focus 2017 -2">
      <a:dk1>
        <a:srgbClr val="212E35"/>
      </a:dk1>
      <a:lt1>
        <a:sysClr val="window" lastClr="FFFFFF"/>
      </a:lt1>
      <a:dk2>
        <a:srgbClr val="0079EF"/>
      </a:dk2>
      <a:lt2>
        <a:srgbClr val="29CEFE"/>
      </a:lt2>
      <a:accent1>
        <a:srgbClr val="C6179D"/>
      </a:accent1>
      <a:accent2>
        <a:srgbClr val="7425AD"/>
      </a:accent2>
      <a:accent3>
        <a:srgbClr val="231CA5"/>
      </a:accent3>
      <a:accent4>
        <a:srgbClr val="1668C1"/>
      </a:accent4>
      <a:accent5>
        <a:srgbClr val="29CEFE"/>
      </a:accent5>
      <a:accent6>
        <a:srgbClr val="2FD6C3"/>
      </a:accent6>
      <a:hlink>
        <a:srgbClr val="231CA5"/>
      </a:hlink>
      <a:folHlink>
        <a:srgbClr val="5EAE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none" lIns="91440" tIns="45720" rIns="91440" bIns="45720" rtlCol="0" anchor="t" anchorCtr="0">
        <a:spAutoFit/>
      </a:bodyPr>
      <a:lstStyle>
        <a:defPPr algn="ctr">
          <a:defRPr sz="1467" smtClean="0">
            <a:solidFill>
              <a:schemeClr val="bg1">
                <a:lumMod val="50000"/>
              </a:schemeClr>
            </a:solidFill>
            <a:latin typeface="+mn-lt"/>
            <a:ea typeface="Roboto Light" charset="0"/>
            <a:cs typeface="Roboto Light" charset="0"/>
          </a:defRPr>
        </a:defPPr>
      </a:lstStyle>
    </a:txDef>
  </a:objectDefaults>
  <a:extraClrSchemeLst/>
  <a:extLst>
    <a:ext uri="{05A4C25C-085E-4340-85A3-A5531E510DB2}">
      <thm15:themeFamily xmlns:thm15="http://schemas.microsoft.com/office/thememl/2012/main" name="MicroFocus_PPT_Template_2017_16x9_v24_ks.pptx" id="{E8DCB267-E16F-4CC7-B84B-1753D206A592}" vid="{C54F1EA7-08CE-4753-B6D0-89CB46288E72}"/>
    </a:ext>
  </a:extLst>
</a:theme>
</file>

<file path=ppt/theme/theme9.xml><?xml version="1.0" encoding="utf-8"?>
<a:theme xmlns:a="http://schemas.openxmlformats.org/drawingml/2006/main" name="HPE_Events_Metric_16x9_v6">
  <a:themeElements>
    <a:clrScheme name="HPE">
      <a:dk1>
        <a:sysClr val="windowText" lastClr="000000"/>
      </a:dk1>
      <a:lt1>
        <a:sysClr val="window" lastClr="FFFFFF"/>
      </a:lt1>
      <a:dk2>
        <a:srgbClr val="808285"/>
      </a:dk2>
      <a:lt2>
        <a:srgbClr val="C6C9CA"/>
      </a:lt2>
      <a:accent1>
        <a:srgbClr val="2AD2C9"/>
      </a:accent1>
      <a:accent2>
        <a:srgbClr val="614767"/>
      </a:accent2>
      <a:accent3>
        <a:srgbClr val="FF8D6D"/>
      </a:accent3>
      <a:accent4>
        <a:srgbClr val="5F7A76"/>
      </a:accent4>
      <a:accent5>
        <a:srgbClr val="C6C9CA"/>
      </a:accent5>
      <a:accent6>
        <a:srgbClr val="808285"/>
      </a:accent6>
      <a:hlink>
        <a:srgbClr val="01A982"/>
      </a:hlink>
      <a:folHlink>
        <a:srgbClr val="01A982"/>
      </a:folHlink>
    </a:clrScheme>
    <a:fontScheme name="MetricHPE">
      <a:majorFont>
        <a:latin typeface="MetricHPE"/>
        <a:ea typeface=""/>
        <a:cs typeface=""/>
      </a:majorFont>
      <a:minorFont>
        <a:latin typeface="MetricH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6"/>
        </a:solidFill>
        <a:ln w="19050">
          <a:solidFill>
            <a:schemeClr val="accent6"/>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1|169|130">
      <a:srgbClr val="01A982"/>
    </a:custClr>
    <a:custClr name="128|116|110">
      <a:srgbClr val="80746E"/>
    </a:custClr>
    <a:custClr name="66|85|99">
      <a:srgbClr val="425563"/>
    </a:custClr>
  </a:custClrLst>
  <a:extLst>
    <a:ext uri="{05A4C25C-085E-4340-85A3-A5531E510DB2}">
      <thm15:themeFamily xmlns:thm15="http://schemas.microsoft.com/office/thememl/2012/main" name="Presentation17" id="{A1AB954D-BE3A-2C49-9DFF-E5FF62AF5625}" vid="{27A50060-5E1C-984C-AF59-EEF400ACDA2B}"/>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MF Status Crimson">
      <a:srgbClr val="E5004C"/>
    </a:custClr>
    <a:custClr name="MF Status Apricot">
      <a:srgbClr val="F48B34"/>
    </a:custClr>
    <a:custClr name="MF Status Yellow">
      <a:srgbClr val="FCDB1F"/>
    </a:custClr>
    <a:custClr name="MF Status Green">
      <a:srgbClr val="1AAC60"/>
    </a:custClr>
  </a:custClr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03BCB38-008C-E349-A4FC-E674450CD1CA}">
  <we:reference id="wa104381063" version="1.0.0.0" store="en-US" storeType="OMEX"/>
  <we:alternateReferences>
    <we:reference id="wa104381063" version="1.0.0.0"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Presentation_2017</Template>
  <TotalTime>86269</TotalTime>
  <Words>3701</Words>
  <Application>Microsoft Office PowerPoint</Application>
  <PresentationFormat>Widescreen</PresentationFormat>
  <Paragraphs>465</Paragraphs>
  <Slides>25</Slides>
  <Notes>25</Notes>
  <HiddenSlides>0</HiddenSlides>
  <MMClips>0</MMClips>
  <ScaleCrop>false</ScaleCrop>
  <HeadingPairs>
    <vt:vector size="6" baseType="variant">
      <vt:variant>
        <vt:lpstr>Fonts Used</vt:lpstr>
      </vt:variant>
      <vt:variant>
        <vt:i4>8</vt:i4>
      </vt:variant>
      <vt:variant>
        <vt:lpstr>Theme</vt:lpstr>
      </vt:variant>
      <vt:variant>
        <vt:i4>9</vt:i4>
      </vt:variant>
      <vt:variant>
        <vt:lpstr>Slide Titles</vt:lpstr>
      </vt:variant>
      <vt:variant>
        <vt:i4>25</vt:i4>
      </vt:variant>
    </vt:vector>
  </HeadingPairs>
  <TitlesOfParts>
    <vt:vector size="42" baseType="lpstr">
      <vt:lpstr>Arial</vt:lpstr>
      <vt:lpstr>Calibri</vt:lpstr>
      <vt:lpstr>Calibri Light</vt:lpstr>
      <vt:lpstr>HP Simplified</vt:lpstr>
      <vt:lpstr>Metric</vt:lpstr>
      <vt:lpstr>MetricHPE</vt:lpstr>
      <vt:lpstr>Roboto Light</vt:lpstr>
      <vt:lpstr>Wingdings</vt:lpstr>
      <vt:lpstr>Micro Focus Theme v5</vt:lpstr>
      <vt:lpstr>Office Theme</vt:lpstr>
      <vt:lpstr>1_Office Theme</vt:lpstr>
      <vt:lpstr>3_Office Theme</vt:lpstr>
      <vt:lpstr>4_Office Theme</vt:lpstr>
      <vt:lpstr>5_Office Theme</vt:lpstr>
      <vt:lpstr>6_Office Theme</vt:lpstr>
      <vt:lpstr>2_Office Theme</vt:lpstr>
      <vt:lpstr>HPE_Events_Metric_16x9_v6</vt:lpstr>
      <vt:lpstr>Secure Content Management Foundations Overview </vt:lpstr>
      <vt:lpstr>Agenda </vt:lpstr>
      <vt:lpstr>Trends  </vt:lpstr>
      <vt:lpstr>Today’s Information Reality</vt:lpstr>
      <vt:lpstr>Information Governance is also critical to manage risk</vt:lpstr>
      <vt:lpstr>Customer Challenges </vt:lpstr>
      <vt:lpstr>Customer Concerns Governance, Compliance, Security and Costs</vt:lpstr>
      <vt:lpstr>Solution Capabilities</vt:lpstr>
      <vt:lpstr>Secure Content Management Suite</vt:lpstr>
      <vt:lpstr>Structured Data Manager </vt:lpstr>
      <vt:lpstr>ControlPoint </vt:lpstr>
      <vt:lpstr>Content Manager </vt:lpstr>
      <vt:lpstr>SCM – Solution Architecture</vt:lpstr>
      <vt:lpstr>SCM – A structured approach to governance</vt:lpstr>
      <vt:lpstr>Business Value</vt:lpstr>
      <vt:lpstr>How our customers are leveraging SCM</vt:lpstr>
      <vt:lpstr>Customer Success</vt:lpstr>
      <vt:lpstr>International Criminal Court</vt:lpstr>
      <vt:lpstr>BMW Financial Services</vt:lpstr>
      <vt:lpstr>Competition</vt:lpstr>
      <vt:lpstr>Secure Content Management</vt:lpstr>
      <vt:lpstr>Summary</vt:lpstr>
      <vt:lpstr>Secure Content Management</vt:lpstr>
      <vt:lpstr>Knowledge Check</vt:lpstr>
      <vt:lpstr>Thank you</vt:lpstr>
    </vt:vector>
  </TitlesOfParts>
  <Company>Novell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Focus Presentation Template</dc:title>
  <dc:creator>Karlin Stokes</dc:creator>
  <cp:lastModifiedBy>Ranmal, Rajan</cp:lastModifiedBy>
  <cp:revision>610</cp:revision>
  <dcterms:created xsi:type="dcterms:W3CDTF">2017-10-11T15:55:15Z</dcterms:created>
  <dcterms:modified xsi:type="dcterms:W3CDTF">2018-12-10T17:40:20Z</dcterms:modified>
</cp:coreProperties>
</file>