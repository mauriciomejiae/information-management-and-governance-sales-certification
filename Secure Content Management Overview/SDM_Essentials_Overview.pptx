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theme/theme3.xml" ContentType="application/vnd.openxmlformats-officedocument.theme+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57" r:id="rId1"/>
    <p:sldMasterId id="2147483980" r:id="rId2"/>
    <p:sldMasterId id="2147484049" r:id="rId3"/>
    <p:sldMasterId id="2147484208" r:id="rId4"/>
  </p:sldMasterIdLst>
  <p:notesMasterIdLst>
    <p:notesMasterId r:id="rId30"/>
  </p:notesMasterIdLst>
  <p:sldIdLst>
    <p:sldId id="258" r:id="rId5"/>
    <p:sldId id="341" r:id="rId6"/>
    <p:sldId id="285" r:id="rId7"/>
    <p:sldId id="563" r:id="rId8"/>
    <p:sldId id="564" r:id="rId9"/>
    <p:sldId id="296" r:id="rId10"/>
    <p:sldId id="565" r:id="rId11"/>
    <p:sldId id="566" r:id="rId12"/>
    <p:sldId id="529" r:id="rId13"/>
    <p:sldId id="297" r:id="rId14"/>
    <p:sldId id="567" r:id="rId15"/>
    <p:sldId id="568" r:id="rId16"/>
    <p:sldId id="572" r:id="rId17"/>
    <p:sldId id="570" r:id="rId18"/>
    <p:sldId id="571" r:id="rId19"/>
    <p:sldId id="343" r:id="rId20"/>
    <p:sldId id="573" r:id="rId21"/>
    <p:sldId id="574" r:id="rId22"/>
    <p:sldId id="344" r:id="rId23"/>
    <p:sldId id="575" r:id="rId24"/>
    <p:sldId id="320" r:id="rId25"/>
    <p:sldId id="577" r:id="rId26"/>
    <p:sldId id="576" r:id="rId27"/>
    <p:sldId id="578" r:id="rId28"/>
    <p:sldId id="321" r:id="rId29"/>
  </p:sldIdLst>
  <p:sldSz cx="12192000" cy="6858000"/>
  <p:notesSz cx="6858000" cy="9144000"/>
  <p:defaultText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4B4C221F-E14F-B142-A344-0B0DC7711EEF}">
          <p14:sldIdLst/>
        </p14:section>
        <p14:section name="Overview" id="{E4F0A0FA-C584-1348-8442-D84B69ABAF5D}">
          <p14:sldIdLst>
            <p14:sldId id="258"/>
            <p14:sldId id="341"/>
            <p14:sldId id="285"/>
            <p14:sldId id="563"/>
            <p14:sldId id="564"/>
            <p14:sldId id="296"/>
            <p14:sldId id="565"/>
            <p14:sldId id="566"/>
            <p14:sldId id="529"/>
            <p14:sldId id="297"/>
            <p14:sldId id="567"/>
            <p14:sldId id="568"/>
            <p14:sldId id="572"/>
            <p14:sldId id="570"/>
            <p14:sldId id="571"/>
            <p14:sldId id="343"/>
            <p14:sldId id="573"/>
            <p14:sldId id="574"/>
            <p14:sldId id="344"/>
            <p14:sldId id="575"/>
            <p14:sldId id="320"/>
            <p14:sldId id="577"/>
            <p14:sldId id="576"/>
            <p14:sldId id="578"/>
          </p14:sldIdLst>
        </p14:section>
        <p14:section name="Summary" id="{9F176DA3-0D70-CB43-9D31-9DE0E4828D73}">
          <p14:sldIdLst>
            <p14:sldId id="321"/>
          </p14:sldIdLst>
        </p14:section>
        <p14:section name="Appendix" id="{A5605A56-FE7F-D846-B21D-49C59850396C}">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arlin Stokes" initials="KS" lastIdx="2" clrIdx="0">
    <p:extLst/>
  </p:cmAuthor>
  <p:cmAuthor id="2" name="david groom" initials="dg"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89F1"/>
    <a:srgbClr val="5CA9F5"/>
    <a:srgbClr val="231CA5"/>
    <a:srgbClr val="A6A6A6"/>
    <a:srgbClr val="2FD6C3"/>
    <a:srgbClr val="7424AD"/>
    <a:srgbClr val="3896F3"/>
    <a:srgbClr val="C6179D"/>
    <a:srgbClr val="FFFFFF"/>
    <a:srgbClr val="33A9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75" autoAdjust="0"/>
    <p:restoredTop sz="76028" autoAdjust="0"/>
  </p:normalViewPr>
  <p:slideViewPr>
    <p:cSldViewPr snapToGrid="0" showGuides="1">
      <p:cViewPr varScale="1">
        <p:scale>
          <a:sx n="86" d="100"/>
          <a:sy n="86" d="100"/>
        </p:scale>
        <p:origin x="1380" y="96"/>
      </p:cViewPr>
      <p:guideLst>
        <p:guide orient="horz" pos="2160"/>
        <p:guide pos="3840"/>
      </p:guideLst>
    </p:cSldViewPr>
  </p:slideViewPr>
  <p:outlineViewPr>
    <p:cViewPr>
      <p:scale>
        <a:sx n="33" d="100"/>
        <a:sy n="33" d="100"/>
      </p:scale>
      <p:origin x="0" y="-20748"/>
    </p:cViewPr>
  </p:outlineViewPr>
  <p:notesTextViewPr>
    <p:cViewPr>
      <p:scale>
        <a:sx n="100" d="100"/>
        <a:sy n="100" d="100"/>
      </p:scale>
      <p:origin x="0" y="0"/>
    </p:cViewPr>
  </p:notesTextViewPr>
  <p:sorterViewPr>
    <p:cViewPr>
      <p:scale>
        <a:sx n="200" d="100"/>
        <a:sy n="200" d="100"/>
      </p:scale>
      <p:origin x="0" y="0"/>
    </p:cViewPr>
  </p:sorterViewPr>
  <p:notesViewPr>
    <p:cSldViewPr snapToGrid="0">
      <p:cViewPr varScale="1">
        <p:scale>
          <a:sx n="169" d="100"/>
          <a:sy n="169" d="100"/>
        </p:scale>
        <p:origin x="6272"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commentAuthors" Target="commentAuthor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051475-A909-4718-B385-42A58AA65149}" type="doc">
      <dgm:prSet loTypeId="urn:microsoft.com/office/officeart/2008/layout/VerticalCurvedList" loCatId="list" qsTypeId="urn:microsoft.com/office/officeart/2005/8/quickstyle/simple1" qsCatId="simple" csTypeId="urn:microsoft.com/office/officeart/2005/8/colors/accent1_2" csCatId="accent1" phldr="1"/>
      <dgm:spPr/>
      <dgm:t>
        <a:bodyPr/>
        <a:lstStyle/>
        <a:p>
          <a:endParaRPr lang="en-US"/>
        </a:p>
      </dgm:t>
    </dgm:pt>
    <dgm:pt modelId="{093891A5-9106-4832-9390-E918B9C3D03F}">
      <dgm:prSet phldrT="[Text]" custT="1"/>
      <dgm:spPr>
        <a:xfrm>
          <a:off x="509752" y="346808"/>
          <a:ext cx="4060960" cy="693978"/>
        </a:xfrm>
        <a:solidFill>
          <a:schemeClr val="accent1"/>
        </a:solidFill>
        <a:ln w="12700" cap="flat" cmpd="sng" algn="ctr">
          <a:solidFill>
            <a:sysClr val="window" lastClr="FFFFFF">
              <a:hueOff val="0"/>
              <a:satOff val="0"/>
              <a:lumOff val="0"/>
              <a:alphaOff val="0"/>
            </a:sysClr>
          </a:solidFill>
          <a:prstDash val="solid"/>
          <a:miter lim="800000"/>
        </a:ln>
        <a:effectLst/>
      </dgm:spPr>
      <dgm:t>
        <a:bodyPr/>
        <a:lstStyle/>
        <a:p>
          <a:r>
            <a:rPr lang="en-US" sz="1600" b="1" dirty="0">
              <a:solidFill>
                <a:sysClr val="window" lastClr="FFFFFF"/>
              </a:solidFill>
              <a:latin typeface="+mn-lt"/>
              <a:ea typeface="+mn-ea"/>
              <a:cs typeface="+mn-cs"/>
            </a:rPr>
            <a:t>Exploding Footprint</a:t>
          </a:r>
        </a:p>
      </dgm:t>
    </dgm:pt>
    <dgm:pt modelId="{D9A5AEF7-73D5-47F5-AA34-CE72663580E9}" type="parTrans" cxnId="{C19E17D3-5D80-4239-8223-E3FE68D1D330}">
      <dgm:prSet/>
      <dgm:spPr/>
      <dgm:t>
        <a:bodyPr/>
        <a:lstStyle/>
        <a:p>
          <a:endParaRPr lang="en-US">
            <a:latin typeface="+mn-lt"/>
          </a:endParaRPr>
        </a:p>
      </dgm:t>
    </dgm:pt>
    <dgm:pt modelId="{FBC05099-B5C1-4012-A625-5243622A26BD}" type="sibTrans" cxnId="{C19E17D3-5D80-4239-8223-E3FE68D1D330}">
      <dgm:prSet/>
      <dgm:spPr>
        <a:xfrm>
          <a:off x="-5100108" y="-781298"/>
          <a:ext cx="6073637" cy="6073637"/>
        </a:xfrm>
        <a:solidFill>
          <a:schemeClr val="accent2"/>
        </a:solidFill>
        <a:ln w="12700" cap="flat" cmpd="sng" algn="ctr">
          <a:solidFill>
            <a:srgbClr val="5B9BD5">
              <a:shade val="60000"/>
              <a:hueOff val="0"/>
              <a:satOff val="0"/>
              <a:lumOff val="0"/>
              <a:alphaOff val="0"/>
            </a:srgbClr>
          </a:solidFill>
          <a:prstDash val="solid"/>
          <a:miter lim="800000"/>
        </a:ln>
        <a:effectLst/>
      </dgm:spPr>
      <dgm:t>
        <a:bodyPr/>
        <a:lstStyle/>
        <a:p>
          <a:endParaRPr lang="en-US">
            <a:latin typeface="+mn-lt"/>
          </a:endParaRPr>
        </a:p>
      </dgm:t>
    </dgm:pt>
    <dgm:pt modelId="{3EA19A02-A890-4FF9-9B62-862F4507F607}">
      <dgm:prSet phldrT="[Text]" custT="1"/>
      <dgm:spPr>
        <a:xfrm>
          <a:off x="907626" y="2429104"/>
          <a:ext cx="3663086" cy="693978"/>
        </a:xfrm>
        <a:solidFill>
          <a:schemeClr val="accent3"/>
        </a:solidFill>
        <a:ln w="12700" cap="flat" cmpd="sng" algn="ctr">
          <a:solidFill>
            <a:sysClr val="window" lastClr="FFFFFF">
              <a:hueOff val="0"/>
              <a:satOff val="0"/>
              <a:lumOff val="0"/>
              <a:alphaOff val="0"/>
            </a:sysClr>
          </a:solidFill>
          <a:prstDash val="solid"/>
          <a:miter lim="800000"/>
        </a:ln>
        <a:effectLst/>
      </dgm:spPr>
      <dgm:t>
        <a:bodyPr/>
        <a:lstStyle/>
        <a:p>
          <a:r>
            <a:rPr lang="en-US" sz="1600" b="1" dirty="0">
              <a:solidFill>
                <a:sysClr val="window" lastClr="FFFFFF"/>
              </a:solidFill>
              <a:latin typeface="+mn-lt"/>
              <a:ea typeface="+mn-ea"/>
              <a:cs typeface="+mn-cs"/>
            </a:rPr>
            <a:t>Analytics Availability</a:t>
          </a:r>
        </a:p>
      </dgm:t>
    </dgm:pt>
    <dgm:pt modelId="{BEE86DDB-E970-4E0F-ADCD-536FE62F4D9A}" type="parTrans" cxnId="{7B8302BE-A65B-48B9-9665-F36A88B58760}">
      <dgm:prSet/>
      <dgm:spPr/>
      <dgm:t>
        <a:bodyPr/>
        <a:lstStyle/>
        <a:p>
          <a:endParaRPr lang="en-US">
            <a:latin typeface="+mn-lt"/>
          </a:endParaRPr>
        </a:p>
      </dgm:t>
    </dgm:pt>
    <dgm:pt modelId="{7689A7FB-213A-4DFC-94CC-803534227D86}" type="sibTrans" cxnId="{7B8302BE-A65B-48B9-9665-F36A88B58760}">
      <dgm:prSet/>
      <dgm:spPr/>
      <dgm:t>
        <a:bodyPr/>
        <a:lstStyle/>
        <a:p>
          <a:endParaRPr lang="en-US">
            <a:latin typeface="+mn-lt"/>
          </a:endParaRPr>
        </a:p>
      </dgm:t>
    </dgm:pt>
    <dgm:pt modelId="{58108029-EEBC-4F2B-8B5B-5234327F71A0}">
      <dgm:prSet phldrT="[Text]" custT="1"/>
      <dgm:spPr>
        <a:xfrm>
          <a:off x="509752" y="3470252"/>
          <a:ext cx="4060960" cy="693978"/>
        </a:xfrm>
        <a:solidFill>
          <a:schemeClr val="accent4"/>
        </a:solidFill>
        <a:ln w="12700" cap="flat" cmpd="sng" algn="ctr">
          <a:solidFill>
            <a:sysClr val="window" lastClr="FFFFFF">
              <a:hueOff val="0"/>
              <a:satOff val="0"/>
              <a:lumOff val="0"/>
              <a:alphaOff val="0"/>
            </a:sysClr>
          </a:solidFill>
          <a:prstDash val="solid"/>
          <a:miter lim="800000"/>
        </a:ln>
        <a:effectLst/>
      </dgm:spPr>
      <dgm:t>
        <a:bodyPr/>
        <a:lstStyle/>
        <a:p>
          <a:r>
            <a:rPr lang="en-US" sz="1600" b="1" dirty="0">
              <a:solidFill>
                <a:sysClr val="window" lastClr="FFFFFF"/>
              </a:solidFill>
              <a:latin typeface="+mn-lt"/>
              <a:ea typeface="+mn-ea"/>
              <a:cs typeface="+mn-cs"/>
            </a:rPr>
            <a:t>Slow Performance</a:t>
          </a:r>
        </a:p>
      </dgm:t>
    </dgm:pt>
    <dgm:pt modelId="{66925051-528C-41EA-A7CA-F88880B34C95}" type="parTrans" cxnId="{0C7407AB-B64E-4A2B-B6DD-19B9DF9FB019}">
      <dgm:prSet/>
      <dgm:spPr/>
      <dgm:t>
        <a:bodyPr/>
        <a:lstStyle/>
        <a:p>
          <a:endParaRPr lang="en-US">
            <a:latin typeface="+mn-lt"/>
          </a:endParaRPr>
        </a:p>
      </dgm:t>
    </dgm:pt>
    <dgm:pt modelId="{0FF683EC-1D2B-4C53-856A-E2E0557D8FB6}" type="sibTrans" cxnId="{0C7407AB-B64E-4A2B-B6DD-19B9DF9FB019}">
      <dgm:prSet/>
      <dgm:spPr/>
      <dgm:t>
        <a:bodyPr/>
        <a:lstStyle/>
        <a:p>
          <a:endParaRPr lang="en-US">
            <a:latin typeface="+mn-lt"/>
          </a:endParaRPr>
        </a:p>
      </dgm:t>
    </dgm:pt>
    <dgm:pt modelId="{A97D2284-E3AF-4B38-B295-225A572B679C}">
      <dgm:prSet custT="1"/>
      <dgm:spPr>
        <a:xfrm>
          <a:off x="907626" y="1387956"/>
          <a:ext cx="3663086" cy="693978"/>
        </a:xfrm>
        <a:solidFill>
          <a:schemeClr val="accent6"/>
        </a:solidFill>
        <a:ln w="12700" cap="flat" cmpd="sng" algn="ctr">
          <a:solidFill>
            <a:sysClr val="window" lastClr="FFFFFF">
              <a:hueOff val="0"/>
              <a:satOff val="0"/>
              <a:lumOff val="0"/>
              <a:alphaOff val="0"/>
            </a:sysClr>
          </a:solidFill>
          <a:prstDash val="solid"/>
          <a:miter lim="800000"/>
        </a:ln>
        <a:effectLst/>
      </dgm:spPr>
      <dgm:t>
        <a:bodyPr/>
        <a:lstStyle/>
        <a:p>
          <a:r>
            <a:rPr lang="en-US" sz="1600" b="1" dirty="0">
              <a:solidFill>
                <a:sysClr val="window" lastClr="FFFFFF"/>
              </a:solidFill>
              <a:latin typeface="+mn-lt"/>
              <a:ea typeface="+mn-ea"/>
              <a:cs typeface="+mn-cs"/>
            </a:rPr>
            <a:t>Policy Management</a:t>
          </a:r>
        </a:p>
      </dgm:t>
    </dgm:pt>
    <dgm:pt modelId="{732EFABA-4DFA-416F-80B0-A8354D9064F7}" type="parTrans" cxnId="{C2F7C244-218A-492C-8834-6DF8C9EE0F5B}">
      <dgm:prSet/>
      <dgm:spPr/>
      <dgm:t>
        <a:bodyPr/>
        <a:lstStyle/>
        <a:p>
          <a:endParaRPr lang="en-US">
            <a:latin typeface="+mn-lt"/>
          </a:endParaRPr>
        </a:p>
      </dgm:t>
    </dgm:pt>
    <dgm:pt modelId="{2D7A3A73-1A5F-4F87-A874-3E4592FAF7A8}" type="sibTrans" cxnId="{C2F7C244-218A-492C-8834-6DF8C9EE0F5B}">
      <dgm:prSet/>
      <dgm:spPr/>
      <dgm:t>
        <a:bodyPr/>
        <a:lstStyle/>
        <a:p>
          <a:endParaRPr lang="en-US">
            <a:latin typeface="+mn-lt"/>
          </a:endParaRPr>
        </a:p>
      </dgm:t>
    </dgm:pt>
    <dgm:pt modelId="{AF4FB73E-B4A0-4C95-B5A1-BD673BD9D6F7}" type="pres">
      <dgm:prSet presAssocID="{93051475-A909-4718-B385-42A58AA65149}" presName="Name0" presStyleCnt="0">
        <dgm:presLayoutVars>
          <dgm:chMax val="7"/>
          <dgm:chPref val="7"/>
          <dgm:dir/>
        </dgm:presLayoutVars>
      </dgm:prSet>
      <dgm:spPr/>
    </dgm:pt>
    <dgm:pt modelId="{7424B91A-9855-40B9-9923-07ECC3C04E64}" type="pres">
      <dgm:prSet presAssocID="{93051475-A909-4718-B385-42A58AA65149}" presName="Name1" presStyleCnt="0"/>
      <dgm:spPr/>
    </dgm:pt>
    <dgm:pt modelId="{4546C4CE-A2B9-4A80-BFCE-3902396AFCAD}" type="pres">
      <dgm:prSet presAssocID="{93051475-A909-4718-B385-42A58AA65149}" presName="cycle" presStyleCnt="0"/>
      <dgm:spPr/>
    </dgm:pt>
    <dgm:pt modelId="{D530380E-AA34-494C-9C71-345D72238E35}" type="pres">
      <dgm:prSet presAssocID="{93051475-A909-4718-B385-42A58AA65149}" presName="srcNode" presStyleLbl="node1" presStyleIdx="0" presStyleCnt="4"/>
      <dgm:spPr/>
    </dgm:pt>
    <dgm:pt modelId="{CB474881-E12B-45C1-AA18-8E32808A1E44}" type="pres">
      <dgm:prSet presAssocID="{93051475-A909-4718-B385-42A58AA65149}" presName="conn" presStyleLbl="parChTrans1D2" presStyleIdx="0" presStyleCnt="1"/>
      <dgm:spPr>
        <a:prstGeom prst="blockArc">
          <a:avLst>
            <a:gd name="adj1" fmla="val 18900000"/>
            <a:gd name="adj2" fmla="val 2700000"/>
            <a:gd name="adj3" fmla="val 356"/>
          </a:avLst>
        </a:prstGeom>
      </dgm:spPr>
    </dgm:pt>
    <dgm:pt modelId="{21CCD8A2-C98B-4FB2-BE09-B0E77CFDE6A2}" type="pres">
      <dgm:prSet presAssocID="{93051475-A909-4718-B385-42A58AA65149}" presName="extraNode" presStyleLbl="node1" presStyleIdx="0" presStyleCnt="4"/>
      <dgm:spPr/>
    </dgm:pt>
    <dgm:pt modelId="{A71A4CF1-7395-48D6-A432-2CDF2290721C}" type="pres">
      <dgm:prSet presAssocID="{93051475-A909-4718-B385-42A58AA65149}" presName="dstNode" presStyleLbl="node1" presStyleIdx="0" presStyleCnt="4"/>
      <dgm:spPr/>
    </dgm:pt>
    <dgm:pt modelId="{72AB46DC-A7E8-44E3-B833-670DAF4786C2}" type="pres">
      <dgm:prSet presAssocID="{093891A5-9106-4832-9390-E918B9C3D03F}" presName="text_1" presStyleLbl="node1" presStyleIdx="0" presStyleCnt="4">
        <dgm:presLayoutVars>
          <dgm:bulletEnabled val="1"/>
        </dgm:presLayoutVars>
      </dgm:prSet>
      <dgm:spPr>
        <a:prstGeom prst="rect">
          <a:avLst/>
        </a:prstGeom>
      </dgm:spPr>
    </dgm:pt>
    <dgm:pt modelId="{00BFD670-5018-4435-95D0-C0F89E72E5C0}" type="pres">
      <dgm:prSet presAssocID="{093891A5-9106-4832-9390-E918B9C3D03F}" presName="accent_1" presStyleCnt="0"/>
      <dgm:spPr/>
    </dgm:pt>
    <dgm:pt modelId="{A47D2252-26B2-4BD8-B33A-0FF121A6C8DC}" type="pres">
      <dgm:prSet presAssocID="{093891A5-9106-4832-9390-E918B9C3D03F}" presName="accentRepeatNode" presStyleLbl="solidFgAcc1" presStyleIdx="0" presStyleCnt="4"/>
      <dgm:spPr>
        <a:xfrm>
          <a:off x="76016" y="260061"/>
          <a:ext cx="867472" cy="867472"/>
        </a:xfrm>
        <a:prstGeom prst="ellipse">
          <a:avLst/>
        </a:prstGeom>
        <a:ln w="12700" cap="flat" cmpd="sng" algn="ctr">
          <a:solidFill>
            <a:schemeClr val="accent1"/>
          </a:solidFill>
          <a:prstDash val="solid"/>
          <a:miter lim="800000"/>
        </a:ln>
        <a:effectLst/>
      </dgm:spPr>
    </dgm:pt>
    <dgm:pt modelId="{F09C0F9F-D2A6-47FF-AFC8-150FC23106FA}" type="pres">
      <dgm:prSet presAssocID="{A97D2284-E3AF-4B38-B295-225A572B679C}" presName="text_2" presStyleLbl="node1" presStyleIdx="1" presStyleCnt="4">
        <dgm:presLayoutVars>
          <dgm:bulletEnabled val="1"/>
        </dgm:presLayoutVars>
      </dgm:prSet>
      <dgm:spPr>
        <a:prstGeom prst="rect">
          <a:avLst/>
        </a:prstGeom>
      </dgm:spPr>
    </dgm:pt>
    <dgm:pt modelId="{023A72DF-369D-4410-AD4C-9C75FFE4ADEC}" type="pres">
      <dgm:prSet presAssocID="{A97D2284-E3AF-4B38-B295-225A572B679C}" presName="accent_2" presStyleCnt="0"/>
      <dgm:spPr/>
    </dgm:pt>
    <dgm:pt modelId="{1F1CFBAC-863D-4CAE-B6AE-C2E90A5DD415}" type="pres">
      <dgm:prSet presAssocID="{A97D2284-E3AF-4B38-B295-225A572B679C}" presName="accentRepeatNode" presStyleLbl="solidFgAcc1" presStyleIdx="1" presStyleCnt="4"/>
      <dgm:spPr>
        <a:xfrm>
          <a:off x="473890" y="1301209"/>
          <a:ext cx="867472" cy="867472"/>
        </a:xfrm>
        <a:prstGeom prst="ellipse">
          <a:avLst/>
        </a:prstGeom>
        <a:ln w="12700" cap="flat" cmpd="sng" algn="ctr">
          <a:solidFill>
            <a:schemeClr val="accent6"/>
          </a:solidFill>
          <a:prstDash val="solid"/>
          <a:miter lim="800000"/>
        </a:ln>
        <a:effectLst/>
      </dgm:spPr>
    </dgm:pt>
    <dgm:pt modelId="{CD78C415-A87E-46AD-ADAB-200B059C6BA5}" type="pres">
      <dgm:prSet presAssocID="{3EA19A02-A890-4FF9-9B62-862F4507F607}" presName="text_3" presStyleLbl="node1" presStyleIdx="2" presStyleCnt="4">
        <dgm:presLayoutVars>
          <dgm:bulletEnabled val="1"/>
        </dgm:presLayoutVars>
      </dgm:prSet>
      <dgm:spPr>
        <a:prstGeom prst="rect">
          <a:avLst/>
        </a:prstGeom>
      </dgm:spPr>
    </dgm:pt>
    <dgm:pt modelId="{FE44B003-45FC-478E-8BAE-9A14C6F4EFCB}" type="pres">
      <dgm:prSet presAssocID="{3EA19A02-A890-4FF9-9B62-862F4507F607}" presName="accent_3" presStyleCnt="0"/>
      <dgm:spPr/>
    </dgm:pt>
    <dgm:pt modelId="{A1B9335B-E5C5-460E-8A4E-ED54D82114C7}" type="pres">
      <dgm:prSet presAssocID="{3EA19A02-A890-4FF9-9B62-862F4507F607}" presName="accentRepeatNode" presStyleLbl="solidFgAcc1" presStyleIdx="2" presStyleCnt="4"/>
      <dgm:spPr>
        <a:xfrm>
          <a:off x="473890" y="2342357"/>
          <a:ext cx="867472" cy="867472"/>
        </a:xfrm>
        <a:prstGeom prst="ellipse">
          <a:avLst/>
        </a:prstGeom>
        <a:ln w="12700" cap="flat" cmpd="sng" algn="ctr">
          <a:solidFill>
            <a:schemeClr val="accent3"/>
          </a:solidFill>
          <a:prstDash val="solid"/>
          <a:miter lim="800000"/>
        </a:ln>
        <a:effectLst/>
      </dgm:spPr>
    </dgm:pt>
    <dgm:pt modelId="{332ED530-466C-4309-86DA-BC3AE75A8675}" type="pres">
      <dgm:prSet presAssocID="{58108029-EEBC-4F2B-8B5B-5234327F71A0}" presName="text_4" presStyleLbl="node1" presStyleIdx="3" presStyleCnt="4">
        <dgm:presLayoutVars>
          <dgm:bulletEnabled val="1"/>
        </dgm:presLayoutVars>
      </dgm:prSet>
      <dgm:spPr>
        <a:prstGeom prst="rect">
          <a:avLst/>
        </a:prstGeom>
      </dgm:spPr>
    </dgm:pt>
    <dgm:pt modelId="{2DB94AED-009C-4FC7-B3A5-54D2247F5AD4}" type="pres">
      <dgm:prSet presAssocID="{58108029-EEBC-4F2B-8B5B-5234327F71A0}" presName="accent_4" presStyleCnt="0"/>
      <dgm:spPr/>
    </dgm:pt>
    <dgm:pt modelId="{61D392FE-EB63-4F62-B125-E423260C8064}" type="pres">
      <dgm:prSet presAssocID="{58108029-EEBC-4F2B-8B5B-5234327F71A0}" presName="accentRepeatNode" presStyleLbl="solidFgAcc1" presStyleIdx="3" presStyleCnt="4"/>
      <dgm:spPr>
        <a:xfrm>
          <a:off x="76016" y="3383505"/>
          <a:ext cx="867472" cy="867472"/>
        </a:xfrm>
        <a:prstGeom prst="ellipse">
          <a:avLst/>
        </a:prstGeom>
        <a:ln w="12700" cap="flat" cmpd="sng" algn="ctr">
          <a:solidFill>
            <a:schemeClr val="accent4"/>
          </a:solidFill>
          <a:prstDash val="solid"/>
          <a:miter lim="800000"/>
        </a:ln>
        <a:effectLst/>
      </dgm:spPr>
    </dgm:pt>
  </dgm:ptLst>
  <dgm:cxnLst>
    <dgm:cxn modelId="{0BEA8D30-F741-4FBA-BB83-F67A468672D1}" type="presOf" srcId="{93051475-A909-4718-B385-42A58AA65149}" destId="{AF4FB73E-B4A0-4C95-B5A1-BD673BD9D6F7}" srcOrd="0" destOrd="0" presId="urn:microsoft.com/office/officeart/2008/layout/VerticalCurvedList"/>
    <dgm:cxn modelId="{E052BC5B-1E9F-4F83-AA69-50002545421E}" type="presOf" srcId="{A97D2284-E3AF-4B38-B295-225A572B679C}" destId="{F09C0F9F-D2A6-47FF-AFC8-150FC23106FA}" srcOrd="0" destOrd="0" presId="urn:microsoft.com/office/officeart/2008/layout/VerticalCurvedList"/>
    <dgm:cxn modelId="{C2F7C244-218A-492C-8834-6DF8C9EE0F5B}" srcId="{93051475-A909-4718-B385-42A58AA65149}" destId="{A97D2284-E3AF-4B38-B295-225A572B679C}" srcOrd="1" destOrd="0" parTransId="{732EFABA-4DFA-416F-80B0-A8354D9064F7}" sibTransId="{2D7A3A73-1A5F-4F87-A874-3E4592FAF7A8}"/>
    <dgm:cxn modelId="{0C7407AB-B64E-4A2B-B6DD-19B9DF9FB019}" srcId="{93051475-A909-4718-B385-42A58AA65149}" destId="{58108029-EEBC-4F2B-8B5B-5234327F71A0}" srcOrd="3" destOrd="0" parTransId="{66925051-528C-41EA-A7CA-F88880B34C95}" sibTransId="{0FF683EC-1D2B-4C53-856A-E2E0557D8FB6}"/>
    <dgm:cxn modelId="{0537B0B9-CFF8-4571-B9EA-52A5C29F06E0}" type="presOf" srcId="{FBC05099-B5C1-4012-A625-5243622A26BD}" destId="{CB474881-E12B-45C1-AA18-8E32808A1E44}" srcOrd="0" destOrd="0" presId="urn:microsoft.com/office/officeart/2008/layout/VerticalCurvedList"/>
    <dgm:cxn modelId="{E8F56FBD-FD13-4426-82AC-0577D3A7F1AB}" type="presOf" srcId="{093891A5-9106-4832-9390-E918B9C3D03F}" destId="{72AB46DC-A7E8-44E3-B833-670DAF4786C2}" srcOrd="0" destOrd="0" presId="urn:microsoft.com/office/officeart/2008/layout/VerticalCurvedList"/>
    <dgm:cxn modelId="{7B8302BE-A65B-48B9-9665-F36A88B58760}" srcId="{93051475-A909-4718-B385-42A58AA65149}" destId="{3EA19A02-A890-4FF9-9B62-862F4507F607}" srcOrd="2" destOrd="0" parTransId="{BEE86DDB-E970-4E0F-ADCD-536FE62F4D9A}" sibTransId="{7689A7FB-213A-4DFC-94CC-803534227D86}"/>
    <dgm:cxn modelId="{C19E17D3-5D80-4239-8223-E3FE68D1D330}" srcId="{93051475-A909-4718-B385-42A58AA65149}" destId="{093891A5-9106-4832-9390-E918B9C3D03F}" srcOrd="0" destOrd="0" parTransId="{D9A5AEF7-73D5-47F5-AA34-CE72663580E9}" sibTransId="{FBC05099-B5C1-4012-A625-5243622A26BD}"/>
    <dgm:cxn modelId="{3545A5DC-48F0-43A7-8E2C-4FE06DEE893C}" type="presOf" srcId="{3EA19A02-A890-4FF9-9B62-862F4507F607}" destId="{CD78C415-A87E-46AD-ADAB-200B059C6BA5}" srcOrd="0" destOrd="0" presId="urn:microsoft.com/office/officeart/2008/layout/VerticalCurvedList"/>
    <dgm:cxn modelId="{06EA76F9-62A3-4C70-B0BF-B4108F222C07}" type="presOf" srcId="{58108029-EEBC-4F2B-8B5B-5234327F71A0}" destId="{332ED530-466C-4309-86DA-BC3AE75A8675}" srcOrd="0" destOrd="0" presId="urn:microsoft.com/office/officeart/2008/layout/VerticalCurvedList"/>
    <dgm:cxn modelId="{6B282DC1-89B9-493F-AE44-E3E7407EF033}" type="presParOf" srcId="{AF4FB73E-B4A0-4C95-B5A1-BD673BD9D6F7}" destId="{7424B91A-9855-40B9-9923-07ECC3C04E64}" srcOrd="0" destOrd="0" presId="urn:microsoft.com/office/officeart/2008/layout/VerticalCurvedList"/>
    <dgm:cxn modelId="{763A5596-8246-48B3-B785-96E26371B29C}" type="presParOf" srcId="{7424B91A-9855-40B9-9923-07ECC3C04E64}" destId="{4546C4CE-A2B9-4A80-BFCE-3902396AFCAD}" srcOrd="0" destOrd="0" presId="urn:microsoft.com/office/officeart/2008/layout/VerticalCurvedList"/>
    <dgm:cxn modelId="{763E0C90-A844-4F67-9216-12280ABC86D8}" type="presParOf" srcId="{4546C4CE-A2B9-4A80-BFCE-3902396AFCAD}" destId="{D530380E-AA34-494C-9C71-345D72238E35}" srcOrd="0" destOrd="0" presId="urn:microsoft.com/office/officeart/2008/layout/VerticalCurvedList"/>
    <dgm:cxn modelId="{DD95628C-D8C5-4BCF-B12C-10B652DC0BA9}" type="presParOf" srcId="{4546C4CE-A2B9-4A80-BFCE-3902396AFCAD}" destId="{CB474881-E12B-45C1-AA18-8E32808A1E44}" srcOrd="1" destOrd="0" presId="urn:microsoft.com/office/officeart/2008/layout/VerticalCurvedList"/>
    <dgm:cxn modelId="{BD59DD04-2D17-4FDE-86E4-CF0A65B8F6F1}" type="presParOf" srcId="{4546C4CE-A2B9-4A80-BFCE-3902396AFCAD}" destId="{21CCD8A2-C98B-4FB2-BE09-B0E77CFDE6A2}" srcOrd="2" destOrd="0" presId="urn:microsoft.com/office/officeart/2008/layout/VerticalCurvedList"/>
    <dgm:cxn modelId="{A8F0144B-513E-418E-883F-C47E14B55B25}" type="presParOf" srcId="{4546C4CE-A2B9-4A80-BFCE-3902396AFCAD}" destId="{A71A4CF1-7395-48D6-A432-2CDF2290721C}" srcOrd="3" destOrd="0" presId="urn:microsoft.com/office/officeart/2008/layout/VerticalCurvedList"/>
    <dgm:cxn modelId="{87A2965A-944D-4FCA-8D33-B0EDB1551B77}" type="presParOf" srcId="{7424B91A-9855-40B9-9923-07ECC3C04E64}" destId="{72AB46DC-A7E8-44E3-B833-670DAF4786C2}" srcOrd="1" destOrd="0" presId="urn:microsoft.com/office/officeart/2008/layout/VerticalCurvedList"/>
    <dgm:cxn modelId="{CCF2E57F-9C54-434F-8F5A-F6EF9059B4D0}" type="presParOf" srcId="{7424B91A-9855-40B9-9923-07ECC3C04E64}" destId="{00BFD670-5018-4435-95D0-C0F89E72E5C0}" srcOrd="2" destOrd="0" presId="urn:microsoft.com/office/officeart/2008/layout/VerticalCurvedList"/>
    <dgm:cxn modelId="{67FFB608-3D3B-4145-BB38-C70E4C119F7F}" type="presParOf" srcId="{00BFD670-5018-4435-95D0-C0F89E72E5C0}" destId="{A47D2252-26B2-4BD8-B33A-0FF121A6C8DC}" srcOrd="0" destOrd="0" presId="urn:microsoft.com/office/officeart/2008/layout/VerticalCurvedList"/>
    <dgm:cxn modelId="{7E639FC1-CE8F-40C4-A193-726A01A21081}" type="presParOf" srcId="{7424B91A-9855-40B9-9923-07ECC3C04E64}" destId="{F09C0F9F-D2A6-47FF-AFC8-150FC23106FA}" srcOrd="3" destOrd="0" presId="urn:microsoft.com/office/officeart/2008/layout/VerticalCurvedList"/>
    <dgm:cxn modelId="{819EDCAA-4C35-46BB-8337-10D5770D42F2}" type="presParOf" srcId="{7424B91A-9855-40B9-9923-07ECC3C04E64}" destId="{023A72DF-369D-4410-AD4C-9C75FFE4ADEC}" srcOrd="4" destOrd="0" presId="urn:microsoft.com/office/officeart/2008/layout/VerticalCurvedList"/>
    <dgm:cxn modelId="{D366F0D5-E930-4D47-9A32-3F22A5722E3D}" type="presParOf" srcId="{023A72DF-369D-4410-AD4C-9C75FFE4ADEC}" destId="{1F1CFBAC-863D-4CAE-B6AE-C2E90A5DD415}" srcOrd="0" destOrd="0" presId="urn:microsoft.com/office/officeart/2008/layout/VerticalCurvedList"/>
    <dgm:cxn modelId="{6E9E3D0E-BFB8-4002-8A7B-28EAE2B9931F}" type="presParOf" srcId="{7424B91A-9855-40B9-9923-07ECC3C04E64}" destId="{CD78C415-A87E-46AD-ADAB-200B059C6BA5}" srcOrd="5" destOrd="0" presId="urn:microsoft.com/office/officeart/2008/layout/VerticalCurvedList"/>
    <dgm:cxn modelId="{688B18CE-8BA2-401B-9858-CD01E712E264}" type="presParOf" srcId="{7424B91A-9855-40B9-9923-07ECC3C04E64}" destId="{FE44B003-45FC-478E-8BAE-9A14C6F4EFCB}" srcOrd="6" destOrd="0" presId="urn:microsoft.com/office/officeart/2008/layout/VerticalCurvedList"/>
    <dgm:cxn modelId="{5DF26FAB-39CF-4A87-8E4E-342174498C3E}" type="presParOf" srcId="{FE44B003-45FC-478E-8BAE-9A14C6F4EFCB}" destId="{A1B9335B-E5C5-460E-8A4E-ED54D82114C7}" srcOrd="0" destOrd="0" presId="urn:microsoft.com/office/officeart/2008/layout/VerticalCurvedList"/>
    <dgm:cxn modelId="{2BEB51CA-457B-41B8-9EB8-9CD8A414B422}" type="presParOf" srcId="{7424B91A-9855-40B9-9923-07ECC3C04E64}" destId="{332ED530-466C-4309-86DA-BC3AE75A8675}" srcOrd="7" destOrd="0" presId="urn:microsoft.com/office/officeart/2008/layout/VerticalCurvedList"/>
    <dgm:cxn modelId="{AFCF59E0-3444-4114-9052-DB0483DF9350}" type="presParOf" srcId="{7424B91A-9855-40B9-9923-07ECC3C04E64}" destId="{2DB94AED-009C-4FC7-B3A5-54D2247F5AD4}" srcOrd="8" destOrd="0" presId="urn:microsoft.com/office/officeart/2008/layout/VerticalCurvedList"/>
    <dgm:cxn modelId="{025AFF30-5C83-480B-8339-14134329E60D}" type="presParOf" srcId="{2DB94AED-009C-4FC7-B3A5-54D2247F5AD4}" destId="{61D392FE-EB63-4F62-B125-E423260C8064}" srcOrd="0" destOrd="0" presId="urn:microsoft.com/office/officeart/2008/layout/VerticalCurv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474881-E12B-45C1-AA18-8E32808A1E44}">
      <dsp:nvSpPr>
        <dsp:cNvPr id="0" name=""/>
        <dsp:cNvSpPr/>
      </dsp:nvSpPr>
      <dsp:spPr>
        <a:xfrm>
          <a:off x="-5100108" y="-781298"/>
          <a:ext cx="6073637" cy="6073637"/>
        </a:xfrm>
        <a:prstGeom prst="blockArc">
          <a:avLst>
            <a:gd name="adj1" fmla="val 18900000"/>
            <a:gd name="adj2" fmla="val 2700000"/>
            <a:gd name="adj3" fmla="val 356"/>
          </a:avLst>
        </a:prstGeom>
        <a:solidFill>
          <a:schemeClr val="accent2"/>
        </a:solidFill>
        <a:ln w="12700" cap="flat" cmpd="sng" algn="ctr">
          <a:solidFill>
            <a:srgbClr val="5B9BD5">
              <a:shade val="60000"/>
              <a:hueOff val="0"/>
              <a:satOff val="0"/>
              <a:lumOff val="0"/>
              <a:alphaOff val="0"/>
            </a:srgbClr>
          </a:solidFill>
          <a:prstDash val="solid"/>
          <a:miter lim="800000"/>
        </a:ln>
        <a:effectLst/>
      </dsp:spPr>
      <dsp:style>
        <a:lnRef idx="2">
          <a:scrgbClr r="0" g="0" b="0"/>
        </a:lnRef>
        <a:fillRef idx="0">
          <a:scrgbClr r="0" g="0" b="0"/>
        </a:fillRef>
        <a:effectRef idx="0">
          <a:scrgbClr r="0" g="0" b="0"/>
        </a:effectRef>
        <a:fontRef idx="minor"/>
      </dsp:style>
    </dsp:sp>
    <dsp:sp modelId="{72AB46DC-A7E8-44E3-B833-670DAF4786C2}">
      <dsp:nvSpPr>
        <dsp:cNvPr id="0" name=""/>
        <dsp:cNvSpPr/>
      </dsp:nvSpPr>
      <dsp:spPr>
        <a:xfrm>
          <a:off x="509752" y="346808"/>
          <a:ext cx="4060960" cy="693978"/>
        </a:xfrm>
        <a:prstGeom prst="rect">
          <a:avLst/>
        </a:prstGeom>
        <a:solidFill>
          <a:schemeClr val="accent1"/>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0845" tIns="40640" rIns="40640" bIns="4064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ysClr val="window" lastClr="FFFFFF"/>
              </a:solidFill>
              <a:latin typeface="+mn-lt"/>
              <a:ea typeface="+mn-ea"/>
              <a:cs typeface="+mn-cs"/>
            </a:rPr>
            <a:t>Exploding Footprint</a:t>
          </a:r>
        </a:p>
      </dsp:txBody>
      <dsp:txXfrm>
        <a:off x="509752" y="346808"/>
        <a:ext cx="4060960" cy="693978"/>
      </dsp:txXfrm>
    </dsp:sp>
    <dsp:sp modelId="{A47D2252-26B2-4BD8-B33A-0FF121A6C8DC}">
      <dsp:nvSpPr>
        <dsp:cNvPr id="0" name=""/>
        <dsp:cNvSpPr/>
      </dsp:nvSpPr>
      <dsp:spPr>
        <a:xfrm>
          <a:off x="76016" y="260061"/>
          <a:ext cx="867472" cy="867472"/>
        </a:xfrm>
        <a:prstGeom prst="ellipse">
          <a:avLst/>
        </a:prstGeom>
        <a:solidFill>
          <a:schemeClr val="lt1">
            <a:hueOff val="0"/>
            <a:satOff val="0"/>
            <a:lumOff val="0"/>
            <a:alphaOff val="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dsp:style>
    </dsp:sp>
    <dsp:sp modelId="{F09C0F9F-D2A6-47FF-AFC8-150FC23106FA}">
      <dsp:nvSpPr>
        <dsp:cNvPr id="0" name=""/>
        <dsp:cNvSpPr/>
      </dsp:nvSpPr>
      <dsp:spPr>
        <a:xfrm>
          <a:off x="907626" y="1387956"/>
          <a:ext cx="3663086" cy="693978"/>
        </a:xfrm>
        <a:prstGeom prst="rect">
          <a:avLst/>
        </a:prstGeom>
        <a:solidFill>
          <a:schemeClr val="accent6"/>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0845" tIns="40640" rIns="40640" bIns="4064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ysClr val="window" lastClr="FFFFFF"/>
              </a:solidFill>
              <a:latin typeface="+mn-lt"/>
              <a:ea typeface="+mn-ea"/>
              <a:cs typeface="+mn-cs"/>
            </a:rPr>
            <a:t>Policy Management</a:t>
          </a:r>
        </a:p>
      </dsp:txBody>
      <dsp:txXfrm>
        <a:off x="907626" y="1387956"/>
        <a:ext cx="3663086" cy="693978"/>
      </dsp:txXfrm>
    </dsp:sp>
    <dsp:sp modelId="{1F1CFBAC-863D-4CAE-B6AE-C2E90A5DD415}">
      <dsp:nvSpPr>
        <dsp:cNvPr id="0" name=""/>
        <dsp:cNvSpPr/>
      </dsp:nvSpPr>
      <dsp:spPr>
        <a:xfrm>
          <a:off x="473890" y="1301209"/>
          <a:ext cx="867472" cy="867472"/>
        </a:xfrm>
        <a:prstGeom prst="ellipse">
          <a:avLst/>
        </a:prstGeom>
        <a:solidFill>
          <a:schemeClr val="lt1">
            <a:hueOff val="0"/>
            <a:satOff val="0"/>
            <a:lumOff val="0"/>
            <a:alphaOff val="0"/>
          </a:schemeClr>
        </a:solidFill>
        <a:ln w="12700" cap="flat" cmpd="sng" algn="ctr">
          <a:solidFill>
            <a:schemeClr val="accent6"/>
          </a:solidFill>
          <a:prstDash val="solid"/>
          <a:miter lim="800000"/>
        </a:ln>
        <a:effectLst/>
      </dsp:spPr>
      <dsp:style>
        <a:lnRef idx="2">
          <a:scrgbClr r="0" g="0" b="0"/>
        </a:lnRef>
        <a:fillRef idx="1">
          <a:scrgbClr r="0" g="0" b="0"/>
        </a:fillRef>
        <a:effectRef idx="0">
          <a:scrgbClr r="0" g="0" b="0"/>
        </a:effectRef>
        <a:fontRef idx="minor"/>
      </dsp:style>
    </dsp:sp>
    <dsp:sp modelId="{CD78C415-A87E-46AD-ADAB-200B059C6BA5}">
      <dsp:nvSpPr>
        <dsp:cNvPr id="0" name=""/>
        <dsp:cNvSpPr/>
      </dsp:nvSpPr>
      <dsp:spPr>
        <a:xfrm>
          <a:off x="907626" y="2429104"/>
          <a:ext cx="3663086" cy="693978"/>
        </a:xfrm>
        <a:prstGeom prst="rect">
          <a:avLst/>
        </a:prstGeom>
        <a:solidFill>
          <a:schemeClr val="accent3"/>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0845" tIns="40640" rIns="40640" bIns="4064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ysClr val="window" lastClr="FFFFFF"/>
              </a:solidFill>
              <a:latin typeface="+mn-lt"/>
              <a:ea typeface="+mn-ea"/>
              <a:cs typeface="+mn-cs"/>
            </a:rPr>
            <a:t>Analytics Availability</a:t>
          </a:r>
        </a:p>
      </dsp:txBody>
      <dsp:txXfrm>
        <a:off x="907626" y="2429104"/>
        <a:ext cx="3663086" cy="693978"/>
      </dsp:txXfrm>
    </dsp:sp>
    <dsp:sp modelId="{A1B9335B-E5C5-460E-8A4E-ED54D82114C7}">
      <dsp:nvSpPr>
        <dsp:cNvPr id="0" name=""/>
        <dsp:cNvSpPr/>
      </dsp:nvSpPr>
      <dsp:spPr>
        <a:xfrm>
          <a:off x="473890" y="2342357"/>
          <a:ext cx="867472" cy="867472"/>
        </a:xfrm>
        <a:prstGeom prst="ellipse">
          <a:avLst/>
        </a:prstGeom>
        <a:solidFill>
          <a:schemeClr val="lt1">
            <a:hueOff val="0"/>
            <a:satOff val="0"/>
            <a:lumOff val="0"/>
            <a:alphaOff val="0"/>
          </a:schemeClr>
        </a:solidFill>
        <a:ln w="12700" cap="flat" cmpd="sng" algn="ctr">
          <a:solidFill>
            <a:schemeClr val="accent3"/>
          </a:solidFill>
          <a:prstDash val="solid"/>
          <a:miter lim="800000"/>
        </a:ln>
        <a:effectLst/>
      </dsp:spPr>
      <dsp:style>
        <a:lnRef idx="2">
          <a:scrgbClr r="0" g="0" b="0"/>
        </a:lnRef>
        <a:fillRef idx="1">
          <a:scrgbClr r="0" g="0" b="0"/>
        </a:fillRef>
        <a:effectRef idx="0">
          <a:scrgbClr r="0" g="0" b="0"/>
        </a:effectRef>
        <a:fontRef idx="minor"/>
      </dsp:style>
    </dsp:sp>
    <dsp:sp modelId="{332ED530-466C-4309-86DA-BC3AE75A8675}">
      <dsp:nvSpPr>
        <dsp:cNvPr id="0" name=""/>
        <dsp:cNvSpPr/>
      </dsp:nvSpPr>
      <dsp:spPr>
        <a:xfrm>
          <a:off x="509752" y="3470252"/>
          <a:ext cx="4060960" cy="693978"/>
        </a:xfrm>
        <a:prstGeom prst="rect">
          <a:avLst/>
        </a:prstGeom>
        <a:solidFill>
          <a:schemeClr val="accent4"/>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50845" tIns="40640" rIns="40640" bIns="40640" numCol="1" spcCol="1270" anchor="ctr" anchorCtr="0">
          <a:noAutofit/>
        </a:bodyPr>
        <a:lstStyle/>
        <a:p>
          <a:pPr marL="0" lvl="0" indent="0" algn="l" defTabSz="711200">
            <a:lnSpc>
              <a:spcPct val="90000"/>
            </a:lnSpc>
            <a:spcBef>
              <a:spcPct val="0"/>
            </a:spcBef>
            <a:spcAft>
              <a:spcPct val="35000"/>
            </a:spcAft>
            <a:buNone/>
          </a:pPr>
          <a:r>
            <a:rPr lang="en-US" sz="1600" b="1" kern="1200" dirty="0">
              <a:solidFill>
                <a:sysClr val="window" lastClr="FFFFFF"/>
              </a:solidFill>
              <a:latin typeface="+mn-lt"/>
              <a:ea typeface="+mn-ea"/>
              <a:cs typeface="+mn-cs"/>
            </a:rPr>
            <a:t>Slow Performance</a:t>
          </a:r>
        </a:p>
      </dsp:txBody>
      <dsp:txXfrm>
        <a:off x="509752" y="3470252"/>
        <a:ext cx="4060960" cy="693978"/>
      </dsp:txXfrm>
    </dsp:sp>
    <dsp:sp modelId="{61D392FE-EB63-4F62-B125-E423260C8064}">
      <dsp:nvSpPr>
        <dsp:cNvPr id="0" name=""/>
        <dsp:cNvSpPr/>
      </dsp:nvSpPr>
      <dsp:spPr>
        <a:xfrm>
          <a:off x="76016" y="3383505"/>
          <a:ext cx="867472" cy="867472"/>
        </a:xfrm>
        <a:prstGeom prst="ellipse">
          <a:avLst/>
        </a:prstGeom>
        <a:solidFill>
          <a:schemeClr val="lt1">
            <a:hueOff val="0"/>
            <a:satOff val="0"/>
            <a:lumOff val="0"/>
            <a:alphaOff val="0"/>
          </a:schemeClr>
        </a:solidFill>
        <a:ln w="1270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91440" rIns="91440" bIns="45720" rtlCol="0"/>
          <a:lstStyle>
            <a:lvl1pPr algn="l">
              <a:defRPr sz="10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91440" rIns="457200" bIns="91440" rtlCol="0"/>
          <a:lstStyle>
            <a:lvl1pPr algn="r">
              <a:defRPr sz="1000"/>
            </a:lvl1pPr>
          </a:lstStyle>
          <a:p>
            <a:fld id="{D6F4137A-32A9-4E3E-80A1-313294284C14}" type="datetimeFigureOut">
              <a:rPr lang="en-US" smtClean="0"/>
              <a:pPr/>
              <a:t>1/30/2019</a:t>
            </a:fld>
            <a:endParaRPr lang="en-US"/>
          </a:p>
        </p:txBody>
      </p:sp>
      <p:sp>
        <p:nvSpPr>
          <p:cNvPr id="4" name="Slide Image Placeholder 3"/>
          <p:cNvSpPr>
            <a:spLocks noGrp="1" noRot="1" noChangeAspect="1"/>
          </p:cNvSpPr>
          <p:nvPr>
            <p:ph type="sldImg" idx="2"/>
          </p:nvPr>
        </p:nvSpPr>
        <p:spPr>
          <a:xfrm>
            <a:off x="457200" y="457200"/>
            <a:ext cx="5943600" cy="3337560"/>
          </a:xfrm>
          <a:prstGeom prst="rect">
            <a:avLst/>
          </a:prstGeom>
          <a:noFill/>
          <a:ln w="127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57200" y="3931920"/>
            <a:ext cx="5943600" cy="475488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13716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411480" bIns="137160" rtlCol="0" anchor="b"/>
          <a:lstStyle>
            <a:lvl1pPr algn="r">
              <a:defRPr sz="1200"/>
            </a:lvl1pPr>
          </a:lstStyle>
          <a:p>
            <a:fld id="{EF956D5C-5EF9-4233-82C8-1D8C4F6E2EDC}" type="slidenum">
              <a:rPr lang="en-US" smtClean="0"/>
              <a:t>‹#›</a:t>
            </a:fld>
            <a:endParaRPr lang="en-US"/>
          </a:p>
        </p:txBody>
      </p:sp>
    </p:spTree>
    <p:extLst>
      <p:ext uri="{BB962C8B-B14F-4D97-AF65-F5344CB8AC3E}">
        <p14:creationId xmlns:p14="http://schemas.microsoft.com/office/powerpoint/2010/main" val="1369405924"/>
      </p:ext>
    </p:extLst>
  </p:cSld>
  <p:clrMap bg1="lt1" tx1="dk1" bg2="lt2" tx2="dk2" accent1="accent1" accent2="accent2" accent3="accent3" accent4="accent4" accent5="accent5" accent6="accent6" hlink="hlink" folHlink="folHlink"/>
  <p:notesStyle>
    <a:lvl1pPr marL="0" algn="l" defTabSz="914377" rtl="0" eaLnBrk="1" latinLnBrk="0" hangingPunct="1">
      <a:lnSpc>
        <a:spcPct val="90000"/>
      </a:lnSpc>
      <a:defRPr sz="1000" kern="1200">
        <a:solidFill>
          <a:schemeClr val="tx1"/>
        </a:solidFill>
        <a:latin typeface="+mn-lt"/>
        <a:ea typeface="+mn-ea"/>
        <a:cs typeface="+mn-cs"/>
      </a:defRPr>
    </a:lvl1pPr>
    <a:lvl2pPr marL="457189" algn="l" defTabSz="914377" rtl="0" eaLnBrk="1" latinLnBrk="0" hangingPunct="1">
      <a:lnSpc>
        <a:spcPct val="90000"/>
      </a:lnSpc>
      <a:defRPr sz="1000" kern="1200">
        <a:solidFill>
          <a:schemeClr val="tx1"/>
        </a:solidFill>
        <a:latin typeface="+mn-lt"/>
        <a:ea typeface="+mn-ea"/>
        <a:cs typeface="+mn-cs"/>
      </a:defRPr>
    </a:lvl2pPr>
    <a:lvl3pPr marL="914377" algn="l" defTabSz="914377" rtl="0" eaLnBrk="1" latinLnBrk="0" hangingPunct="1">
      <a:lnSpc>
        <a:spcPct val="90000"/>
      </a:lnSpc>
      <a:defRPr sz="1000" kern="1200">
        <a:solidFill>
          <a:schemeClr val="tx1"/>
        </a:solidFill>
        <a:latin typeface="+mn-lt"/>
        <a:ea typeface="+mn-ea"/>
        <a:cs typeface="+mn-cs"/>
      </a:defRPr>
    </a:lvl3pPr>
    <a:lvl4pPr marL="1371566" algn="l" defTabSz="914377" rtl="0" eaLnBrk="1" latinLnBrk="0" hangingPunct="1">
      <a:lnSpc>
        <a:spcPct val="90000"/>
      </a:lnSpc>
      <a:defRPr sz="1000" kern="1200">
        <a:solidFill>
          <a:schemeClr val="tx1"/>
        </a:solidFill>
        <a:latin typeface="+mn-lt"/>
        <a:ea typeface="+mn-ea"/>
        <a:cs typeface="+mn-cs"/>
      </a:defRPr>
    </a:lvl4pPr>
    <a:lvl5pPr marL="1828754" algn="l" defTabSz="914377" rtl="0" eaLnBrk="1" latinLnBrk="0" hangingPunct="1">
      <a:lnSpc>
        <a:spcPct val="90000"/>
      </a:lnSpc>
      <a:defRPr sz="1000" kern="1200">
        <a:solidFill>
          <a:schemeClr val="tx1"/>
        </a:solidFill>
        <a:latin typeface="+mn-lt"/>
        <a:ea typeface="+mn-ea"/>
        <a:cs typeface="+mn-cs"/>
      </a:defRPr>
    </a:lvl5pPr>
    <a:lvl6pPr marL="2285943" algn="l" defTabSz="914377" rtl="0" eaLnBrk="1" latinLnBrk="0" hangingPunct="1">
      <a:defRPr sz="1200" kern="1200">
        <a:solidFill>
          <a:schemeClr val="tx1"/>
        </a:solidFill>
        <a:latin typeface="+mn-lt"/>
        <a:ea typeface="+mn-ea"/>
        <a:cs typeface="+mn-cs"/>
      </a:defRPr>
    </a:lvl6pPr>
    <a:lvl7pPr marL="2743131" algn="l" defTabSz="914377" rtl="0" eaLnBrk="1" latinLnBrk="0" hangingPunct="1">
      <a:defRPr sz="1200" kern="1200">
        <a:solidFill>
          <a:schemeClr val="tx1"/>
        </a:solidFill>
        <a:latin typeface="+mn-lt"/>
        <a:ea typeface="+mn-ea"/>
        <a:cs typeface="+mn-cs"/>
      </a:defRPr>
    </a:lvl7pPr>
    <a:lvl8pPr marL="3200320" algn="l" defTabSz="914377" rtl="0" eaLnBrk="1" latinLnBrk="0" hangingPunct="1">
      <a:defRPr sz="1200" kern="1200">
        <a:solidFill>
          <a:schemeClr val="tx1"/>
        </a:solidFill>
        <a:latin typeface="+mn-lt"/>
        <a:ea typeface="+mn-ea"/>
        <a:cs typeface="+mn-cs"/>
      </a:defRPr>
    </a:lvl8pPr>
    <a:lvl9pPr marL="3657509" algn="l" defTabSz="914377"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1</a:t>
            </a:fld>
            <a:endParaRPr lang="en-US"/>
          </a:p>
        </p:txBody>
      </p:sp>
    </p:spTree>
    <p:extLst>
      <p:ext uri="{BB962C8B-B14F-4D97-AF65-F5344CB8AC3E}">
        <p14:creationId xmlns:p14="http://schemas.microsoft.com/office/powerpoint/2010/main" val="294821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2</a:t>
            </a:fld>
            <a:endParaRPr lang="en-US"/>
          </a:p>
        </p:txBody>
      </p:sp>
    </p:spTree>
    <p:extLst>
      <p:ext uri="{BB962C8B-B14F-4D97-AF65-F5344CB8AC3E}">
        <p14:creationId xmlns:p14="http://schemas.microsoft.com/office/powerpoint/2010/main" val="19149738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90000"/>
              </a:lnSpc>
              <a:spcBef>
                <a:spcPts val="0"/>
              </a:spcBef>
              <a:spcAft>
                <a:spcPts val="0"/>
              </a:spcAft>
              <a:buClrTx/>
              <a:buSzTx/>
              <a:buFontTx/>
              <a:buNone/>
              <a:tabLst/>
              <a:defRPr/>
            </a:pPr>
            <a:r>
              <a:rPr lang="en-GB" sz="1000" dirty="0"/>
              <a:t>Let’s take a look at some of</a:t>
            </a:r>
            <a:r>
              <a:rPr lang="en-GB" sz="1000" baseline="0" dirty="0"/>
              <a:t> the industry trends in the Enterprise Content Management Industry</a:t>
            </a:r>
            <a:endParaRPr lang="en-US" dirty="0"/>
          </a:p>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3</a:t>
            </a:fld>
            <a:endParaRPr lang="en-US"/>
          </a:p>
        </p:txBody>
      </p:sp>
    </p:spTree>
    <p:extLst>
      <p:ext uri="{BB962C8B-B14F-4D97-AF65-F5344CB8AC3E}">
        <p14:creationId xmlns:p14="http://schemas.microsoft.com/office/powerpoint/2010/main" val="15492804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a:bodyPr>
          <a:lstStyle/>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
              <a:tabLst/>
              <a:defRPr/>
            </a:pPr>
            <a:r>
              <a:rPr lang="en-AU" sz="1000" dirty="0">
                <a:solidFill>
                  <a:schemeClr val="tx2"/>
                </a:solidFill>
              </a:rPr>
              <a:t>Traditionally</a:t>
            </a:r>
            <a:r>
              <a:rPr lang="en-AU" sz="1000" baseline="0" dirty="0">
                <a:solidFill>
                  <a:schemeClr val="tx2"/>
                </a:solidFill>
              </a:rPr>
              <a:t> ECM focused on business process and collaboration however with increasing global regulations and privacy concerns these need to be balanced with information security and regulatory compliance across the information lifecycle.</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
              <a:tabLst/>
              <a:defRPr/>
            </a:pPr>
            <a:endParaRPr lang="en-AU" sz="1000" baseline="0" dirty="0">
              <a:solidFill>
                <a:schemeClr val="tx2"/>
              </a:solidFill>
            </a:endParaRP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
              <a:tabLst/>
              <a:defRPr/>
            </a:pPr>
            <a:r>
              <a:rPr lang="en-AU" sz="1000" baseline="0" dirty="0">
                <a:solidFill>
                  <a:schemeClr val="tx2"/>
                </a:solidFill>
              </a:rPr>
              <a:t>Organizations are looking at ECM systems to help them;</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r>
              <a:rPr lang="en-AU" sz="1000" baseline="0" dirty="0">
                <a:solidFill>
                  <a:schemeClr val="tx2"/>
                </a:solidFill>
              </a:rPr>
              <a:t>&lt;Click&gt; Enhance customer focus by having accurate, relevant and contextual information, </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r>
              <a:rPr lang="en-AU" sz="1000" baseline="0" dirty="0">
                <a:solidFill>
                  <a:schemeClr val="tx2"/>
                </a:solidFill>
              </a:rPr>
              <a:t>&lt;Click&gt; Improve time to market with greater insight and increased efficiency, </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r>
              <a:rPr lang="en-AU" sz="1000" baseline="0" dirty="0">
                <a:solidFill>
                  <a:schemeClr val="tx2"/>
                </a:solidFill>
              </a:rPr>
              <a:t>&lt;Click&gt; Increase productivity with automation and workflow tools</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r>
              <a:rPr lang="en-AU" sz="1000" baseline="0" dirty="0">
                <a:solidFill>
                  <a:schemeClr val="tx2"/>
                </a:solidFill>
              </a:rPr>
              <a:t>&lt;Click&gt; Manage the cost of business systems and staff, by integrating where possible and removing time consuming manual tasks, and</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r>
              <a:rPr lang="en-AU" sz="1000" baseline="0" dirty="0">
                <a:solidFill>
                  <a:schemeClr val="tx2"/>
                </a:solidFill>
              </a:rPr>
              <a:t>&lt;Click&gt; Ensure information is secure and privacy maintained according to regulation and policy</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endParaRPr lang="en-AU" sz="1000" baseline="0" dirty="0">
              <a:solidFill>
                <a:schemeClr val="tx2"/>
              </a:solidFill>
            </a:endParaRPr>
          </a:p>
          <a:p>
            <a:pPr marL="9144" marR="0" indent="0" algn="l" defTabSz="914400" rtl="0" eaLnBrk="1" fontAlgn="auto" latinLnBrk="0" hangingPunct="1">
              <a:lnSpc>
                <a:spcPct val="100000"/>
              </a:lnSpc>
              <a:spcBef>
                <a:spcPts val="600"/>
              </a:spcBef>
              <a:spcAft>
                <a:spcPts val="0"/>
              </a:spcAft>
              <a:buClrTx/>
              <a:buSzPct val="25000"/>
              <a:buFont typeface="Arial" panose="020B0604020202020204" pitchFamily="34" charset="0"/>
              <a:buNone/>
              <a:tabLst/>
              <a:defRPr/>
            </a:pPr>
            <a:r>
              <a:rPr lang="en-AU" sz="1000" baseline="0" dirty="0">
                <a:solidFill>
                  <a:schemeClr val="tx2"/>
                </a:solidFill>
              </a:rPr>
              <a:t>&lt;Click&gt; </a:t>
            </a:r>
            <a:r>
              <a:rPr lang="en-US" dirty="0"/>
              <a:t>Organizations are undergoing varying degrees of enterprise transformation in order</a:t>
            </a:r>
            <a:r>
              <a:rPr lang="en-US" baseline="0" dirty="0"/>
              <a:t> to better manage and leverage their business information. </a:t>
            </a:r>
            <a:r>
              <a:rPr lang="en-US" dirty="0"/>
              <a:t>Policy-driven management of enterprise content</a:t>
            </a:r>
            <a:r>
              <a:rPr lang="en-US" baseline="0" dirty="0"/>
              <a:t> is the key.</a:t>
            </a:r>
            <a:endParaRPr lang="en-US" dirty="0"/>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endParaRPr lang="en-AU" sz="1000" baseline="0" dirty="0">
              <a:solidFill>
                <a:schemeClr val="tx2"/>
              </a:solidFill>
            </a:endParaRPr>
          </a:p>
          <a:p>
            <a:endParaRPr lang="en-US" dirty="0"/>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4</a:t>
            </a:fld>
            <a:endParaRPr lang="en-US">
              <a:solidFill>
                <a:prstClr val="black"/>
              </a:solidFill>
              <a:latin typeface="Arial" panose="020B0604020202020204"/>
            </a:endParaRPr>
          </a:p>
        </p:txBody>
      </p:sp>
    </p:spTree>
    <p:extLst>
      <p:ext uri="{BB962C8B-B14F-4D97-AF65-F5344CB8AC3E}">
        <p14:creationId xmlns:p14="http://schemas.microsoft.com/office/powerpoint/2010/main" val="24110992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a:bodyPr>
          <a:lstStyle/>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
              <a:tabLst/>
              <a:defRPr/>
            </a:pPr>
            <a:r>
              <a:rPr lang="en-AU" sz="1000" dirty="0">
                <a:solidFill>
                  <a:schemeClr val="tx2"/>
                </a:solidFill>
              </a:rPr>
              <a:t>Traditionally</a:t>
            </a:r>
            <a:r>
              <a:rPr lang="en-AU" sz="1000" baseline="0" dirty="0">
                <a:solidFill>
                  <a:schemeClr val="tx2"/>
                </a:solidFill>
              </a:rPr>
              <a:t> ECM focused on business process and collaboration however with increasing global regulations and privacy concerns these need to be balanced with information security and regulatory compliance across the information lifecycle.</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
              <a:tabLst/>
              <a:defRPr/>
            </a:pPr>
            <a:endParaRPr lang="en-AU" sz="1000" baseline="0" dirty="0">
              <a:solidFill>
                <a:schemeClr val="tx2"/>
              </a:solidFill>
            </a:endParaRP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
              <a:tabLst/>
              <a:defRPr/>
            </a:pPr>
            <a:r>
              <a:rPr lang="en-AU" sz="1000" baseline="0" dirty="0">
                <a:solidFill>
                  <a:schemeClr val="tx2"/>
                </a:solidFill>
              </a:rPr>
              <a:t>Organizations are looking at ECM systems to help them;</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r>
              <a:rPr lang="en-AU" sz="1000" baseline="0" dirty="0">
                <a:solidFill>
                  <a:schemeClr val="tx2"/>
                </a:solidFill>
              </a:rPr>
              <a:t>&lt;Click&gt; Enhance customer focus by having accurate, relevant and contextual information, </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r>
              <a:rPr lang="en-AU" sz="1000" baseline="0" dirty="0">
                <a:solidFill>
                  <a:schemeClr val="tx2"/>
                </a:solidFill>
              </a:rPr>
              <a:t>&lt;Click&gt; Improve time to market with greater insight and increased efficiency, </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r>
              <a:rPr lang="en-AU" sz="1000" baseline="0" dirty="0">
                <a:solidFill>
                  <a:schemeClr val="tx2"/>
                </a:solidFill>
              </a:rPr>
              <a:t>&lt;Click&gt; Increase productivity with automation and workflow tools</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r>
              <a:rPr lang="en-AU" sz="1000" baseline="0" dirty="0">
                <a:solidFill>
                  <a:schemeClr val="tx2"/>
                </a:solidFill>
              </a:rPr>
              <a:t>&lt;Click&gt; Manage the cost of business systems and staff, by integrating where possible and removing time consuming manual tasks, and</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r>
              <a:rPr lang="en-AU" sz="1000" baseline="0" dirty="0">
                <a:solidFill>
                  <a:schemeClr val="tx2"/>
                </a:solidFill>
              </a:rPr>
              <a:t>&lt;Click&gt; Ensure information is secure and privacy maintained according to regulation and policy</a:t>
            </a:r>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endParaRPr lang="en-AU" sz="1000" baseline="0" dirty="0">
              <a:solidFill>
                <a:schemeClr val="tx2"/>
              </a:solidFill>
            </a:endParaRPr>
          </a:p>
          <a:p>
            <a:pPr marL="9144" marR="0" indent="0" algn="l" defTabSz="914400" rtl="0" eaLnBrk="1" fontAlgn="auto" latinLnBrk="0" hangingPunct="1">
              <a:lnSpc>
                <a:spcPct val="100000"/>
              </a:lnSpc>
              <a:spcBef>
                <a:spcPts val="600"/>
              </a:spcBef>
              <a:spcAft>
                <a:spcPts val="0"/>
              </a:spcAft>
              <a:buClrTx/>
              <a:buSzPct val="25000"/>
              <a:buFont typeface="Arial" panose="020B0604020202020204" pitchFamily="34" charset="0"/>
              <a:buNone/>
              <a:tabLst/>
              <a:defRPr/>
            </a:pPr>
            <a:r>
              <a:rPr lang="en-AU" sz="1000" baseline="0" dirty="0">
                <a:solidFill>
                  <a:schemeClr val="tx2"/>
                </a:solidFill>
              </a:rPr>
              <a:t>&lt;Click&gt; </a:t>
            </a:r>
            <a:r>
              <a:rPr lang="en-US" dirty="0"/>
              <a:t>Organizations are undergoing varying degrees of enterprise transformation in order</a:t>
            </a:r>
            <a:r>
              <a:rPr lang="en-US" baseline="0" dirty="0"/>
              <a:t> to better manage and leverage their business information. </a:t>
            </a:r>
            <a:r>
              <a:rPr lang="en-US" dirty="0"/>
              <a:t>Policy-driven management of enterprise content</a:t>
            </a:r>
            <a:r>
              <a:rPr lang="en-US" baseline="0" dirty="0"/>
              <a:t> is the key.</a:t>
            </a:r>
            <a:endParaRPr lang="en-US" dirty="0"/>
          </a:p>
          <a:p>
            <a:pPr marL="45720" marR="0" indent="-36576" algn="l" defTabSz="914400" rtl="0" eaLnBrk="1" fontAlgn="auto" latinLnBrk="0" hangingPunct="1">
              <a:lnSpc>
                <a:spcPct val="100000"/>
              </a:lnSpc>
              <a:spcBef>
                <a:spcPts val="600"/>
              </a:spcBef>
              <a:spcAft>
                <a:spcPts val="0"/>
              </a:spcAft>
              <a:buClrTx/>
              <a:buSzPct val="25000"/>
              <a:buFont typeface="Arial" panose="020B0604020202020204" pitchFamily="34" charset="0"/>
              <a:buChar char="•"/>
              <a:tabLst/>
              <a:defRPr/>
            </a:pPr>
            <a:endParaRPr lang="en-AU" sz="1000" baseline="0" dirty="0">
              <a:solidFill>
                <a:schemeClr val="tx2"/>
              </a:solidFill>
            </a:endParaRPr>
          </a:p>
          <a:p>
            <a:endParaRPr lang="en-US" dirty="0"/>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5</a:t>
            </a:fld>
            <a:endParaRPr lang="en-US">
              <a:solidFill>
                <a:prstClr val="black"/>
              </a:solidFill>
              <a:latin typeface="Arial" panose="020B0604020202020204"/>
            </a:endParaRPr>
          </a:p>
        </p:txBody>
      </p:sp>
    </p:spTree>
    <p:extLst>
      <p:ext uri="{BB962C8B-B14F-4D97-AF65-F5344CB8AC3E}">
        <p14:creationId xmlns:p14="http://schemas.microsoft.com/office/powerpoint/2010/main" val="1189828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pPr marL="0" marR="0" lvl="0" indent="0" algn="l" defTabSz="914377" rtl="0" eaLnBrk="1" fontAlgn="auto" latinLnBrk="0" hangingPunct="1">
              <a:lnSpc>
                <a:spcPct val="90000"/>
              </a:lnSpc>
              <a:spcBef>
                <a:spcPts val="0"/>
              </a:spcBef>
              <a:spcAft>
                <a:spcPts val="0"/>
              </a:spcAft>
              <a:buClrTx/>
              <a:buSzTx/>
              <a:buFontTx/>
              <a:buNone/>
              <a:tabLst/>
              <a:defRPr/>
            </a:pPr>
            <a:r>
              <a:rPr lang="en-GB" sz="1000" dirty="0"/>
              <a:t>Let’s take a look at the how these trends</a:t>
            </a:r>
            <a:r>
              <a:rPr lang="en-GB" sz="1000" baseline="0" dirty="0"/>
              <a:t> relate to customer </a:t>
            </a:r>
            <a:r>
              <a:rPr lang="en-GB" sz="1000" dirty="0"/>
              <a:t>challenges</a:t>
            </a:r>
            <a:r>
              <a:rPr lang="en-GB" sz="1000" baseline="0" dirty="0"/>
              <a:t>.</a:t>
            </a:r>
            <a:endParaRPr lang="en-US" dirty="0"/>
          </a:p>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6</a:t>
            </a:fld>
            <a:endParaRPr lang="en-US"/>
          </a:p>
        </p:txBody>
      </p:sp>
    </p:spTree>
    <p:extLst>
      <p:ext uri="{BB962C8B-B14F-4D97-AF65-F5344CB8AC3E}">
        <p14:creationId xmlns:p14="http://schemas.microsoft.com/office/powerpoint/2010/main" val="29047347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r>
              <a:rPr lang="en-GB" dirty="0"/>
              <a:t>Most organizations</a:t>
            </a:r>
            <a:r>
              <a:rPr lang="en-GB" baseline="0" dirty="0"/>
              <a:t> have a number of business applications they use on a daily basis. </a:t>
            </a:r>
          </a:p>
          <a:p>
            <a:endParaRPr lang="en-GB" baseline="0" dirty="0"/>
          </a:p>
          <a:p>
            <a:r>
              <a:rPr lang="en-GB" baseline="0" dirty="0"/>
              <a:t>They also have a number of applications that are not used frequently but they have accumulated over time. For example </a:t>
            </a:r>
            <a:r>
              <a:rPr lang="en-GB" baseline="0" dirty="0" err="1"/>
              <a:t>i</a:t>
            </a:r>
            <a:r>
              <a:rPr lang="en-US" dirty="0"/>
              <a:t>t is common to create clones of production databases for a variety of reasons like development and testing. Organizations can also have a number of legacy applications as a result of mergers and acquisitions.</a:t>
            </a:r>
            <a:r>
              <a:rPr lang="en-US" baseline="0" dirty="0"/>
              <a:t> For example, if Firm A buys Firm B and they both use different Customer Relationship Management or CRM systems they may agree to use one system going forward but will keep the old one in case they need to access the historical data. </a:t>
            </a:r>
          </a:p>
          <a:p>
            <a:endParaRPr lang="en-GB" baseline="0" dirty="0"/>
          </a:p>
          <a:p>
            <a:r>
              <a:rPr lang="en-GB" baseline="0" dirty="0"/>
              <a:t>In some instances customers may purchase newer business applications and will keep the old version, for example a HR department may chose to switch their systems from PeopleSoft to Workday as it offers richer functionality. They will continue to keep the older PeopleSoft application should they need to access the information within it.</a:t>
            </a:r>
            <a:endParaRPr lang="en-US" baseline="0" dirty="0"/>
          </a:p>
          <a:p>
            <a:endParaRPr lang="en-US" baseline="0" dirty="0"/>
          </a:p>
          <a:p>
            <a:pPr marL="0" indent="0">
              <a:buFont typeface="+mj-lt"/>
              <a:buNone/>
            </a:pPr>
            <a:r>
              <a:rPr lang="en-GB" dirty="0"/>
              <a:t>It</a:t>
            </a:r>
            <a:r>
              <a:rPr lang="en-GB" baseline="0" dirty="0"/>
              <a:t> can become very easy for the inactive structured data within an organization to grow out of control</a:t>
            </a:r>
          </a:p>
          <a:p>
            <a:pPr marL="0" indent="0">
              <a:buFont typeface="+mj-lt"/>
              <a:buNone/>
            </a:pPr>
            <a:endParaRPr lang="en-GB" baseline="0" dirty="0"/>
          </a:p>
          <a:p>
            <a:pPr marL="0" indent="0">
              <a:buFont typeface="+mj-lt"/>
              <a:buNone/>
            </a:pPr>
            <a:endParaRPr lang="en-GB" baseline="0" dirty="0"/>
          </a:p>
          <a:p>
            <a:pPr marL="0" indent="0">
              <a:buFont typeface="+mj-lt"/>
              <a:buNone/>
            </a:pPr>
            <a:endParaRPr lang="en-GB" baseline="0" dirty="0"/>
          </a:p>
          <a:p>
            <a:pPr marL="0" indent="0">
              <a:buFont typeface="+mj-lt"/>
              <a:buNone/>
            </a:pPr>
            <a:endParaRPr lang="en-US" dirty="0"/>
          </a:p>
          <a:p>
            <a:pPr marL="232930" indent="-232930">
              <a:buFont typeface="+mj-lt"/>
              <a:buAutoNum type="arabicPeriod"/>
            </a:pPr>
            <a:endParaRPr lang="en-US" dirty="0"/>
          </a:p>
          <a:p>
            <a:pPr marL="232930" indent="-232930">
              <a:buFont typeface="+mj-lt"/>
              <a:buAutoNum type="arabicPeriod"/>
            </a:pPr>
            <a:r>
              <a:rPr lang="en-US" dirty="0"/>
              <a:t>As customers add more and more to the database, the growth is multiplied by these clones which may compromise productivity </a:t>
            </a:r>
          </a:p>
          <a:p>
            <a:pPr marL="232930" indent="-232930">
              <a:buFont typeface="+mj-lt"/>
              <a:buAutoNum type="arabicPeriod"/>
            </a:pPr>
            <a:r>
              <a:rPr lang="en-US" dirty="0"/>
              <a:t>Creates a huge amount of inactive data in an expensive environment.</a:t>
            </a:r>
          </a:p>
          <a:p>
            <a:pPr marL="232930" indent="-232930">
              <a:buFont typeface="+mj-lt"/>
              <a:buAutoNum type="arabicPeriod"/>
            </a:pPr>
            <a:r>
              <a:rPr lang="en-US" dirty="0"/>
              <a:t>Also increases risks as the data within the clones may not be properly</a:t>
            </a:r>
            <a:r>
              <a:rPr lang="en-US" baseline="0" dirty="0"/>
              <a:t> </a:t>
            </a:r>
            <a:r>
              <a:rPr lang="en-US" baseline="0" dirty="0" err="1"/>
              <a:t>goverened</a:t>
            </a:r>
            <a:r>
              <a:rPr lang="en-US" baseline="0" dirty="0"/>
              <a:t>.</a:t>
            </a:r>
            <a:endParaRPr lang="en-US" dirty="0"/>
          </a:p>
          <a:p>
            <a:endParaRPr lang="en-US" dirty="0"/>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333CC43F-F1BE-FF49-8A8A-8E4B532A5D92}" type="slidenum">
              <a:rPr lang="en-GB" smtClean="0">
                <a:solidFill>
                  <a:prstClr val="black"/>
                </a:solidFill>
                <a:latin typeface="Arial" panose="020B0604020202020204"/>
              </a:rPr>
              <a:pPr/>
              <a:t>7</a:t>
            </a:fld>
            <a:endParaRPr lang="en-GB" dirty="0">
              <a:solidFill>
                <a:prstClr val="black"/>
              </a:solidFill>
              <a:latin typeface="Arial" panose="020B0604020202020204"/>
            </a:endParaRPr>
          </a:p>
        </p:txBody>
      </p:sp>
    </p:spTree>
    <p:extLst>
      <p:ext uri="{BB962C8B-B14F-4D97-AF65-F5344CB8AC3E}">
        <p14:creationId xmlns:p14="http://schemas.microsoft.com/office/powerpoint/2010/main" val="13496782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r>
              <a:rPr lang="en-US" dirty="0"/>
              <a:t>These situations create real problems for the organization unless the root cause is addressed</a:t>
            </a:r>
          </a:p>
          <a:p>
            <a:pPr marL="628615" lvl="1" indent="-171441">
              <a:buFont typeface="Arial" pitchFamily="34" charset="0"/>
              <a:buChar char="•"/>
            </a:pPr>
            <a:r>
              <a:rPr lang="en-US" dirty="0"/>
              <a:t>Risk –security risk, data spoliation, managing data out of compliance with regulations &amp; policy (internal and external)</a:t>
            </a:r>
          </a:p>
          <a:p>
            <a:pPr marL="628615" lvl="1" indent="-171441">
              <a:buFont typeface="Arial" pitchFamily="34" charset="0"/>
              <a:buChar char="•"/>
            </a:pPr>
            <a:r>
              <a:rPr lang="en-US" dirty="0"/>
              <a:t>Cost – obvious costs like storage, and also less obvious like eDiscovery and investigations because you don’t have to search each repository and create SQL queries</a:t>
            </a:r>
          </a:p>
          <a:p>
            <a:pPr marL="628615" lvl="1" indent="-171441">
              <a:buFont typeface="Arial" pitchFamily="34" charset="0"/>
              <a:buChar char="•"/>
            </a:pPr>
            <a:r>
              <a:rPr lang="en-US" dirty="0"/>
              <a:t>Diminished IT value –because you’re bogging down applications </a:t>
            </a:r>
          </a:p>
          <a:p>
            <a:pPr marL="628615" lvl="1" indent="-171441">
              <a:buFont typeface="Arial" pitchFamily="34" charset="0"/>
              <a:buChar char="•"/>
            </a:pPr>
            <a:r>
              <a:rPr lang="en-US" dirty="0"/>
              <a:t>Productivity – IT team (dealing with these problems) and for end users who suffer from poor performance of the applications they’re using </a:t>
            </a:r>
          </a:p>
          <a:p>
            <a:endParaRPr lang="en-US" dirty="0"/>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8</a:t>
            </a:fld>
            <a:endParaRPr lang="en-US" dirty="0">
              <a:solidFill>
                <a:prstClr val="black"/>
              </a:solidFill>
              <a:latin typeface="Arial" panose="020B0604020202020204"/>
            </a:endParaRPr>
          </a:p>
        </p:txBody>
      </p:sp>
    </p:spTree>
    <p:extLst>
      <p:ext uri="{BB962C8B-B14F-4D97-AF65-F5344CB8AC3E}">
        <p14:creationId xmlns:p14="http://schemas.microsoft.com/office/powerpoint/2010/main" val="4437818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normAutofit/>
          </a:bodyPr>
          <a:lstStyle/>
          <a:p>
            <a:r>
              <a:rPr lang="en-GB" baseline="0" dirty="0"/>
              <a:t>There are three key roles to target each with their own driver.</a:t>
            </a:r>
          </a:p>
          <a:p>
            <a:endParaRPr lang="en-GB" baseline="0" dirty="0"/>
          </a:p>
          <a:p>
            <a:r>
              <a:rPr lang="en-GB" baseline="0" dirty="0"/>
              <a:t>The Chief Compliance Officer. </a:t>
            </a:r>
            <a:r>
              <a:rPr lang="en-US" sz="1000" kern="1200" dirty="0">
                <a:solidFill>
                  <a:srgbClr val="FF0000"/>
                </a:solidFill>
                <a:effectLst/>
                <a:latin typeface="+mn-lt"/>
                <a:ea typeface="+mn-ea"/>
                <a:cs typeface="+mn-cs"/>
              </a:rPr>
              <a:t>They are responsible for Risk Management within the organization. This</a:t>
            </a:r>
            <a:r>
              <a:rPr lang="en-US" sz="1000" kern="1200" baseline="0" dirty="0">
                <a:solidFill>
                  <a:srgbClr val="FF0000"/>
                </a:solidFill>
                <a:effectLst/>
                <a:latin typeface="+mn-lt"/>
                <a:ea typeface="+mn-ea"/>
                <a:cs typeface="+mn-cs"/>
              </a:rPr>
              <a:t> individual needs to ensure that information within business applications are governed throughout the lifecycle, the data is persevered and be able to gain greater insight into the information</a:t>
            </a:r>
            <a:r>
              <a:rPr lang="en-US" sz="1000" kern="1200" dirty="0">
                <a:solidFill>
                  <a:srgbClr val="FF0000"/>
                </a:solidFill>
                <a:effectLst/>
                <a:latin typeface="+mn-lt"/>
                <a:ea typeface="+mn-ea"/>
                <a:cs typeface="+mn-cs"/>
              </a:rPr>
              <a:t>.</a:t>
            </a:r>
          </a:p>
          <a:p>
            <a:endParaRPr lang="en-GB" sz="1000" kern="1200" dirty="0">
              <a:solidFill>
                <a:srgbClr val="FF000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aseline="0" dirty="0"/>
              <a:t>The Chief Information Officer is concerned about IT Optimization and Productivity – they are responsible for lowering IT operation costs, accessing information efficiently and controlling the information footprint</a:t>
            </a:r>
          </a:p>
          <a:p>
            <a:endParaRPr lang="en-GB" sz="1000" kern="1200" baseline="0" dirty="0">
              <a:solidFill>
                <a:srgbClr val="FF0000"/>
              </a:solidFill>
              <a:effectLst/>
              <a:latin typeface="+mn-lt"/>
              <a:ea typeface="+mn-ea"/>
              <a:cs typeface="+mn-cs"/>
            </a:endParaRPr>
          </a:p>
          <a:p>
            <a:r>
              <a:rPr lang="en-GB" sz="1000" kern="1200" baseline="0" dirty="0">
                <a:solidFill>
                  <a:srgbClr val="FF0000"/>
                </a:solidFill>
                <a:effectLst/>
                <a:latin typeface="+mn-lt"/>
                <a:ea typeface="+mn-ea"/>
                <a:cs typeface="+mn-cs"/>
              </a:rPr>
              <a:t>The VP of applications is responsible to optimize the overall application portfolio, this can be achieved by retiring older applications and maintaining application performance to ensure operational efficiency.</a:t>
            </a:r>
          </a:p>
          <a:p>
            <a:endParaRPr lang="en-GB" sz="1000" kern="1200" baseline="0" dirty="0">
              <a:solidFill>
                <a:srgbClr val="FF0000"/>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baseline="0" dirty="0"/>
              <a:t>Our solution is designed to help all three of these roles achieve their outcomes by effectively managing their structured data within business applications.</a:t>
            </a:r>
            <a:endParaRPr lang="en-US" sz="1000" kern="1200" dirty="0">
              <a:solidFill>
                <a:srgbClr val="FF0000"/>
              </a:solidFill>
              <a:effectLst/>
              <a:latin typeface="+mn-lt"/>
              <a:ea typeface="+mn-ea"/>
              <a:cs typeface="+mn-cs"/>
            </a:endParaRPr>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9</a:t>
            </a:fld>
            <a:endParaRPr lang="en-US">
              <a:solidFill>
                <a:prstClr val="black"/>
              </a:solidFill>
              <a:latin typeface="Arial" panose="020B0604020202020204"/>
            </a:endParaRPr>
          </a:p>
        </p:txBody>
      </p:sp>
    </p:spTree>
    <p:extLst>
      <p:ext uri="{BB962C8B-B14F-4D97-AF65-F5344CB8AC3E}">
        <p14:creationId xmlns:p14="http://schemas.microsoft.com/office/powerpoint/2010/main" val="17388671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10</a:t>
            </a:fld>
            <a:endParaRPr lang="en-US"/>
          </a:p>
        </p:txBody>
      </p:sp>
    </p:spTree>
    <p:extLst>
      <p:ext uri="{BB962C8B-B14F-4D97-AF65-F5344CB8AC3E}">
        <p14:creationId xmlns:p14="http://schemas.microsoft.com/office/powerpoint/2010/main" val="1495817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pPr lvl="0"/>
            <a:r>
              <a:rPr lang="en-GB" sz="1200" kern="1200" dirty="0">
                <a:solidFill>
                  <a:schemeClr val="tx1"/>
                </a:solidFill>
                <a:effectLst/>
                <a:latin typeface="HP Simplified"/>
                <a:ea typeface="+mn-ea"/>
                <a:cs typeface="HP Simplified"/>
              </a:rPr>
              <a:t>Let’s start</a:t>
            </a:r>
            <a:r>
              <a:rPr lang="en-GB" sz="1200" kern="1200" baseline="0" dirty="0">
                <a:solidFill>
                  <a:schemeClr val="tx1"/>
                </a:solidFill>
                <a:effectLst/>
                <a:latin typeface="HP Simplified"/>
                <a:ea typeface="+mn-ea"/>
                <a:cs typeface="HP Simplified"/>
              </a:rPr>
              <a:t> by looking at how Structured Data Manager works/</a:t>
            </a:r>
            <a:endParaRPr lang="en-US" sz="1200" kern="1200" dirty="0">
              <a:solidFill>
                <a:schemeClr val="tx1"/>
              </a:solidFill>
              <a:effectLst/>
              <a:latin typeface="HP Simplified"/>
              <a:ea typeface="+mn-ea"/>
              <a:cs typeface="HP Simplified"/>
            </a:endParaRPr>
          </a:p>
          <a:p>
            <a:pPr lvl="0"/>
            <a:endParaRPr lang="en-US" sz="1200" kern="1200" dirty="0">
              <a:solidFill>
                <a:schemeClr val="tx1"/>
              </a:solidFill>
              <a:effectLst/>
              <a:latin typeface="HP Simplified"/>
              <a:ea typeface="+mn-ea"/>
              <a:cs typeface="HP Simplified"/>
            </a:endParaRPr>
          </a:p>
          <a:p>
            <a:pPr lvl="0"/>
            <a:r>
              <a:rPr lang="en-US" sz="1200" kern="1200" dirty="0">
                <a:solidFill>
                  <a:schemeClr val="tx1"/>
                </a:solidFill>
                <a:effectLst/>
                <a:latin typeface="HP Simplified"/>
                <a:ea typeface="+mn-ea"/>
                <a:cs typeface="HP Simplified"/>
              </a:rPr>
              <a:t>Three key things to reinforce:</a:t>
            </a:r>
            <a:endParaRPr lang="en-US" sz="1600" kern="1200" dirty="0">
              <a:solidFill>
                <a:schemeClr val="tx1"/>
              </a:solidFill>
              <a:effectLst/>
              <a:latin typeface="HP Simplified"/>
              <a:ea typeface="+mn-ea"/>
              <a:cs typeface="HP Simplified"/>
            </a:endParaRPr>
          </a:p>
          <a:p>
            <a:pPr marL="633413" lvl="1" indent="-176213" defTabSz="430213">
              <a:spcAft>
                <a:spcPts val="400"/>
              </a:spcAft>
              <a:buSzPct val="100000"/>
              <a:buFont typeface="Arial" pitchFamily="34" charset="0"/>
              <a:buChar char="•"/>
            </a:pPr>
            <a:r>
              <a:rPr lang="en-US" sz="1400" baseline="0" dirty="0">
                <a:latin typeface="HP Simplified" pitchFamily="34" charset="0"/>
                <a:cs typeface="HP Simplified" pitchFamily="34" charset="0"/>
              </a:rPr>
              <a:t>Structured Data Manager </a:t>
            </a:r>
            <a:r>
              <a:rPr lang="en-US" sz="1400" dirty="0">
                <a:latin typeface="HP Simplified" pitchFamily="34" charset="0"/>
                <a:cs typeface="HP Simplified" pitchFamily="34" charset="0"/>
              </a:rPr>
              <a:t>can access inactive</a:t>
            </a:r>
            <a:r>
              <a:rPr lang="en-US" sz="1400" baseline="0" dirty="0">
                <a:latin typeface="HP Simplified" pitchFamily="34" charset="0"/>
                <a:cs typeface="HP Simplified" pitchFamily="34" charset="0"/>
              </a:rPr>
              <a:t> data sitting in both production and legacy databases – it has </a:t>
            </a:r>
            <a:r>
              <a:rPr lang="en-US" sz="1400" dirty="0"/>
              <a:t>pre-built integrations to a robust selection of repositories</a:t>
            </a:r>
            <a:endParaRPr lang="en-US" sz="1400" dirty="0">
              <a:latin typeface="HP Simplified" pitchFamily="34" charset="0"/>
              <a:cs typeface="HP Simplified" pitchFamily="34" charset="0"/>
            </a:endParaRPr>
          </a:p>
          <a:p>
            <a:pPr marL="633413" lvl="1" indent="-176213" defTabSz="430213">
              <a:spcAft>
                <a:spcPts val="400"/>
              </a:spcAft>
              <a:buSzPct val="100000"/>
              <a:buFont typeface="Arial" pitchFamily="34" charset="0"/>
              <a:buChar char="•"/>
            </a:pPr>
            <a:r>
              <a:rPr lang="en-US" sz="1400" baseline="0" dirty="0">
                <a:latin typeface="HP Simplified" pitchFamily="34" charset="0"/>
                <a:cs typeface="HP Simplified" pitchFamily="34" charset="0"/>
              </a:rPr>
              <a:t>An intuitive UI and natural language universal search (not requiring without SQL queries) allows users to identify data to be move and then extract this data</a:t>
            </a:r>
          </a:p>
          <a:p>
            <a:pPr marL="633413" lvl="1" indent="-176213" defTabSz="430213">
              <a:spcAft>
                <a:spcPts val="400"/>
              </a:spcAft>
              <a:buSzPct val="100000"/>
              <a:buFont typeface="Arial" pitchFamily="34" charset="0"/>
              <a:buChar char="•"/>
            </a:pPr>
            <a:r>
              <a:rPr lang="en-US" sz="1400" baseline="0" dirty="0">
                <a:latin typeface="HP Simplified" pitchFamily="34" charset="0"/>
                <a:cs typeface="HP Simplified" pitchFamily="34" charset="0"/>
              </a:rPr>
              <a:t>Targeted data can then be migrated to a variety of repositories,</a:t>
            </a:r>
            <a:endParaRPr lang="en-US" sz="1400" dirty="0">
              <a:latin typeface="HP Simplified" pitchFamily="34" charset="0"/>
              <a:cs typeface="HP Simplified" pitchFamily="34" charset="0"/>
            </a:endParaRPr>
          </a:p>
          <a:p>
            <a:pPr lvl="0"/>
            <a:r>
              <a:rPr lang="en-US" sz="1200" kern="1200" dirty="0">
                <a:solidFill>
                  <a:schemeClr val="tx1"/>
                </a:solidFill>
                <a:effectLst/>
                <a:latin typeface="HP Simplified"/>
                <a:ea typeface="+mn-ea"/>
                <a:cs typeface="HP Simplified"/>
              </a:rPr>
              <a:t>Primary take away: </a:t>
            </a:r>
            <a:endParaRPr lang="en-US" sz="1600" kern="1200" dirty="0">
              <a:solidFill>
                <a:schemeClr val="tx1"/>
              </a:solidFill>
              <a:effectLst/>
              <a:latin typeface="HP Simplified"/>
              <a:ea typeface="+mn-ea"/>
              <a:cs typeface="HP Simplified"/>
            </a:endParaRPr>
          </a:p>
          <a:p>
            <a:pPr lvl="1"/>
            <a:r>
              <a:rPr lang="en-US" sz="1200" baseline="0" dirty="0">
                <a:latin typeface="HP Simplified" pitchFamily="34" charset="0"/>
                <a:cs typeface="HP Simplified" pitchFamily="34" charset="0"/>
              </a:rPr>
              <a:t>Structured Data Manager </a:t>
            </a:r>
            <a:r>
              <a:rPr lang="en-US" sz="1200" kern="1200" dirty="0">
                <a:solidFill>
                  <a:schemeClr val="tx1"/>
                </a:solidFill>
                <a:effectLst/>
                <a:latin typeface="HP Simplified"/>
                <a:ea typeface="+mn-ea"/>
              </a:rPr>
              <a:t>presents</a:t>
            </a:r>
            <a:r>
              <a:rPr lang="en-US" sz="1200" kern="1200" baseline="0" dirty="0">
                <a:solidFill>
                  <a:schemeClr val="tx1"/>
                </a:solidFill>
                <a:effectLst/>
                <a:latin typeface="HP Simplified"/>
                <a:ea typeface="+mn-ea"/>
              </a:rPr>
              <a:t> a clear opportunity to defensibly dispose of legacy data or migrate it to a variety of places for additional analysis and long-term management</a:t>
            </a:r>
            <a:endParaRPr lang="en-US" dirty="0"/>
          </a:p>
          <a:p>
            <a:endParaRPr lang="en-US" dirty="0"/>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22A853E8-D85F-5D49-95D2-E1D96ABFE2B9}" type="slidenum">
              <a:rPr lang="en-GB" smtClean="0">
                <a:solidFill>
                  <a:prstClr val="black"/>
                </a:solidFill>
              </a:rPr>
              <a:pPr/>
              <a:t>11</a:t>
            </a:fld>
            <a:endParaRPr lang="en-GB" dirty="0">
              <a:solidFill>
                <a:prstClr val="black"/>
              </a:solidFill>
            </a:endParaRPr>
          </a:p>
        </p:txBody>
      </p:sp>
    </p:spTree>
    <p:extLst>
      <p:ext uri="{BB962C8B-B14F-4D97-AF65-F5344CB8AC3E}">
        <p14:creationId xmlns:p14="http://schemas.microsoft.com/office/powerpoint/2010/main" val="770526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r>
              <a:rPr lang="en-GB" dirty="0"/>
              <a:t>Using Structured Data Manager, organizations can achieve a number of outcomes,</a:t>
            </a:r>
          </a:p>
          <a:p>
            <a:endParaRPr lang="en-GB" dirty="0"/>
          </a:p>
          <a:p>
            <a:r>
              <a:rPr lang="en-GB" dirty="0"/>
              <a:t>The can improve performance</a:t>
            </a:r>
            <a:r>
              <a:rPr lang="en-GB" baseline="0" dirty="0"/>
              <a:t> by reducing their data footprint and associated storages costs – this will in turn improve the performance of their business applications and improve the time if takes to backup and recover their business application data</a:t>
            </a:r>
          </a:p>
          <a:p>
            <a:endParaRPr lang="en-GB" baseline="0" dirty="0"/>
          </a:p>
          <a:p>
            <a:r>
              <a:rPr lang="en-GB" baseline="0" dirty="0"/>
              <a:t>Any legacy or redundant applications can now be retired  - this results in organizations can save in the licencing, support and maintenance costs of keeping theses applications running. And crucially they are still able to access this information as and when required.</a:t>
            </a:r>
          </a:p>
          <a:p>
            <a:endParaRPr lang="en-GB" baseline="0" dirty="0"/>
          </a:p>
          <a:p>
            <a:r>
              <a:rPr lang="en-GB" baseline="0" dirty="0"/>
              <a:t>When organizations develop applications they need to have data to test any enhancements. SDM can extract subsets of data that can be used for this purpose while being able to mask sensitive data in order to mitigate and risk.</a:t>
            </a:r>
          </a:p>
          <a:p>
            <a:endParaRPr lang="en-GB" baseline="0" dirty="0"/>
          </a:p>
          <a:p>
            <a:r>
              <a:rPr lang="en-GB" baseline="0" dirty="0"/>
              <a:t>Searching and eDiscovery – SDM allows organizations to search for data across information silos. This makes searching for information more efficient as previously they would have needed to search through each application individually</a:t>
            </a:r>
            <a:endParaRPr lang="en-US" dirty="0"/>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12</a:t>
            </a:fld>
            <a:endParaRPr lang="en-US" dirty="0">
              <a:solidFill>
                <a:prstClr val="black"/>
              </a:solidFill>
              <a:latin typeface="Arial" panose="020B0604020202020204"/>
            </a:endParaRPr>
          </a:p>
        </p:txBody>
      </p:sp>
    </p:spTree>
    <p:extLst>
      <p:ext uri="{BB962C8B-B14F-4D97-AF65-F5344CB8AC3E}">
        <p14:creationId xmlns:p14="http://schemas.microsoft.com/office/powerpoint/2010/main" val="2066715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r>
              <a:rPr lang="en-US" dirty="0"/>
              <a:t>Transition: Let’s discuss in more details the customer issues that SDM can solve starting with retiring outdated applications </a:t>
            </a:r>
          </a:p>
          <a:p>
            <a:r>
              <a:rPr lang="en-US" dirty="0"/>
              <a:t> </a:t>
            </a:r>
          </a:p>
          <a:p>
            <a:r>
              <a:rPr lang="en-US" dirty="0"/>
              <a:t>One of the main benefits is the ability to retire old applications that are being retained just to be able to access old legacy data. To be able to access this data in a semi-automated process can deliver an immediate ROI.</a:t>
            </a:r>
          </a:p>
          <a:p>
            <a:r>
              <a:rPr lang="en-US" dirty="0"/>
              <a:t>In this diagram, we show the huge difference between a manual process and utilizing SDM to automatically retire old applications</a:t>
            </a:r>
          </a:p>
          <a:p>
            <a:r>
              <a:rPr lang="en-US" dirty="0"/>
              <a:t>Many customers do not want to address this issue due to the time and resources it takes for this manual process</a:t>
            </a:r>
          </a:p>
          <a:p>
            <a:r>
              <a:rPr lang="en-US" dirty="0"/>
              <a:t> </a:t>
            </a:r>
          </a:p>
          <a:p>
            <a:r>
              <a:rPr lang="en-US" dirty="0"/>
              <a:t>SDM automates this process resulting in lower database maintenance costs</a:t>
            </a:r>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13</a:t>
            </a:fld>
            <a:endParaRPr lang="en-US" dirty="0">
              <a:solidFill>
                <a:prstClr val="black"/>
              </a:solidFill>
              <a:latin typeface="Arial" panose="020B0604020202020204"/>
            </a:endParaRPr>
          </a:p>
        </p:txBody>
      </p:sp>
    </p:spTree>
    <p:extLst>
      <p:ext uri="{BB962C8B-B14F-4D97-AF65-F5344CB8AC3E}">
        <p14:creationId xmlns:p14="http://schemas.microsoft.com/office/powerpoint/2010/main" val="1762753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r>
              <a:rPr lang="en-US" dirty="0"/>
              <a:t>Transition: Huge amounts of inactive data also affect application performance</a:t>
            </a:r>
          </a:p>
          <a:p>
            <a:r>
              <a:rPr lang="en-US" dirty="0"/>
              <a:t> </a:t>
            </a:r>
          </a:p>
          <a:p>
            <a:r>
              <a:rPr lang="en-US" dirty="0"/>
              <a:t>Three highlights:</a:t>
            </a:r>
          </a:p>
          <a:p>
            <a:r>
              <a:rPr lang="en-US" dirty="0"/>
              <a:t>As the volume of data increases – the application performance decreases.</a:t>
            </a:r>
          </a:p>
          <a:p>
            <a:r>
              <a:rPr lang="en-GB" dirty="0"/>
              <a:t>This</a:t>
            </a:r>
            <a:r>
              <a:rPr lang="en-GB" baseline="0" dirty="0"/>
              <a:t> results in diminishing levels of service, higher operational costs and escalating infrastructure requirements.</a:t>
            </a:r>
          </a:p>
          <a:p>
            <a:r>
              <a:rPr lang="en-GB" baseline="0" dirty="0"/>
              <a:t>SDM can move inactive data from production databases and can retire these records to a more cost effective archive solution. The data can still be accessed whilst stabilizing the performance of the application.</a:t>
            </a:r>
          </a:p>
          <a:p>
            <a:endParaRPr lang="en-GB" baseline="0" dirty="0"/>
          </a:p>
          <a:p>
            <a:endParaRPr lang="en-US" dirty="0"/>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14</a:t>
            </a:fld>
            <a:endParaRPr lang="en-US" dirty="0">
              <a:solidFill>
                <a:prstClr val="black"/>
              </a:solidFill>
              <a:latin typeface="Arial" panose="020B0604020202020204"/>
            </a:endParaRPr>
          </a:p>
        </p:txBody>
      </p:sp>
    </p:spTree>
    <p:extLst>
      <p:ext uri="{BB962C8B-B14F-4D97-AF65-F5344CB8AC3E}">
        <p14:creationId xmlns:p14="http://schemas.microsoft.com/office/powerpoint/2010/main" val="35885058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r>
              <a:rPr lang="en-US" dirty="0"/>
              <a:t>Transition: Huge amounts of inactive data also affect back up performance</a:t>
            </a:r>
          </a:p>
          <a:p>
            <a:r>
              <a:rPr lang="en-US" dirty="0"/>
              <a:t> </a:t>
            </a:r>
          </a:p>
          <a:p>
            <a:r>
              <a:rPr lang="en-US" dirty="0"/>
              <a:t>Three highlights:</a:t>
            </a:r>
          </a:p>
          <a:p>
            <a:r>
              <a:rPr lang="en-US" dirty="0"/>
              <a:t>As the volume of data increases – so does the length of the backup </a:t>
            </a:r>
          </a:p>
          <a:p>
            <a:r>
              <a:rPr lang="en-US" dirty="0"/>
              <a:t>Backups may impede on the end users performance time</a:t>
            </a:r>
          </a:p>
          <a:p>
            <a:r>
              <a:rPr lang="en-US" dirty="0"/>
              <a:t>SDM lowers the risk of long disruptions and accelerated disaster recovery</a:t>
            </a:r>
          </a:p>
          <a:p>
            <a:r>
              <a:rPr lang="en-US" dirty="0"/>
              <a:t> </a:t>
            </a:r>
          </a:p>
          <a:p>
            <a:r>
              <a:rPr lang="en-US" dirty="0"/>
              <a:t>Main Point: Sometimes these backup issues are ignored until a critical time such as disaster recovery. SDM solves this issue. </a:t>
            </a:r>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5BFEAE42-E3FE-4405-B7FC-4425D05B92A0}" type="slidenum">
              <a:rPr lang="en-US" smtClean="0">
                <a:solidFill>
                  <a:prstClr val="black"/>
                </a:solidFill>
                <a:latin typeface="Arial" panose="020B0604020202020204"/>
              </a:rPr>
              <a:pPr/>
              <a:t>15</a:t>
            </a:fld>
            <a:endParaRPr lang="en-US" dirty="0">
              <a:solidFill>
                <a:prstClr val="black"/>
              </a:solidFill>
              <a:latin typeface="Arial" panose="020B0604020202020204"/>
            </a:endParaRPr>
          </a:p>
        </p:txBody>
      </p:sp>
    </p:spTree>
    <p:extLst>
      <p:ext uri="{BB962C8B-B14F-4D97-AF65-F5344CB8AC3E}">
        <p14:creationId xmlns:p14="http://schemas.microsoft.com/office/powerpoint/2010/main" val="318429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solidFill>
                  <a:prstClr val="black"/>
                </a:solidFill>
              </a:rPr>
              <a:pPr/>
              <a:t>16</a:t>
            </a:fld>
            <a:endParaRPr lang="en-US">
              <a:solidFill>
                <a:prstClr val="black"/>
              </a:solidFill>
            </a:endParaRPr>
          </a:p>
        </p:txBody>
      </p:sp>
    </p:spTree>
    <p:extLst>
      <p:ext uri="{BB962C8B-B14F-4D97-AF65-F5344CB8AC3E}">
        <p14:creationId xmlns:p14="http://schemas.microsoft.com/office/powerpoint/2010/main" val="28789837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pPr lvl="0"/>
            <a:r>
              <a:rPr lang="en-GB" sz="1200" kern="1200" dirty="0">
                <a:solidFill>
                  <a:schemeClr val="tx1"/>
                </a:solidFill>
                <a:effectLst/>
                <a:latin typeface="HP Simplified"/>
                <a:ea typeface="+mn-ea"/>
              </a:rPr>
              <a:t>Here</a:t>
            </a:r>
            <a:r>
              <a:rPr lang="en-GB" sz="1200" kern="1200" baseline="0" dirty="0">
                <a:solidFill>
                  <a:schemeClr val="tx1"/>
                </a:solidFill>
                <a:effectLst/>
                <a:latin typeface="HP Simplified"/>
                <a:ea typeface="+mn-ea"/>
              </a:rPr>
              <a:t> is the feedback from the </a:t>
            </a:r>
            <a:r>
              <a:rPr lang="en-GB" sz="1200" kern="1200" baseline="0" dirty="0" err="1">
                <a:solidFill>
                  <a:schemeClr val="tx1"/>
                </a:solidFill>
                <a:effectLst/>
                <a:latin typeface="HP Simplified"/>
                <a:ea typeface="+mn-ea"/>
              </a:rPr>
              <a:t>radicati</a:t>
            </a:r>
            <a:r>
              <a:rPr lang="en-GB" sz="1200" kern="1200" baseline="0" dirty="0">
                <a:solidFill>
                  <a:schemeClr val="tx1"/>
                </a:solidFill>
                <a:effectLst/>
                <a:latin typeface="HP Simplified"/>
                <a:ea typeface="+mn-ea"/>
              </a:rPr>
              <a:t> group in relation to SDM.</a:t>
            </a:r>
          </a:p>
          <a:p>
            <a:pPr lvl="0"/>
            <a:endParaRPr lang="en-GB" sz="1200" kern="1200" baseline="0" dirty="0">
              <a:solidFill>
                <a:schemeClr val="tx1"/>
              </a:solidFill>
              <a:effectLst/>
              <a:latin typeface="HP Simplified"/>
              <a:ea typeface="+mn-ea"/>
            </a:endParaRPr>
          </a:p>
          <a:p>
            <a:pPr lvl="0"/>
            <a:r>
              <a:rPr lang="en-GB" sz="1200" kern="1200" baseline="0" dirty="0">
                <a:solidFill>
                  <a:schemeClr val="tx1"/>
                </a:solidFill>
                <a:effectLst/>
                <a:latin typeface="HP Simplified"/>
                <a:ea typeface="+mn-ea"/>
              </a:rPr>
              <a:t>As you can see they think very highly of our solution and state how flexible it is and provides a quick return on investment.</a:t>
            </a:r>
            <a:endParaRPr lang="en-US" dirty="0"/>
          </a:p>
          <a:p>
            <a:endParaRPr lang="en-US" dirty="0"/>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22A853E8-D85F-5D49-95D2-E1D96ABFE2B9}" type="slidenum">
              <a:rPr lang="en-GB" smtClean="0">
                <a:solidFill>
                  <a:prstClr val="black"/>
                </a:solidFill>
              </a:rPr>
              <a:pPr/>
              <a:t>17</a:t>
            </a:fld>
            <a:endParaRPr lang="en-GB" dirty="0">
              <a:solidFill>
                <a:prstClr val="black"/>
              </a:solidFill>
            </a:endParaRPr>
          </a:p>
        </p:txBody>
      </p:sp>
    </p:spTree>
    <p:extLst>
      <p:ext uri="{BB962C8B-B14F-4D97-AF65-F5344CB8AC3E}">
        <p14:creationId xmlns:p14="http://schemas.microsoft.com/office/powerpoint/2010/main" val="19338903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HP Simplified"/>
                <a:ea typeface="+mn-ea"/>
                <a:cs typeface="HP Simplified"/>
              </a:rPr>
              <a:t>Three key things to reinforce:</a:t>
            </a:r>
            <a:endParaRPr lang="en-US" sz="1600" kern="1200" dirty="0">
              <a:solidFill>
                <a:schemeClr val="tx1"/>
              </a:solidFill>
              <a:effectLst/>
              <a:latin typeface="HP Simplified"/>
              <a:ea typeface="+mn-ea"/>
              <a:cs typeface="HP Simplified"/>
            </a:endParaRPr>
          </a:p>
          <a:p>
            <a:pPr marL="633413" lvl="1" indent="-176213" defTabSz="430213">
              <a:spcAft>
                <a:spcPts val="400"/>
              </a:spcAft>
              <a:buSzPct val="100000"/>
              <a:buFont typeface="Arial" pitchFamily="34" charset="0"/>
              <a:buChar char="•"/>
            </a:pPr>
            <a:r>
              <a:rPr lang="en-US" sz="1400" dirty="0">
                <a:latin typeface="HP Simplified" pitchFamily="34" charset="0"/>
                <a:cs typeface="HP Simplified" pitchFamily="34" charset="0"/>
              </a:rPr>
              <a:t>While</a:t>
            </a:r>
            <a:r>
              <a:rPr lang="en-US" sz="1400" baseline="0" dirty="0">
                <a:latin typeface="HP Simplified" pitchFamily="34" charset="0"/>
                <a:cs typeface="HP Simplified" pitchFamily="34" charset="0"/>
              </a:rPr>
              <a:t> we’re talking about Structured Data Manager in the context of Information Governance, there are a variety of additional benefits to Structured Data Manager</a:t>
            </a:r>
            <a:endParaRPr lang="en-US" sz="1400" dirty="0">
              <a:latin typeface="HP Simplified" pitchFamily="34" charset="0"/>
              <a:cs typeface="HP Simplified" pitchFamily="34" charset="0"/>
            </a:endParaRPr>
          </a:p>
          <a:p>
            <a:pPr marL="633413" lvl="1" indent="-176213" defTabSz="430213">
              <a:spcAft>
                <a:spcPts val="400"/>
              </a:spcAft>
              <a:buSzPct val="100000"/>
              <a:buFont typeface="Arial" pitchFamily="34" charset="0"/>
              <a:buChar char="•"/>
            </a:pPr>
            <a:r>
              <a:rPr lang="en-US" sz="1400" baseline="0" dirty="0">
                <a:latin typeface="HP Simplified" pitchFamily="34" charset="0"/>
                <a:cs typeface="HP Simplified" pitchFamily="34" charset="0"/>
              </a:rPr>
              <a:t>One obvious incremental benefit is the ability to retire old applications that are kept in place only to be able to access legacy data.  For some organizations, the ability to do this in a semi-automated way on thousands of applications is a primary benefit and can deliver immediate ROI</a:t>
            </a:r>
          </a:p>
          <a:p>
            <a:pPr marL="633413" lvl="1" indent="-176213" defTabSz="430213">
              <a:spcAft>
                <a:spcPts val="400"/>
              </a:spcAft>
              <a:buSzPct val="100000"/>
              <a:buFont typeface="Arial" pitchFamily="34" charset="0"/>
              <a:buChar char="•"/>
            </a:pPr>
            <a:r>
              <a:rPr lang="en-US" sz="1400" baseline="0" dirty="0">
                <a:latin typeface="HP Simplified" pitchFamily="34" charset="0"/>
                <a:cs typeface="HP Simplified" pitchFamily="34" charset="0"/>
              </a:rPr>
              <a:t>Customers can also improve operation efficiency and backup performance, and also proactively consolidate important data for faster and more cost effective search and eDiscovery</a:t>
            </a:r>
          </a:p>
          <a:p>
            <a:pPr marL="633413" lvl="1" indent="-176213" defTabSz="430213">
              <a:spcAft>
                <a:spcPts val="400"/>
              </a:spcAft>
              <a:buSzPct val="100000"/>
              <a:buFont typeface="Arial" pitchFamily="34" charset="0"/>
              <a:buChar char="•"/>
            </a:pPr>
            <a:endParaRPr lang="en-US" sz="1400" dirty="0">
              <a:latin typeface="HP Simplified" pitchFamily="34" charset="0"/>
              <a:cs typeface="HP Simplified" pitchFamily="34" charset="0"/>
            </a:endParaRPr>
          </a:p>
          <a:p>
            <a:pPr lvl="0"/>
            <a:r>
              <a:rPr lang="en-US" sz="1200" kern="1200" dirty="0">
                <a:solidFill>
                  <a:schemeClr val="tx1"/>
                </a:solidFill>
                <a:effectLst/>
                <a:latin typeface="HP Simplified"/>
                <a:ea typeface="+mn-ea"/>
                <a:cs typeface="HP Simplified"/>
              </a:rPr>
              <a:t>Primary take away: </a:t>
            </a:r>
            <a:endParaRPr lang="en-US" sz="1600" kern="1200" dirty="0">
              <a:solidFill>
                <a:schemeClr val="tx1"/>
              </a:solidFill>
              <a:effectLst/>
              <a:latin typeface="HP Simplified"/>
              <a:ea typeface="+mn-ea"/>
              <a:cs typeface="HP Simplified"/>
            </a:endParaRPr>
          </a:p>
          <a:p>
            <a:pPr lvl="1"/>
            <a:r>
              <a:rPr lang="en-US" sz="1200" baseline="0" dirty="0">
                <a:latin typeface="HP Simplified" pitchFamily="34" charset="0"/>
                <a:cs typeface="HP Simplified" pitchFamily="34" charset="0"/>
              </a:rPr>
              <a:t>Structured Data Manager </a:t>
            </a:r>
            <a:r>
              <a:rPr lang="en-US" sz="1200" kern="1200" dirty="0">
                <a:solidFill>
                  <a:schemeClr val="tx1"/>
                </a:solidFill>
                <a:effectLst/>
                <a:latin typeface="HP Simplified"/>
                <a:ea typeface="+mn-ea"/>
              </a:rPr>
              <a:t>is a key piece </a:t>
            </a:r>
            <a:r>
              <a:rPr lang="en-US" sz="1200" kern="1200">
                <a:solidFill>
                  <a:schemeClr val="tx1"/>
                </a:solidFill>
                <a:effectLst/>
                <a:latin typeface="HP Simplified"/>
                <a:ea typeface="+mn-ea"/>
              </a:rPr>
              <a:t>of</a:t>
            </a:r>
            <a:r>
              <a:rPr lang="en-US" sz="1200" kern="1200" baseline="0">
                <a:solidFill>
                  <a:schemeClr val="tx1"/>
                </a:solidFill>
                <a:effectLst/>
                <a:latin typeface="HP Simplified"/>
                <a:ea typeface="+mn-ea"/>
              </a:rPr>
              <a:t> our </a:t>
            </a:r>
            <a:r>
              <a:rPr lang="en-US" sz="1200" kern="1200" baseline="0" dirty="0">
                <a:solidFill>
                  <a:schemeClr val="tx1"/>
                </a:solidFill>
                <a:effectLst/>
                <a:latin typeface="HP Simplified"/>
                <a:ea typeface="+mn-ea"/>
              </a:rPr>
              <a:t>portfolio and can sit on the front end of an end-to-end solution… but it also can stand on its own and deliver material departmental and pan-enterprise benefits</a:t>
            </a:r>
            <a:endParaRPr lang="en-US" dirty="0"/>
          </a:p>
          <a:p>
            <a:endParaRPr lang="en-US" dirty="0"/>
          </a:p>
        </p:txBody>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22A853E8-D85F-5D49-95D2-E1D96ABFE2B9}" type="slidenum">
              <a:rPr lang="en-GB" smtClean="0">
                <a:solidFill>
                  <a:prstClr val="black"/>
                </a:solidFill>
              </a:rPr>
              <a:pPr/>
              <a:t>18</a:t>
            </a:fld>
            <a:endParaRPr lang="en-GB" dirty="0">
              <a:solidFill>
                <a:prstClr val="black"/>
              </a:solidFill>
            </a:endParaRPr>
          </a:p>
        </p:txBody>
      </p:sp>
    </p:spTree>
    <p:extLst>
      <p:ext uri="{BB962C8B-B14F-4D97-AF65-F5344CB8AC3E}">
        <p14:creationId xmlns:p14="http://schemas.microsoft.com/office/powerpoint/2010/main" val="152698980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solidFill>
                  <a:prstClr val="black"/>
                </a:solidFill>
              </a:rPr>
              <a:pPr/>
              <a:t>19</a:t>
            </a:fld>
            <a:endParaRPr lang="en-US">
              <a:solidFill>
                <a:prstClr val="black"/>
              </a:solidFill>
            </a:endParaRPr>
          </a:p>
        </p:txBody>
      </p:sp>
    </p:spTree>
    <p:extLst>
      <p:ext uri="{BB962C8B-B14F-4D97-AF65-F5344CB8AC3E}">
        <p14:creationId xmlns:p14="http://schemas.microsoft.com/office/powerpoint/2010/main" val="28868728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a:xfrm>
            <a:off x="5815789" y="9431814"/>
            <a:ext cx="604238" cy="246483"/>
          </a:xfrm>
          <a:prstGeom prst="rect">
            <a:avLst/>
          </a:prstGeom>
        </p:spPr>
        <p:txBody>
          <a:bodyPr/>
          <a:lstStyle/>
          <a:p>
            <a:fld id="{8547E1EE-0039-4797-B978-F453418260D1}" type="slidenum">
              <a:rPr lang="en-US" smtClean="0">
                <a:solidFill>
                  <a:prstClr val="black"/>
                </a:solidFill>
                <a:latin typeface="Arial"/>
              </a:rPr>
              <a:pPr/>
              <a:t>20</a:t>
            </a:fld>
            <a:endParaRPr lang="en-US">
              <a:solidFill>
                <a:prstClr val="black"/>
              </a:solidFill>
              <a:latin typeface="Arial"/>
            </a:endParaRPr>
          </a:p>
        </p:txBody>
      </p:sp>
      <p:sp>
        <p:nvSpPr>
          <p:cNvPr id="6" name="Slide Image Placeholder 5"/>
          <p:cNvSpPr>
            <a:spLocks noGrp="1" noRot="1" noChangeAspect="1"/>
          </p:cNvSpPr>
          <p:nvPr>
            <p:ph type="sldImg"/>
          </p:nvPr>
        </p:nvSpPr>
        <p:spPr>
          <a:xfrm>
            <a:off x="161925" y="414338"/>
            <a:ext cx="4964113" cy="2794000"/>
          </a:xfrm>
        </p:spPr>
      </p:sp>
      <p:sp>
        <p:nvSpPr>
          <p:cNvPr id="7" name="Notes Placeholder 6"/>
          <p:cNvSpPr>
            <a:spLocks noGrp="1"/>
          </p:cNvSpPr>
          <p:nvPr>
            <p:ph type="body" idx="1"/>
          </p:nvPr>
        </p:nvSpPr>
        <p:spPr/>
        <p:txBody>
          <a:bodyPr/>
          <a:lstStyle/>
          <a:p>
            <a:endParaRPr lang="en-US" b="1" dirty="0"/>
          </a:p>
          <a:p>
            <a:r>
              <a:rPr lang="en-US" b="1" dirty="0" err="1"/>
              <a:t>Cpmpany</a:t>
            </a:r>
            <a:endParaRPr lang="en-US" b="1" dirty="0"/>
          </a:p>
          <a:p>
            <a:r>
              <a:rPr lang="en-US" dirty="0" err="1"/>
              <a:t>Essilor</a:t>
            </a:r>
            <a:r>
              <a:rPr lang="en-US" dirty="0"/>
              <a:t> is the leading manufacturer and wholesale distributor of optical lenses in the United States. The company specializes in ophthalmic lens production, manufacturing and distribution, in addition to wholesale optical laboratory operations. </a:t>
            </a:r>
          </a:p>
          <a:p>
            <a:endParaRPr lang="en-US" b="1" dirty="0"/>
          </a:p>
          <a:p>
            <a:r>
              <a:rPr lang="en-US" b="1" dirty="0"/>
              <a:t>Business goals: </a:t>
            </a:r>
            <a:r>
              <a:rPr lang="en-US" b="0" dirty="0"/>
              <a:t>Maintain ERP system performance through exponential growth in order to ensure exceptional service delivery to our business partners and continued business productivity while reducing storage costs. Essilor uses Software Professional Services for deployment, implementation and upgrades of SDM products.</a:t>
            </a:r>
          </a:p>
          <a:p>
            <a:endParaRPr lang="en-US" dirty="0"/>
          </a:p>
          <a:p>
            <a:r>
              <a:rPr lang="en-US" b="1" dirty="0"/>
              <a:t>High-level overview: </a:t>
            </a:r>
            <a:r>
              <a:rPr lang="en-US" dirty="0"/>
              <a:t>Using Structured Data Manager, Essilor of America realized the following benefits:</a:t>
            </a:r>
          </a:p>
          <a:p>
            <a:r>
              <a:rPr lang="en-US" dirty="0"/>
              <a:t>•Save $250K annually in storage</a:t>
            </a:r>
          </a:p>
          <a:p>
            <a:r>
              <a:rPr lang="en-US" dirty="0"/>
              <a:t>•Support increased business revenue with greater system availability</a:t>
            </a:r>
          </a:p>
          <a:p>
            <a:r>
              <a:rPr lang="en-US" dirty="0"/>
              <a:t>•Retain customers with better availability and system reliability. Improve competitive advantage through faster and more reliable service to customers and partners</a:t>
            </a:r>
          </a:p>
          <a:p>
            <a:r>
              <a:rPr lang="en-US" dirty="0"/>
              <a:t>•Maintain and improve system performance SLAs during ongoing aggressive storage growth</a:t>
            </a:r>
          </a:p>
          <a:p>
            <a:r>
              <a:rPr lang="en-US" dirty="0"/>
              <a:t>•Improve Business SLA response time by 10%</a:t>
            </a:r>
          </a:p>
          <a:p>
            <a:r>
              <a:rPr lang="en-US" dirty="0"/>
              <a:t>•Archive and organize data for quick access as needed</a:t>
            </a:r>
          </a:p>
          <a:p>
            <a:r>
              <a:rPr lang="en-US" dirty="0"/>
              <a:t>•Provide significant performance gains by using Data Archiving products for modules like AR, GL, INV, AP/PO, FA</a:t>
            </a:r>
          </a:p>
          <a:p>
            <a:r>
              <a:rPr lang="en-US" dirty="0"/>
              <a:t>•Reduce data footprint and storage costs, including maintenance and administration</a:t>
            </a:r>
          </a:p>
          <a:p>
            <a:r>
              <a:rPr lang="en-US" dirty="0"/>
              <a:t>•Enhance system efficiency, stabilize application performance and provide better response time to end-users</a:t>
            </a:r>
          </a:p>
          <a:p>
            <a:r>
              <a:rPr lang="en-US" dirty="0"/>
              <a:t>•Reduce non-production EBS database size by over 50%, with 50% savings in storage</a:t>
            </a:r>
          </a:p>
          <a:p>
            <a:r>
              <a:rPr lang="en-US" dirty="0"/>
              <a:t>•Improve system performance and end-user productivity through greater system availability</a:t>
            </a:r>
          </a:p>
          <a:p>
            <a:r>
              <a:rPr lang="en-US" dirty="0"/>
              <a:t>•Improve search and eDiscovery in archived data </a:t>
            </a:r>
          </a:p>
          <a:p>
            <a:endParaRPr lang="en-US" dirty="0"/>
          </a:p>
          <a:p>
            <a:r>
              <a:rPr lang="en-US" b="1" dirty="0"/>
              <a:t>Benefits</a:t>
            </a:r>
          </a:p>
          <a:p>
            <a:r>
              <a:rPr lang="en-US" b="0" dirty="0"/>
              <a:t>Structured Data Manager ensures predictable, stable performance for end-users and partners by removing massive amounts of inactive data to boost productivity. Due to exponential data growth through acquisition, </a:t>
            </a:r>
            <a:r>
              <a:rPr lang="en-US" b="0" dirty="0" err="1"/>
              <a:t>Essilor</a:t>
            </a:r>
            <a:r>
              <a:rPr lang="en-US" b="0" dirty="0"/>
              <a:t> storage costs were high and also performance bogged down, diminishing the ability to deliver contracted performance SLAs to business partners. By using Structured Data Manager, Essilor leverages existing storage by identifying and archiving data, thereby posting storage savings of $250K annually. </a:t>
            </a:r>
          </a:p>
        </p:txBody>
      </p:sp>
    </p:spTree>
    <p:extLst>
      <p:ext uri="{BB962C8B-B14F-4D97-AF65-F5344CB8AC3E}">
        <p14:creationId xmlns:p14="http://schemas.microsoft.com/office/powerpoint/2010/main" val="11145725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US" dirty="0"/>
              <a:t>Let’s review the summary</a:t>
            </a:r>
            <a:r>
              <a:rPr lang="en-US" baseline="0" dirty="0"/>
              <a:t> for this overview</a:t>
            </a:r>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21</a:t>
            </a:fld>
            <a:endParaRPr lang="en-US"/>
          </a:p>
        </p:txBody>
      </p:sp>
    </p:spTree>
    <p:extLst>
      <p:ext uri="{BB962C8B-B14F-4D97-AF65-F5344CB8AC3E}">
        <p14:creationId xmlns:p14="http://schemas.microsoft.com/office/powerpoint/2010/main" val="26686518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GB" sz="1200" dirty="0"/>
              <a:t>This sector of the market isn’t well defined or commoditized and there isn’t a recent Gartner Magic Quadrant to refer to. </a:t>
            </a:r>
          </a:p>
          <a:p>
            <a:endParaRPr lang="en-GB" sz="1200" dirty="0"/>
          </a:p>
          <a:p>
            <a:r>
              <a:rPr lang="en-GB" sz="1200" dirty="0"/>
              <a:t>Gartner</a:t>
            </a:r>
            <a:r>
              <a:rPr lang="en-GB" sz="1200" baseline="0" dirty="0"/>
              <a:t> define the space as follows… </a:t>
            </a:r>
            <a:r>
              <a:rPr lang="en-US" sz="1200" kern="1200" dirty="0">
                <a:solidFill>
                  <a:schemeClr val="tx1"/>
                </a:solidFill>
                <a:effectLst/>
                <a:latin typeface="+mn-lt"/>
                <a:ea typeface="+mn-ea"/>
                <a:cs typeface="+mn-cs"/>
              </a:rPr>
              <a:t>Structured data archiving technologies help IT leaders retire legacy applications, reduce capital and operating expenses, and meet governance and compliance requirements. </a:t>
            </a:r>
            <a:r>
              <a:rPr lang="en-GB" sz="1200" kern="1200" dirty="0">
                <a:solidFill>
                  <a:schemeClr val="tx1"/>
                </a:solidFill>
                <a:effectLst/>
                <a:latin typeface="+mn-lt"/>
                <a:ea typeface="+mn-ea"/>
                <a:cs typeface="+mn-cs"/>
              </a:rPr>
              <a:t>Structured data archiving is the ability to index, migrate and protect application data in secondary databases or flat files typically located on lower-cost storage for policy-based retention. It makes data available in context, and protects it in the event of litigation or an audit. </a:t>
            </a:r>
            <a:endParaRPr lang="en-US" sz="1200" kern="1200" dirty="0">
              <a:solidFill>
                <a:schemeClr val="tx1"/>
              </a:solidFill>
              <a:effectLst/>
              <a:latin typeface="+mn-lt"/>
              <a:ea typeface="+mn-ea"/>
              <a:cs typeface="+mn-cs"/>
            </a:endParaRPr>
          </a:p>
          <a:p>
            <a:endParaRPr lang="en-GB"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There are however a few companies that we most regularly encounter when positioning SDM at our customers. These are IBM, Informatica and OpenText.</a:t>
            </a:r>
          </a:p>
          <a:p>
            <a:endParaRPr lang="en-GB" dirty="0"/>
          </a:p>
          <a:p>
            <a:r>
              <a:rPr lang="en-GB" dirty="0"/>
              <a:t>Measured by revenue generated, Informatica are the No.1 in this marketspace</a:t>
            </a:r>
            <a:r>
              <a:rPr lang="en-GB" baseline="0" dirty="0"/>
              <a:t>. Through the acquisitions of </a:t>
            </a:r>
            <a:r>
              <a:rPr lang="en-GB" baseline="0" dirty="0" err="1"/>
              <a:t>Applimation</a:t>
            </a:r>
            <a:r>
              <a:rPr lang="en-GB" baseline="0" dirty="0"/>
              <a:t> in 2009 and Tier Data in 2012 they have gained strong capabilities in the areas of data management and archiving. Informatica Data Archive p</a:t>
            </a:r>
            <a:r>
              <a:rPr lang="en-US" sz="1200" kern="1200" dirty="0" err="1">
                <a:solidFill>
                  <a:schemeClr val="tx1"/>
                </a:solidFill>
                <a:effectLst/>
                <a:latin typeface="+mn-lt"/>
                <a:ea typeface="+mn-ea"/>
                <a:cs typeface="+mn-cs"/>
              </a:rPr>
              <a:t>rovides</a:t>
            </a:r>
            <a:r>
              <a:rPr lang="en-US" sz="1200" kern="1200" dirty="0">
                <a:solidFill>
                  <a:schemeClr val="tx1"/>
                </a:solidFill>
                <a:effectLst/>
                <a:latin typeface="+mn-lt"/>
                <a:ea typeface="+mn-ea"/>
                <a:cs typeface="+mn-cs"/>
              </a:rPr>
              <a:t> the broadest range of application and database connectors for providing compliance and data reduction. Their position as</a:t>
            </a:r>
            <a:r>
              <a:rPr lang="en-US" sz="1200" kern="1200" baseline="0" dirty="0">
                <a:solidFill>
                  <a:schemeClr val="tx1"/>
                </a:solidFill>
                <a:effectLst/>
                <a:latin typeface="+mn-lt"/>
                <a:ea typeface="+mn-ea"/>
                <a:cs typeface="+mn-cs"/>
              </a:rPr>
              <a:t> the No.1 leading provider of data integration or Extract/Transform/Load (ETL) software they are present in most large accounts. </a:t>
            </a:r>
            <a:r>
              <a:rPr lang="en-US" sz="1200" kern="1200" dirty="0">
                <a:solidFill>
                  <a:schemeClr val="tx1"/>
                </a:solidFill>
                <a:effectLst/>
                <a:latin typeface="+mn-lt"/>
                <a:ea typeface="+mn-ea"/>
                <a:cs typeface="+mn-cs"/>
              </a:rPr>
              <a:t>Application retirement is also provided for many enterprise business software platforms</a:t>
            </a:r>
            <a:r>
              <a:rPr lang="en-US" sz="1200" kern="1200" baseline="0" dirty="0">
                <a:solidFill>
                  <a:schemeClr val="tx1"/>
                </a:solidFill>
                <a:effectLst/>
                <a:latin typeface="+mn-lt"/>
                <a:ea typeface="+mn-ea"/>
                <a:cs typeface="+mn-cs"/>
              </a:rPr>
              <a:t> and they provide </a:t>
            </a:r>
            <a:r>
              <a:rPr lang="en-US" sz="1200" kern="1200" dirty="0">
                <a:solidFill>
                  <a:schemeClr val="tx1"/>
                </a:solidFill>
                <a:effectLst/>
                <a:latin typeface="+mn-lt"/>
                <a:ea typeface="+mn-ea"/>
                <a:cs typeface="+mn-cs"/>
              </a:rPr>
              <a:t>APIs for other applications that</a:t>
            </a:r>
            <a:r>
              <a:rPr lang="en-US" sz="1200" kern="1200" baseline="0" dirty="0">
                <a:solidFill>
                  <a:schemeClr val="tx1"/>
                </a:solidFill>
                <a:effectLst/>
                <a:latin typeface="+mn-lt"/>
                <a:ea typeface="+mn-ea"/>
                <a:cs typeface="+mn-cs"/>
              </a:rPr>
              <a:t> customers may want to </a:t>
            </a:r>
            <a:r>
              <a:rPr lang="en-US" sz="1200" kern="1200" dirty="0">
                <a:solidFill>
                  <a:schemeClr val="tx1"/>
                </a:solidFill>
                <a:effectLst/>
                <a:latin typeface="+mn-lt"/>
                <a:ea typeface="+mn-ea"/>
                <a:cs typeface="+mn-cs"/>
              </a:rPr>
              <a:t>retire but continue to access the data it holds. They also have a strong</a:t>
            </a:r>
            <a:r>
              <a:rPr lang="en-US" sz="1200" kern="1200" baseline="0" dirty="0">
                <a:solidFill>
                  <a:schemeClr val="tx1"/>
                </a:solidFill>
                <a:effectLst/>
                <a:latin typeface="+mn-lt"/>
                <a:ea typeface="+mn-ea"/>
                <a:cs typeface="+mn-cs"/>
              </a:rPr>
              <a:t> and continuing</a:t>
            </a:r>
            <a:r>
              <a:rPr lang="en-US" sz="1200" kern="1200" dirty="0">
                <a:solidFill>
                  <a:schemeClr val="tx1"/>
                </a:solidFill>
                <a:effectLst/>
                <a:latin typeface="+mn-lt"/>
                <a:ea typeface="+mn-ea"/>
                <a:cs typeface="+mn-cs"/>
              </a:rPr>
              <a:t> historical partnership with </a:t>
            </a:r>
            <a:r>
              <a:rPr lang="en-US" sz="1200" kern="1200" dirty="0" err="1">
                <a:solidFill>
                  <a:schemeClr val="tx1"/>
                </a:solidFill>
                <a:effectLst/>
                <a:latin typeface="+mn-lt"/>
                <a:ea typeface="+mn-ea"/>
                <a:cs typeface="+mn-cs"/>
              </a:rPr>
              <a:t>SecureData</a:t>
            </a:r>
            <a:r>
              <a:rPr lang="en-US" sz="1200" kern="1200" dirty="0">
                <a:solidFill>
                  <a:schemeClr val="tx1"/>
                </a:solidFill>
                <a:effectLst/>
                <a:latin typeface="+mn-lt"/>
                <a:ea typeface="+mn-ea"/>
                <a:cs typeface="+mn-cs"/>
              </a:rPr>
              <a:t> dating from prior</a:t>
            </a:r>
            <a:r>
              <a:rPr lang="en-US" sz="1200" kern="1200" baseline="0" dirty="0">
                <a:solidFill>
                  <a:schemeClr val="tx1"/>
                </a:solidFill>
                <a:effectLst/>
                <a:latin typeface="+mn-lt"/>
                <a:ea typeface="+mn-ea"/>
                <a:cs typeface="+mn-cs"/>
              </a:rPr>
              <a:t> to our acquisition of Voltage Software. However they have lagged in providing cloud based deployment options and do not have a solution for unstructured data putting hybrid projects out of their reach.</a:t>
            </a:r>
            <a:endParaRPr lang="en-US"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IBM are the No.2 in this market. Through</a:t>
            </a:r>
            <a:r>
              <a:rPr lang="en-GB" sz="1200" kern="1200" baseline="0" dirty="0">
                <a:solidFill>
                  <a:schemeClr val="tx1"/>
                </a:solidFill>
                <a:effectLst/>
                <a:latin typeface="+mn-lt"/>
                <a:ea typeface="+mn-ea"/>
                <a:cs typeface="+mn-cs"/>
              </a:rPr>
              <a:t> their </a:t>
            </a:r>
            <a:r>
              <a:rPr lang="en-GB" sz="1200" kern="1200" baseline="0" dirty="0" err="1">
                <a:solidFill>
                  <a:schemeClr val="tx1"/>
                </a:solidFill>
                <a:effectLst/>
                <a:latin typeface="+mn-lt"/>
                <a:ea typeface="+mn-ea"/>
                <a:cs typeface="+mn-cs"/>
              </a:rPr>
              <a:t>Infosphere</a:t>
            </a:r>
            <a:r>
              <a:rPr lang="en-GB" sz="1200" kern="1200" baseline="0" dirty="0">
                <a:solidFill>
                  <a:schemeClr val="tx1"/>
                </a:solidFill>
                <a:effectLst/>
                <a:latin typeface="+mn-lt"/>
                <a:ea typeface="+mn-ea"/>
                <a:cs typeface="+mn-cs"/>
              </a:rPr>
              <a:t> brand and the Optim Data Growth Solution they claim to </a:t>
            </a:r>
            <a:r>
              <a:rPr lang="en-US" sz="1200" kern="1200" dirty="0">
                <a:solidFill>
                  <a:schemeClr val="tx1"/>
                </a:solidFill>
                <a:effectLst/>
                <a:latin typeface="+mn-lt"/>
                <a:ea typeface="+mn-ea"/>
                <a:cs typeface="+mn-cs"/>
              </a:rPr>
              <a:t>Manage Data Growth, Improve Application Performance and Minimize Risk. The  technology to do so is underpinned by their acquisition of Princeton </a:t>
            </a:r>
            <a:r>
              <a:rPr lang="en-US" sz="1200" kern="1200" dirty="0" err="1">
                <a:solidFill>
                  <a:schemeClr val="tx1"/>
                </a:solidFill>
                <a:effectLst/>
                <a:latin typeface="+mn-lt"/>
                <a:ea typeface="+mn-ea"/>
                <a:cs typeface="+mn-cs"/>
              </a:rPr>
              <a:t>Softech</a:t>
            </a:r>
            <a:r>
              <a:rPr lang="en-US" sz="1200" kern="1200" dirty="0">
                <a:solidFill>
                  <a:schemeClr val="tx1"/>
                </a:solidFill>
                <a:effectLst/>
                <a:latin typeface="+mn-lt"/>
                <a:ea typeface="+mn-ea"/>
                <a:cs typeface="+mn-cs"/>
              </a:rPr>
              <a:t> in 2007. </a:t>
            </a:r>
            <a:r>
              <a:rPr lang="en-US" sz="1200" kern="1200" dirty="0" err="1">
                <a:solidFill>
                  <a:schemeClr val="tx1"/>
                </a:solidFill>
                <a:effectLst/>
                <a:latin typeface="+mn-lt"/>
                <a:ea typeface="+mn-ea"/>
                <a:cs typeface="+mn-cs"/>
              </a:rPr>
              <a:t>Optim</a:t>
            </a:r>
            <a:r>
              <a:rPr lang="en-US" sz="1200" kern="1200" dirty="0">
                <a:solidFill>
                  <a:schemeClr val="tx1"/>
                </a:solidFill>
                <a:effectLst/>
                <a:latin typeface="+mn-lt"/>
                <a:ea typeface="+mn-ea"/>
                <a:cs typeface="+mn-cs"/>
              </a:rPr>
              <a:t> has</a:t>
            </a:r>
            <a:r>
              <a:rPr lang="en-US" sz="1200" kern="1200" baseline="0" dirty="0">
                <a:solidFill>
                  <a:schemeClr val="tx1"/>
                </a:solidFill>
                <a:effectLst/>
                <a:latin typeface="+mn-lt"/>
                <a:ea typeface="+mn-ea"/>
                <a:cs typeface="+mn-cs"/>
              </a:rPr>
              <a:t> a broad range of options for both applications and databases and deep information governance expertise backed up by global services capabilities to consult and implement their solutions. </a:t>
            </a:r>
            <a:r>
              <a:rPr lang="en-US" sz="1200" kern="1200" baseline="0" dirty="0" err="1">
                <a:solidFill>
                  <a:schemeClr val="tx1"/>
                </a:solidFill>
                <a:effectLst/>
                <a:latin typeface="+mn-lt"/>
                <a:ea typeface="+mn-ea"/>
                <a:cs typeface="+mn-cs"/>
              </a:rPr>
              <a:t>Optim</a:t>
            </a:r>
            <a:r>
              <a:rPr lang="en-US" sz="1200" kern="1200" baseline="0" dirty="0">
                <a:solidFill>
                  <a:schemeClr val="tx1"/>
                </a:solidFill>
                <a:effectLst/>
                <a:latin typeface="+mn-lt"/>
                <a:ea typeface="+mn-ea"/>
                <a:cs typeface="+mn-cs"/>
              </a:rPr>
              <a:t> has a large referenceable customer base including good references for application retirement. They are however geared toward larger implementations and do not scale down well from a price perspective making them very expensive for most organizations. </a:t>
            </a:r>
            <a:r>
              <a:rPr lang="en-US" sz="1200" kern="1200" baseline="0" dirty="0" err="1">
                <a:solidFill>
                  <a:schemeClr val="tx1"/>
                </a:solidFill>
                <a:effectLst/>
                <a:latin typeface="+mn-lt"/>
                <a:ea typeface="+mn-ea"/>
                <a:cs typeface="+mn-cs"/>
              </a:rPr>
              <a:t>Optim</a:t>
            </a:r>
            <a:r>
              <a:rPr lang="en-US" sz="1200" kern="1200" baseline="0" dirty="0">
                <a:solidFill>
                  <a:schemeClr val="tx1"/>
                </a:solidFill>
                <a:effectLst/>
                <a:latin typeface="+mn-lt"/>
                <a:ea typeface="+mn-ea"/>
                <a:cs typeface="+mn-cs"/>
              </a:rPr>
              <a:t> uses a proprietary data store which effectively locks customer data into their tools. They do not support direct database to database, they require a intermediate stage, which limits scale and performance.</a:t>
            </a:r>
            <a:endParaRPr lang="en-US" sz="1200" kern="1200" dirty="0">
              <a:solidFill>
                <a:schemeClr val="tx1"/>
              </a:solidFill>
              <a:effectLst/>
              <a:latin typeface="+mn-lt"/>
              <a:ea typeface="+mn-ea"/>
              <a:cs typeface="+mn-cs"/>
            </a:endParaRP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OpenText are the 3</a:t>
            </a:r>
            <a:r>
              <a:rPr lang="en-GB" sz="1200" kern="1200" baseline="30000" dirty="0">
                <a:solidFill>
                  <a:schemeClr val="tx1"/>
                </a:solidFill>
                <a:effectLst/>
                <a:latin typeface="+mn-lt"/>
                <a:ea typeface="+mn-ea"/>
                <a:cs typeface="+mn-cs"/>
              </a:rPr>
              <a:t>rd</a:t>
            </a:r>
            <a:r>
              <a:rPr lang="en-GB" sz="1200" kern="1200" baseline="0" dirty="0">
                <a:solidFill>
                  <a:schemeClr val="tx1"/>
                </a:solidFill>
                <a:effectLst/>
                <a:latin typeface="+mn-lt"/>
                <a:ea typeface="+mn-ea"/>
                <a:cs typeface="+mn-cs"/>
              </a:rPr>
              <a:t> major competitor in this market. Through organic internal development aided by their acquisition of </a:t>
            </a:r>
            <a:r>
              <a:rPr lang="en-GB" sz="1200" kern="1200" baseline="0" dirty="0" err="1">
                <a:solidFill>
                  <a:schemeClr val="tx1"/>
                </a:solidFill>
                <a:effectLst/>
                <a:latin typeface="+mn-lt"/>
                <a:ea typeface="+mn-ea"/>
                <a:cs typeface="+mn-cs"/>
              </a:rPr>
              <a:t>Ixos</a:t>
            </a:r>
            <a:r>
              <a:rPr lang="en-GB" sz="1200" kern="1200" baseline="0" dirty="0">
                <a:solidFill>
                  <a:schemeClr val="tx1"/>
                </a:solidFill>
                <a:effectLst/>
                <a:latin typeface="+mn-lt"/>
                <a:ea typeface="+mn-ea"/>
                <a:cs typeface="+mn-cs"/>
              </a:rPr>
              <a:t> in 2006, </a:t>
            </a:r>
            <a:r>
              <a:rPr lang="en-GB" sz="1200" kern="1200" dirty="0">
                <a:solidFill>
                  <a:schemeClr val="tx1"/>
                </a:solidFill>
                <a:effectLst/>
                <a:latin typeface="+mn-lt"/>
                <a:ea typeface="+mn-ea"/>
                <a:cs typeface="+mn-cs"/>
              </a:rPr>
              <a:t>OpenText Archive </a:t>
            </a:r>
            <a:r>
              <a:rPr lang="en-GB" sz="1200" kern="1200" dirty="0" err="1">
                <a:solidFill>
                  <a:schemeClr val="tx1"/>
                </a:solidFill>
                <a:effectLst/>
                <a:latin typeface="+mn-lt"/>
                <a:ea typeface="+mn-ea"/>
                <a:cs typeface="+mn-cs"/>
              </a:rPr>
              <a:t>Center</a:t>
            </a:r>
            <a:r>
              <a:rPr lang="en-GB" sz="1200" kern="1200" dirty="0">
                <a:solidFill>
                  <a:schemeClr val="tx1"/>
                </a:solidFill>
                <a:effectLst/>
                <a:latin typeface="+mn-lt"/>
                <a:ea typeface="+mn-ea"/>
                <a:cs typeface="+mn-cs"/>
              </a:rPr>
              <a:t> delivers solutions for archiving and managing the information life cycle of a broad range of enterprise information, including email, files, SharePoint data and structured information, such as ERP data (SAP and Oracle), instant messaging, and web and social content, into a single managed repository. They support</a:t>
            </a:r>
            <a:r>
              <a:rPr lang="en-GB" sz="1200" kern="1200" baseline="0" dirty="0">
                <a:solidFill>
                  <a:schemeClr val="tx1"/>
                </a:solidFill>
                <a:effectLst/>
                <a:latin typeface="+mn-lt"/>
                <a:ea typeface="+mn-ea"/>
                <a:cs typeface="+mn-cs"/>
              </a:rPr>
              <a:t> a wide variety of deployment options when used in conjunction with their Enterprise Information Management Platform. OpenText have a close and strong partnership with SAP and are the leader in SAP archiving. In fact SAP resell OpenText solutions for SAP making it very difficult to win again them for pure SAP projects. </a:t>
            </a:r>
          </a:p>
          <a:p>
            <a:r>
              <a:rPr lang="en-GB" sz="1200" kern="1200" baseline="0" dirty="0">
                <a:solidFill>
                  <a:schemeClr val="tx1"/>
                </a:solidFill>
                <a:effectLst/>
                <a:latin typeface="+mn-lt"/>
                <a:ea typeface="+mn-ea"/>
                <a:cs typeface="+mn-cs"/>
              </a:rPr>
              <a:t>OpenText is the closest competitor from a data management and governance platform to our own with direct capabilities to compete with our Secure Content Management Suite. Most customer solutions require the OpenText Enterprise Information Management Platform which makes them costly to purchase and to implement especially for smaller organizations.</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a:xfrm>
            <a:off x="3884613" y="8685213"/>
            <a:ext cx="2971800" cy="458787"/>
          </a:xfrm>
          <a:prstGeom prst="rect">
            <a:avLst/>
          </a:prstGeom>
        </p:spPr>
        <p:txBody>
          <a:bodyPr/>
          <a:lstStyle/>
          <a:p>
            <a:fld id="{4A121DE6-663A-4D1D-AC00-55AEF6110B3B}" type="slidenum">
              <a:rPr lang="en-US" smtClean="0">
                <a:solidFill>
                  <a:prstClr val="black"/>
                </a:solidFill>
              </a:rPr>
              <a:pPr/>
              <a:t>22</a:t>
            </a:fld>
            <a:endParaRPr lang="en-US">
              <a:solidFill>
                <a:prstClr val="black"/>
              </a:solidFill>
            </a:endParaRPr>
          </a:p>
        </p:txBody>
      </p:sp>
    </p:spTree>
    <p:extLst>
      <p:ext uri="{BB962C8B-B14F-4D97-AF65-F5344CB8AC3E}">
        <p14:creationId xmlns:p14="http://schemas.microsoft.com/office/powerpoint/2010/main" val="9485811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r>
              <a:rPr lang="en-US" dirty="0"/>
              <a:t>Let’s review the summary</a:t>
            </a:r>
            <a:r>
              <a:rPr lang="en-US" baseline="0" dirty="0"/>
              <a:t> for this overview</a:t>
            </a:r>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23</a:t>
            </a:fld>
            <a:endParaRPr lang="en-US"/>
          </a:p>
        </p:txBody>
      </p:sp>
    </p:spTree>
    <p:extLst>
      <p:ext uri="{BB962C8B-B14F-4D97-AF65-F5344CB8AC3E}">
        <p14:creationId xmlns:p14="http://schemas.microsoft.com/office/powerpoint/2010/main" val="15799106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381000"/>
            <a:ext cx="4572000" cy="2573338"/>
          </a:xfrm>
        </p:spPr>
      </p:sp>
      <p:sp>
        <p:nvSpPr>
          <p:cNvPr id="4" name="Slide Number Placeholder 3"/>
          <p:cNvSpPr>
            <a:spLocks noGrp="1"/>
          </p:cNvSpPr>
          <p:nvPr>
            <p:ph type="sldNum" sz="quarter" idx="10"/>
          </p:nvPr>
        </p:nvSpPr>
        <p:spPr>
          <a:xfrm>
            <a:off x="5867400" y="8686800"/>
            <a:ext cx="609600" cy="227013"/>
          </a:xfrm>
          <a:prstGeom prst="rect">
            <a:avLst/>
          </a:prstGeom>
        </p:spPr>
        <p:txBody>
          <a:bodyPr/>
          <a:lstStyle/>
          <a:p>
            <a:fld id="{333CC43F-F1BE-FF49-8A8A-8E4B532A5D92}" type="slidenum">
              <a:rPr lang="en-GB" smtClean="0">
                <a:solidFill>
                  <a:prstClr val="black"/>
                </a:solidFill>
                <a:latin typeface="Arial" panose="020B0604020202020204"/>
              </a:rPr>
              <a:pPr/>
              <a:t>24</a:t>
            </a:fld>
            <a:endParaRPr lang="en-GB" dirty="0">
              <a:solidFill>
                <a:prstClr val="black"/>
              </a:solidFill>
              <a:latin typeface="Arial" panose="020B0604020202020204"/>
            </a:endParaRPr>
          </a:p>
        </p:txBody>
      </p:sp>
      <p:sp>
        <p:nvSpPr>
          <p:cNvPr id="5" name="Notes Placeholder 2"/>
          <p:cNvSpPr>
            <a:spLocks noGrp="1"/>
          </p:cNvSpPr>
          <p:nvPr>
            <p:ph type="body" idx="1"/>
          </p:nvPr>
        </p:nvSpPr>
        <p:spPr/>
        <p:txBody>
          <a:bodyPr/>
          <a:lstStyle/>
          <a:p>
            <a:r>
              <a:rPr lang="en-US" b="0" dirty="0"/>
              <a:t>Structured Data Manager</a:t>
            </a:r>
            <a:r>
              <a:rPr lang="en-US" b="0" baseline="0" dirty="0"/>
              <a:t> is designed to address the problems of inactive structured data within an organization form the exploding data footprint, policy management, analytics and application performance.</a:t>
            </a:r>
          </a:p>
          <a:p>
            <a:endParaRPr lang="en-GB" b="0" baseline="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baseline="0" dirty="0">
                <a:latin typeface="HP Simplified" pitchFamily="34" charset="0"/>
                <a:cs typeface="HP Simplified" pitchFamily="34" charset="0"/>
              </a:rPr>
              <a:t>Structured Data Manager </a:t>
            </a:r>
            <a:r>
              <a:rPr lang="en-US" sz="1200" b="0" kern="1200" dirty="0">
                <a:solidFill>
                  <a:schemeClr val="tx1"/>
                </a:solidFill>
                <a:effectLst/>
                <a:latin typeface="HP Simplified"/>
                <a:ea typeface="+mn-ea"/>
              </a:rPr>
              <a:t>presents</a:t>
            </a:r>
            <a:r>
              <a:rPr lang="en-US" sz="1200" b="0" kern="1200" baseline="0" dirty="0">
                <a:solidFill>
                  <a:schemeClr val="tx1"/>
                </a:solidFill>
                <a:effectLst/>
                <a:latin typeface="HP Simplified"/>
                <a:ea typeface="+mn-ea"/>
              </a:rPr>
              <a:t> a clear opportunity to defensibly dispose of legacy data or migrate it to a variety of places for additional analysis and long-term management</a:t>
            </a:r>
            <a:endParaRPr lang="en-US" b="0" dirty="0"/>
          </a:p>
          <a:p>
            <a:endParaRPr lang="en-US" dirty="0"/>
          </a:p>
        </p:txBody>
      </p:sp>
    </p:spTree>
    <p:extLst>
      <p:ext uri="{BB962C8B-B14F-4D97-AF65-F5344CB8AC3E}">
        <p14:creationId xmlns:p14="http://schemas.microsoft.com/office/powerpoint/2010/main" val="31633584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63550" y="457200"/>
            <a:ext cx="5930900" cy="3336925"/>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624096-89BF-4571-86AA-8A3894EC660E}" type="slidenum">
              <a:rPr lang="en-US" smtClean="0"/>
              <a:t>25</a:t>
            </a:fld>
            <a:endParaRPr lang="en-US"/>
          </a:p>
        </p:txBody>
      </p:sp>
    </p:spTree>
    <p:extLst>
      <p:ext uri="{BB962C8B-B14F-4D97-AF65-F5344CB8AC3E}">
        <p14:creationId xmlns:p14="http://schemas.microsoft.com/office/powerpoint/2010/main" val="38446440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3">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8" name="Rectangle 7"/>
          <p:cNvSpPr/>
          <p:nvPr userDrawn="1"/>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9" name="Group 8"/>
          <p:cNvGrpSpPr/>
          <p:nvPr userDrawn="1"/>
        </p:nvGrpSpPr>
        <p:grpSpPr>
          <a:xfrm>
            <a:off x="1048005" y="766395"/>
            <a:ext cx="1930326" cy="467406"/>
            <a:chOff x="-504825" y="3757613"/>
            <a:chExt cx="1009650" cy="244475"/>
          </a:xfrm>
          <a:solidFill>
            <a:schemeClr val="bg1"/>
          </a:solidFill>
        </p:grpSpPr>
        <p:sp>
          <p:nvSpPr>
            <p:cNvPr id="10" name="Freeform 5"/>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1" name="Freeform 6"/>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2" name="Freeform 7"/>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3" name="Freeform 8"/>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4" name="Freeform 9"/>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5" name="Freeform 10"/>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6" name="Freeform 11"/>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7" name="Freeform 12"/>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8" name="Freeform 13"/>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9" name="Freeform 14"/>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20" name="Freeform 15"/>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21" name="Freeform 16"/>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22" name="Freeform 17"/>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grpSp>
      <p:sp>
        <p:nvSpPr>
          <p:cNvPr id="2" name="Title 1"/>
          <p:cNvSpPr>
            <a:spLocks noGrp="1"/>
          </p:cNvSpPr>
          <p:nvPr>
            <p:ph type="ctrTitle"/>
          </p:nvPr>
        </p:nvSpPr>
        <p:spPr>
          <a:xfrm>
            <a:off x="914400" y="3614237"/>
            <a:ext cx="10579608" cy="1645920"/>
          </a:xfrm>
        </p:spPr>
        <p:txBody>
          <a:bodyPr anchor="t">
            <a:normAutofit/>
          </a:bodyPr>
          <a:lstStyle>
            <a:lvl1pPr algn="l">
              <a:defRPr sz="4800">
                <a:solidFill>
                  <a:schemeClr val="bg1"/>
                </a:solidFill>
              </a:defRPr>
            </a:lvl1pPr>
          </a:lstStyle>
          <a:p>
            <a:r>
              <a:rPr lang="en-US"/>
              <a:t>Click to edit Master title style</a:t>
            </a:r>
            <a:endParaRPr lang="en-US" dirty="0"/>
          </a:p>
        </p:txBody>
      </p:sp>
      <p:sp>
        <p:nvSpPr>
          <p:cNvPr id="3" name="Subtitle 2"/>
          <p:cNvSpPr>
            <a:spLocks noGrp="1"/>
          </p:cNvSpPr>
          <p:nvPr>
            <p:ph type="subTitle" idx="1"/>
          </p:nvPr>
        </p:nvSpPr>
        <p:spPr>
          <a:xfrm>
            <a:off x="914400" y="5260158"/>
            <a:ext cx="4270248" cy="861862"/>
          </a:xfrm>
        </p:spPr>
        <p:txBody>
          <a:bodyPr>
            <a:normAutofit/>
          </a:bodyPr>
          <a:lstStyle>
            <a:lvl1pPr marL="0" indent="0" algn="l">
              <a:lnSpc>
                <a:spcPct val="100000"/>
              </a:lnSpc>
              <a:spcAft>
                <a:spcPts val="600"/>
              </a:spcAft>
              <a:buNone/>
              <a:defRPr sz="16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34178948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1_Title Slide">
    <p:bg>
      <p:bgPr>
        <a:gradFill flip="none" rotWithShape="1">
          <a:gsLst>
            <a:gs pos="0">
              <a:schemeClr val="accent5">
                <a:lumMod val="100000"/>
              </a:schemeClr>
            </a:gs>
            <a:gs pos="37000">
              <a:schemeClr val="accent1"/>
            </a:gs>
            <a:gs pos="99000">
              <a:srgbClr val="0155EF"/>
            </a:gs>
          </a:gsLst>
          <a:lin ang="2700000" scaled="1"/>
          <a:tileRect/>
        </a:gra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alphaModFix amt="5000"/>
          </a:blip>
          <a:stretch>
            <a:fillRect/>
          </a:stretch>
        </p:blipFill>
        <p:spPr>
          <a:xfrm>
            <a:off x="-87780" y="0"/>
            <a:ext cx="11920244" cy="6858000"/>
          </a:xfrm>
          <a:prstGeom prst="rect">
            <a:avLst/>
          </a:prstGeom>
        </p:spPr>
      </p:pic>
      <p:sp>
        <p:nvSpPr>
          <p:cNvPr id="4" name="Rectangle 3"/>
          <p:cNvSpPr/>
          <p:nvPr userDrawn="1"/>
        </p:nvSpPr>
        <p:spPr>
          <a:xfrm>
            <a:off x="6097" y="0"/>
            <a:ext cx="12185904" cy="6858000"/>
          </a:xfrm>
          <a:prstGeom prst="rect">
            <a:avLst/>
          </a:prstGeom>
          <a:gradFill flip="none" rotWithShape="1">
            <a:gsLst>
              <a:gs pos="0">
                <a:schemeClr val="accent1">
                  <a:lumMod val="80000"/>
                  <a:lumOff val="20000"/>
                  <a:alpha val="34000"/>
                </a:schemeClr>
              </a:gs>
              <a:gs pos="100000">
                <a:schemeClr val="accent1">
                  <a:lumMod val="100000"/>
                  <a:alpha val="50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p:cNvSpPr>
            <a:spLocks noGrp="1"/>
          </p:cNvSpPr>
          <p:nvPr>
            <p:ph type="ctrTitle"/>
          </p:nvPr>
        </p:nvSpPr>
        <p:spPr>
          <a:xfrm>
            <a:off x="950976" y="3078933"/>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5071003"/>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1039758"/>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lide w Subtitle">
    <p:bg>
      <p:bgPr>
        <a:gradFill flip="none" rotWithShape="1">
          <a:gsLst>
            <a:gs pos="0">
              <a:schemeClr val="accent5">
                <a:lumMod val="100000"/>
              </a:schemeClr>
            </a:gs>
            <a:gs pos="37000">
              <a:schemeClr val="accent1"/>
            </a:gs>
            <a:gs pos="99000">
              <a:srgbClr val="0155EF"/>
            </a:gs>
          </a:gsLst>
          <a:lin ang="2700000" scaled="1"/>
          <a:tileRect/>
        </a:gradFill>
        <a:effectLst/>
      </p:bgPr>
    </p:bg>
    <p:spTree>
      <p:nvGrpSpPr>
        <p:cNvPr id="1" name=""/>
        <p:cNvGrpSpPr/>
        <p:nvPr/>
      </p:nvGrpSpPr>
      <p:grpSpPr>
        <a:xfrm>
          <a:off x="0" y="0"/>
          <a:ext cx="0" cy="0"/>
          <a:chOff x="0" y="0"/>
          <a:chExt cx="0" cy="0"/>
        </a:xfrm>
      </p:grpSpPr>
      <p:pic>
        <p:nvPicPr>
          <p:cNvPr id="5" name="Picture 4"/>
          <p:cNvPicPr>
            <a:picLocks noChangeAspect="1"/>
          </p:cNvPicPr>
          <p:nvPr userDrawn="1"/>
        </p:nvPicPr>
        <p:blipFill>
          <a:blip r:embed="rId2">
            <a:alphaModFix amt="5000"/>
          </a:blip>
          <a:stretch>
            <a:fillRect/>
          </a:stretch>
        </p:blipFill>
        <p:spPr>
          <a:xfrm>
            <a:off x="-87780" y="0"/>
            <a:ext cx="11920244" cy="6858000"/>
          </a:xfrm>
          <a:prstGeom prst="rect">
            <a:avLst/>
          </a:prstGeom>
        </p:spPr>
      </p:pic>
      <p:sp>
        <p:nvSpPr>
          <p:cNvPr id="4" name="Rectangle 3"/>
          <p:cNvSpPr/>
          <p:nvPr userDrawn="1"/>
        </p:nvSpPr>
        <p:spPr>
          <a:xfrm>
            <a:off x="6096" y="0"/>
            <a:ext cx="12204191" cy="6858000"/>
          </a:xfrm>
          <a:prstGeom prst="rect">
            <a:avLst/>
          </a:prstGeom>
          <a:gradFill flip="none" rotWithShape="1">
            <a:gsLst>
              <a:gs pos="0">
                <a:schemeClr val="accent1">
                  <a:lumMod val="80000"/>
                  <a:lumOff val="20000"/>
                  <a:alpha val="34000"/>
                </a:schemeClr>
              </a:gs>
              <a:gs pos="100000">
                <a:schemeClr val="accent1">
                  <a:lumMod val="100000"/>
                  <a:alpha val="50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p:cNvSpPr>
            <a:spLocks noGrp="1"/>
          </p:cNvSpPr>
          <p:nvPr>
            <p:ph type="ctrTitle"/>
          </p:nvPr>
        </p:nvSpPr>
        <p:spPr>
          <a:xfrm>
            <a:off x="950976" y="2446511"/>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5071003"/>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1039758"/>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a:defRPr>
                <a:solidFill>
                  <a:srgbClr val="FFFFFF"/>
                </a:solidFill>
              </a:defRPr>
            </a:pPr>
            <a:endParaRPr/>
          </a:p>
        </p:txBody>
      </p:sp>
      <p:sp>
        <p:nvSpPr>
          <p:cNvPr id="3" name="Text Placeholder 2"/>
          <p:cNvSpPr>
            <a:spLocks noGrp="1"/>
          </p:cNvSpPr>
          <p:nvPr>
            <p:ph type="body" sz="quarter" idx="11"/>
          </p:nvPr>
        </p:nvSpPr>
        <p:spPr>
          <a:xfrm>
            <a:off x="950913" y="4411489"/>
            <a:ext cx="10314495" cy="512058"/>
          </a:xfrm>
        </p:spPr>
        <p:txBody>
          <a:bodyPr/>
          <a:lstStyle>
            <a:lvl1pPr marL="0" indent="0">
              <a:buNone/>
              <a:defRPr sz="3200">
                <a:solidFill>
                  <a:schemeClr val="bg1"/>
                </a:solidFill>
              </a:defRPr>
            </a:lvl1pPr>
          </a:lstStyle>
          <a:p>
            <a:pPr lvl="0"/>
            <a:r>
              <a:rPr lang="en-US"/>
              <a:t>Click to edit Master text styles</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2_Title Slide">
    <p:bg>
      <p:bgPr>
        <a:gradFill flip="none" rotWithShape="1">
          <a:gsLst>
            <a:gs pos="40000">
              <a:schemeClr val="accent1">
                <a:lumMod val="100000"/>
              </a:schemeClr>
            </a:gs>
            <a:gs pos="0">
              <a:schemeClr val="accent5"/>
            </a:gs>
            <a:gs pos="100000">
              <a:srgbClr val="0155EF"/>
            </a:gs>
          </a:gsLst>
          <a:lin ang="2700000" scaled="1"/>
          <a:tileRect/>
        </a:gra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alphaModFix amt="5000"/>
          </a:blip>
          <a:stretch>
            <a:fillRect/>
          </a:stretch>
        </p:blipFill>
        <p:spPr>
          <a:xfrm>
            <a:off x="-87780" y="0"/>
            <a:ext cx="11916181" cy="6858001"/>
          </a:xfrm>
          <a:prstGeom prst="rect">
            <a:avLst/>
          </a:prstGeom>
        </p:spPr>
      </p:pic>
      <p:sp>
        <p:nvSpPr>
          <p:cNvPr id="26" name="Rectangle 25"/>
          <p:cNvSpPr/>
          <p:nvPr userDrawn="1"/>
        </p:nvSpPr>
        <p:spPr>
          <a:xfrm flipV="1">
            <a:off x="-12191" y="-1"/>
            <a:ext cx="12204191" cy="6858001"/>
          </a:xfrm>
          <a:prstGeom prst="rect">
            <a:avLst/>
          </a:prstGeom>
          <a:gradFill flip="none" rotWithShape="1">
            <a:gsLst>
              <a:gs pos="14000">
                <a:schemeClr val="accent1">
                  <a:lumMod val="80000"/>
                  <a:lumOff val="20000"/>
                  <a:alpha val="10000"/>
                </a:schemeClr>
              </a:gs>
              <a:gs pos="100000">
                <a:schemeClr val="accent1">
                  <a:lumMod val="100000"/>
                  <a:alpha val="50000"/>
                </a:schemeClr>
              </a:gs>
            </a:gsLst>
            <a:lin ang="81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p:cNvSpPr>
            <a:spLocks noGrp="1"/>
          </p:cNvSpPr>
          <p:nvPr>
            <p:ph type="ctrTitle"/>
          </p:nvPr>
        </p:nvSpPr>
        <p:spPr>
          <a:xfrm>
            <a:off x="950976" y="341105"/>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2333175"/>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5176329"/>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3_Title Slide">
    <p:bg>
      <p:bgPr>
        <a:gradFill>
          <a:gsLst>
            <a:gs pos="0">
              <a:srgbClr val="1DBDFF"/>
            </a:gs>
            <a:gs pos="32000">
              <a:srgbClr val="1A8CFF"/>
            </a:gs>
            <a:gs pos="100000">
              <a:srgbClr val="752FB7"/>
            </a:gs>
          </a:gsLst>
          <a:lin ang="2700000" scaled="0"/>
        </a:gra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alphaModFix amt="5000"/>
          </a:blip>
          <a:stretch>
            <a:fillRect/>
          </a:stretch>
        </p:blipFill>
        <p:spPr>
          <a:xfrm>
            <a:off x="-80465" y="0"/>
            <a:ext cx="11916181" cy="6858001"/>
          </a:xfrm>
          <a:prstGeom prst="rect">
            <a:avLst/>
          </a:prstGeom>
        </p:spPr>
      </p:pic>
      <p:sp>
        <p:nvSpPr>
          <p:cNvPr id="26" name="Rectangle 25"/>
          <p:cNvSpPr/>
          <p:nvPr userDrawn="1"/>
        </p:nvSpPr>
        <p:spPr>
          <a:xfrm flipV="1">
            <a:off x="-12191" y="-1"/>
            <a:ext cx="12204191" cy="6858001"/>
          </a:xfrm>
          <a:prstGeom prst="rect">
            <a:avLst/>
          </a:prstGeom>
          <a:gradFill flip="none" rotWithShape="1">
            <a:gsLst>
              <a:gs pos="14000">
                <a:schemeClr val="accent1">
                  <a:lumMod val="80000"/>
                  <a:lumOff val="20000"/>
                  <a:alpha val="10000"/>
                </a:schemeClr>
              </a:gs>
              <a:gs pos="100000">
                <a:schemeClr val="accent1">
                  <a:lumMod val="100000"/>
                  <a:alpha val="3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itle 1"/>
          <p:cNvSpPr>
            <a:spLocks noGrp="1"/>
          </p:cNvSpPr>
          <p:nvPr>
            <p:ph type="ctrTitle"/>
          </p:nvPr>
        </p:nvSpPr>
        <p:spPr>
          <a:xfrm>
            <a:off x="950976" y="341105"/>
            <a:ext cx="10314432" cy="1964978"/>
          </a:xfrm>
        </p:spPr>
        <p:txBody>
          <a:bodyPr anchor="b" anchorCtr="0">
            <a:normAutofit/>
          </a:bodyPr>
          <a:lstStyle>
            <a:lvl1pPr algn="l">
              <a:lnSpc>
                <a:spcPct val="80000"/>
              </a:lnSpc>
              <a:defRPr sz="6000">
                <a:solidFill>
                  <a:schemeClr val="bg1"/>
                </a:solidFill>
              </a:defRPr>
            </a:lvl1pPr>
          </a:lstStyle>
          <a:p>
            <a:r>
              <a:rPr lang="en-US"/>
              <a:t>Click to edit Master title style</a:t>
            </a:r>
            <a:endParaRPr lang="en-US" dirty="0"/>
          </a:p>
        </p:txBody>
      </p:sp>
      <p:sp>
        <p:nvSpPr>
          <p:cNvPr id="40" name="Shape 48"/>
          <p:cNvSpPr>
            <a:spLocks noGrp="1"/>
          </p:cNvSpPr>
          <p:nvPr>
            <p:ph type="body" sz="quarter" idx="10" hasCustomPrompt="1"/>
          </p:nvPr>
        </p:nvSpPr>
        <p:spPr>
          <a:xfrm>
            <a:off x="951663" y="2333175"/>
            <a:ext cx="4270249" cy="1427453"/>
          </a:xfrm>
          <a:prstGeom prst="rect">
            <a:avLst/>
          </a:prstGeom>
        </p:spPr>
        <p:txBody>
          <a:bodyPr>
            <a:noAutofit/>
          </a:bodyPr>
          <a:lstStyle>
            <a:lvl1pPr marL="0" indent="0">
              <a:lnSpc>
                <a:spcPct val="80000"/>
              </a:lnSpc>
              <a:spcBef>
                <a:spcPts val="0"/>
              </a:spcBef>
              <a:spcAft>
                <a:spcPts val="600"/>
              </a:spcAft>
              <a:buSzTx/>
              <a:buFontTx/>
              <a:buNone/>
              <a:defRPr sz="2000">
                <a:solidFill>
                  <a:srgbClr val="FFFFFF"/>
                </a:solidFill>
              </a:defRPr>
            </a:lvl1pPr>
            <a:lvl2pPr marL="0" indent="0">
              <a:lnSpc>
                <a:spcPct val="80000"/>
              </a:lnSpc>
              <a:spcBef>
                <a:spcPts val="0"/>
              </a:spcBef>
              <a:spcAft>
                <a:spcPts val="600"/>
              </a:spcAft>
              <a:buSzTx/>
              <a:buFontTx/>
              <a:buNone/>
              <a:defRPr sz="2000">
                <a:solidFill>
                  <a:srgbClr val="FFFFFF"/>
                </a:solidFill>
              </a:defRPr>
            </a:lvl2pPr>
            <a:lvl3pPr marL="0" indent="0">
              <a:lnSpc>
                <a:spcPct val="80000"/>
              </a:lnSpc>
              <a:spcBef>
                <a:spcPts val="0"/>
              </a:spcBef>
              <a:spcAft>
                <a:spcPts val="600"/>
              </a:spcAft>
              <a:buSzTx/>
              <a:buFontTx/>
              <a:buNone/>
              <a:defRPr sz="2000">
                <a:solidFill>
                  <a:srgbClr val="FFFFFF"/>
                </a:solidFill>
              </a:defRPr>
            </a:lvl3pPr>
            <a:lvl4pPr marL="0" indent="0">
              <a:lnSpc>
                <a:spcPct val="80000"/>
              </a:lnSpc>
              <a:spcBef>
                <a:spcPts val="0"/>
              </a:spcBef>
              <a:spcAft>
                <a:spcPts val="600"/>
              </a:spcAft>
              <a:buSzTx/>
              <a:buFontTx/>
              <a:buNone/>
              <a:defRPr sz="2400">
                <a:solidFill>
                  <a:srgbClr val="FFFFFF"/>
                </a:solidFill>
              </a:defRPr>
            </a:lvl4pPr>
            <a:lvl5pPr marL="0" indent="0">
              <a:lnSpc>
                <a:spcPct val="80000"/>
              </a:lnSpc>
              <a:spcBef>
                <a:spcPts val="0"/>
              </a:spcBef>
              <a:spcAft>
                <a:spcPts val="600"/>
              </a:spcAft>
              <a:buSzTx/>
              <a:buFontTx/>
              <a:buNone/>
              <a:defRPr sz="2400">
                <a:solidFill>
                  <a:srgbClr val="FFFFFF"/>
                </a:solidFill>
              </a:defRPr>
            </a:lvl5pPr>
          </a:lstStyle>
          <a:p>
            <a:r>
              <a:rPr lang="en-US" dirty="0"/>
              <a:t>Speaker Name</a:t>
            </a:r>
            <a:endParaRPr dirty="0"/>
          </a:p>
          <a:p>
            <a:pPr lvl="1"/>
            <a:r>
              <a:rPr lang="en-US" dirty="0"/>
              <a:t>Title/Company</a:t>
            </a:r>
            <a:endParaRPr dirty="0"/>
          </a:p>
          <a:p>
            <a:pPr lvl="2"/>
            <a:r>
              <a:rPr lang="en-US" dirty="0"/>
              <a:t>Date</a:t>
            </a:r>
            <a:endParaRPr dirty="0"/>
          </a:p>
        </p:txBody>
      </p:sp>
      <p:grpSp>
        <p:nvGrpSpPr>
          <p:cNvPr id="10" name="Large Logo"/>
          <p:cNvGrpSpPr/>
          <p:nvPr/>
        </p:nvGrpSpPr>
        <p:grpSpPr>
          <a:xfrm>
            <a:off x="946986" y="5176329"/>
            <a:ext cx="2805821" cy="680014"/>
            <a:chOff x="5753494" y="2024196"/>
            <a:chExt cx="846681" cy="205200"/>
          </a:xfrm>
        </p:grpSpPr>
        <p:sp>
          <p:nvSpPr>
            <p:cNvPr id="11"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chemeClr val="bg1"/>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p:cNvSpPr>
            <a:spLocks noGrp="1"/>
          </p:cNvSpPr>
          <p:nvPr>
            <p:ph idx="1" hasCustomPrompt="1"/>
          </p:nvPr>
        </p:nvSpPr>
        <p:spPr/>
        <p:txBody>
          <a:bodyPr/>
          <a:lstStyle>
            <a:lvl1pPr>
              <a:buSzPct val="80000"/>
              <a:defRPr/>
            </a:lvl1pPr>
            <a:lvl2pPr>
              <a:defRPr/>
            </a:lvl2pPr>
            <a:lvl3pPr>
              <a:defRPr/>
            </a:lvl3pPr>
            <a:lvl4pPr>
              <a:defRPr/>
            </a:lvl4pPr>
            <a:lvl5pPr>
              <a:defRPr/>
            </a:lvl5pPr>
          </a:lstStyle>
          <a:p>
            <a:pPr lvl="0"/>
            <a:r>
              <a:rPr lang="en-US" dirty="0"/>
              <a:t>First level 28 </a:t>
            </a:r>
            <a:r>
              <a:rPr lang="en-US" dirty="0" err="1"/>
              <a:t>pt</a:t>
            </a:r>
            <a:endParaRPr lang="en-US" dirty="0"/>
          </a:p>
          <a:p>
            <a:pPr lvl="1"/>
            <a:r>
              <a:rPr lang="en-US" dirty="0"/>
              <a:t>Second level 20 </a:t>
            </a:r>
            <a:r>
              <a:rPr lang="en-US" dirty="0" err="1"/>
              <a:t>pt</a:t>
            </a:r>
            <a:endParaRPr lang="en-US" dirty="0"/>
          </a:p>
          <a:p>
            <a:pPr lvl="2"/>
            <a:r>
              <a:rPr lang="en-US" dirty="0"/>
              <a:t>Third level 18 </a:t>
            </a:r>
            <a:r>
              <a:rPr lang="en-US" dirty="0" err="1"/>
              <a:t>pt</a:t>
            </a:r>
            <a:endParaRPr lang="en-US" dirty="0"/>
          </a:p>
          <a:p>
            <a:pPr lvl="3"/>
            <a:r>
              <a:rPr lang="en-US" dirty="0"/>
              <a:t>Fourth level 16 </a:t>
            </a:r>
            <a:r>
              <a:rPr lang="en-US" dirty="0" err="1"/>
              <a:t>pt</a:t>
            </a:r>
            <a:endParaRPr lang="en-US" dirty="0"/>
          </a:p>
          <a:p>
            <a:pPr lvl="4"/>
            <a:r>
              <a:rPr lang="en-US" dirty="0"/>
              <a:t>Fifth level – avoid as too small</a:t>
            </a:r>
          </a:p>
        </p:txBody>
      </p:sp>
      <p:sp>
        <p:nvSpPr>
          <p:cNvPr id="5" name="Slide Number Placeholder"/>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7"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Title and Content</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40529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INFORM">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Autofit/>
          </a:bodyPr>
          <a:lstStyle>
            <a:lvl1pPr>
              <a:buSzPct val="80000"/>
              <a:defRPr sz="2000"/>
            </a:lvl1pPr>
            <a:lvl2pPr>
              <a:defRPr sz="1800"/>
            </a:lvl2pPr>
            <a:lvl3pPr>
              <a:defRPr sz="1600"/>
            </a:lvl3pPr>
            <a:lvl4pPr>
              <a:defRPr sz="1400"/>
            </a:lvl4pPr>
            <a:lvl5pPr>
              <a:defRPr sz="11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Forth level – avoid as too small </a:t>
            </a:r>
          </a:p>
        </p:txBody>
      </p:sp>
      <p:sp>
        <p:nvSpPr>
          <p:cNvPr id="5"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7" name="Title Placeholder 1"/>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Title and Content—INFORM</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4240447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46786" y="429275"/>
            <a:ext cx="10311765" cy="657844"/>
          </a:xfrm>
        </p:spPr>
        <p:txBody>
          <a:bodyPr>
            <a:noAutofit/>
          </a:bodyPr>
          <a:lstStyle>
            <a:lvl1pPr>
              <a:defRPr/>
            </a:lvl1pPr>
          </a:lstStyle>
          <a:p>
            <a:r>
              <a:rPr lang="en-US" dirty="0"/>
              <a:t>Content + Subtitle</a:t>
            </a:r>
          </a:p>
        </p:txBody>
      </p:sp>
      <p:sp>
        <p:nvSpPr>
          <p:cNvPr id="5" name="subtitle"/>
          <p:cNvSpPr>
            <a:spLocks noGrp="1"/>
          </p:cNvSpPr>
          <p:nvPr>
            <p:ph type="body" sz="quarter" idx="13" hasCustomPrompt="1"/>
          </p:nvPr>
        </p:nvSpPr>
        <p:spPr>
          <a:xfrm>
            <a:off x="950976" y="1087119"/>
            <a:ext cx="1031176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Text Placeholder 2"/>
          <p:cNvSpPr>
            <a:spLocks noGrp="1"/>
          </p:cNvSpPr>
          <p:nvPr>
            <p:ph idx="1" hasCustomPrompt="1"/>
          </p:nvPr>
        </p:nvSpPr>
        <p:spPr>
          <a:xfrm>
            <a:off x="946786" y="1728000"/>
            <a:ext cx="10311765" cy="4452138"/>
          </a:xfrm>
          <a:prstGeom prst="rect">
            <a:avLst/>
          </a:prstGeom>
        </p:spPr>
        <p:txBody>
          <a:bodyPr vert="horz" lIns="0" tIns="45720" rIns="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2000816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Subtitle—INFORM">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p:txBody>
          <a:bodyPr>
            <a:normAutofit/>
          </a:bodyPr>
          <a:lstStyle>
            <a:lvl1pPr>
              <a:buSzPct val="80000"/>
              <a:defRPr sz="2000"/>
            </a:lvl1pPr>
            <a:lvl2pPr>
              <a:defRPr sz="1800"/>
            </a:lvl2pPr>
            <a:lvl3pPr>
              <a:defRPr sz="1600"/>
            </a:lvl3pPr>
            <a:lvl4pPr>
              <a:defRPr sz="1400"/>
            </a:lvl4pPr>
            <a:lvl5pPr>
              <a:defRPr sz="11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Forth level – avoid as too small </a:t>
            </a:r>
          </a:p>
        </p:txBody>
      </p:sp>
      <p:sp>
        <p:nvSpPr>
          <p:cNvPr id="5"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7" name="Title 1"/>
          <p:cNvSpPr>
            <a:spLocks noGrp="1"/>
          </p:cNvSpPr>
          <p:nvPr>
            <p:ph type="title" hasCustomPrompt="1"/>
          </p:nvPr>
        </p:nvSpPr>
        <p:spPr>
          <a:xfrm>
            <a:off x="946786" y="429275"/>
            <a:ext cx="10311765" cy="657844"/>
          </a:xfrm>
        </p:spPr>
        <p:txBody>
          <a:bodyPr>
            <a:normAutofit/>
          </a:bodyPr>
          <a:lstStyle>
            <a:lvl1pPr>
              <a:defRPr/>
            </a:lvl1pPr>
          </a:lstStyle>
          <a:p>
            <a:r>
              <a:rPr lang="en-US" dirty="0"/>
              <a:t>Content + Subtitle—INFORM</a:t>
            </a:r>
          </a:p>
        </p:txBody>
      </p:sp>
      <p:sp>
        <p:nvSpPr>
          <p:cNvPr id="8" name="Text Placeholder 8"/>
          <p:cNvSpPr>
            <a:spLocks noGrp="1"/>
          </p:cNvSpPr>
          <p:nvPr>
            <p:ph type="body" sz="quarter" idx="13" hasCustomPrompt="1"/>
          </p:nvPr>
        </p:nvSpPr>
        <p:spPr>
          <a:xfrm>
            <a:off x="950977" y="1087119"/>
            <a:ext cx="10307574"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029814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6" name="Title Placeholder"/>
          <p:cNvSpPr>
            <a:spLocks noGrp="1"/>
          </p:cNvSpPr>
          <p:nvPr>
            <p:ph type="title" hasCustomPrompt="1"/>
          </p:nvPr>
        </p:nvSpPr>
        <p:spPr>
          <a:xfrm>
            <a:off x="946786" y="429768"/>
            <a:ext cx="10311765" cy="1080000"/>
          </a:xfrm>
          <a:prstGeom prst="rect">
            <a:avLst/>
          </a:prstGeom>
        </p:spPr>
        <p:txBody>
          <a:bodyPr vert="horz" lIns="0" tIns="45720" rIns="91440" bIns="45720" rtlCol="0" anchor="t">
            <a:noAutofit/>
          </a:bodyPr>
          <a:lstStyle/>
          <a:p>
            <a:r>
              <a:rPr lang="en-US" dirty="0"/>
              <a:t>Title Only</a:t>
            </a:r>
          </a:p>
        </p:txBody>
      </p:sp>
      <p:sp>
        <p:nvSpPr>
          <p:cNvPr id="7"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4251049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4"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6" name="Title 1"/>
          <p:cNvSpPr>
            <a:spLocks noGrp="1"/>
          </p:cNvSpPr>
          <p:nvPr>
            <p:ph type="title" hasCustomPrompt="1"/>
          </p:nvPr>
        </p:nvSpPr>
        <p:spPr>
          <a:xfrm>
            <a:off x="946786" y="429275"/>
            <a:ext cx="10311765" cy="657844"/>
          </a:xfrm>
        </p:spPr>
        <p:txBody>
          <a:bodyPr>
            <a:noAutofit/>
          </a:bodyPr>
          <a:lstStyle>
            <a:lvl1pPr>
              <a:defRPr/>
            </a:lvl1pPr>
          </a:lstStyle>
          <a:p>
            <a:r>
              <a:rPr lang="en-US" dirty="0"/>
              <a:t>Title + Subtitle Only </a:t>
            </a:r>
          </a:p>
        </p:txBody>
      </p:sp>
      <p:sp>
        <p:nvSpPr>
          <p:cNvPr id="7" name="subtitle"/>
          <p:cNvSpPr>
            <a:spLocks noGrp="1"/>
          </p:cNvSpPr>
          <p:nvPr>
            <p:ph type="body" sz="quarter" idx="13" hasCustomPrompt="1"/>
          </p:nvPr>
        </p:nvSpPr>
        <p:spPr>
          <a:xfrm>
            <a:off x="950977" y="1087119"/>
            <a:ext cx="10307574"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611918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5"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923857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INFORM">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950976" y="1736725"/>
            <a:ext cx="5029200" cy="4440239"/>
          </a:xfrm>
        </p:spPr>
        <p:txBody>
          <a:bodyPr/>
          <a:lstStyle>
            <a:lvl1pPr>
              <a:defRPr sz="2000"/>
            </a:lvl1pPr>
            <a:lvl2pPr>
              <a:defRPr sz="1800"/>
            </a:lvl2pPr>
            <a:lvl3pPr>
              <a:defRPr sz="1600"/>
            </a:lvl3pPr>
            <a:lvl4pPr>
              <a:defRPr sz="1400"/>
            </a:lvl4pPr>
            <a:lvl5pPr>
              <a:defRPr sz="12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4" name="Content Placeholder 3"/>
          <p:cNvSpPr>
            <a:spLocks noGrp="1"/>
          </p:cNvSpPr>
          <p:nvPr>
            <p:ph sz="half" idx="2" hasCustomPrompt="1"/>
          </p:nvPr>
        </p:nvSpPr>
        <p:spPr>
          <a:xfrm>
            <a:off x="6229350" y="1736725"/>
            <a:ext cx="5029200" cy="4440239"/>
          </a:xfrm>
        </p:spPr>
        <p:txBody>
          <a:bodyPr/>
          <a:lstStyle>
            <a:lvl1pPr>
              <a:defRPr sz="2000"/>
            </a:lvl1pPr>
            <a:lvl2pPr>
              <a:defRPr sz="1800"/>
            </a:lvl2pPr>
            <a:lvl3pPr>
              <a:defRPr sz="1600"/>
            </a:lvl3pPr>
            <a:lvl4pPr>
              <a:defRPr sz="1400"/>
            </a:lvl4pPr>
            <a:lvl5pPr>
              <a:defRPr sz="12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Title Placeholder"/>
          <p:cNvSpPr>
            <a:spLocks noGrp="1"/>
          </p:cNvSpPr>
          <p:nvPr>
            <p:ph type="title" hasCustomPrompt="1"/>
          </p:nvPr>
        </p:nvSpPr>
        <p:spPr>
          <a:xfrm>
            <a:off x="946786" y="429768"/>
            <a:ext cx="10311765" cy="1080000"/>
          </a:xfrm>
          <a:prstGeom prst="rect">
            <a:avLst/>
          </a:prstGeom>
        </p:spPr>
        <p:txBody>
          <a:bodyPr vert="horz" lIns="0" tIns="45720" rIns="91440" bIns="45720" rtlCol="0" anchor="t">
            <a:noAutofit/>
          </a:bodyPr>
          <a:lstStyle>
            <a:lvl1pPr>
              <a:defRPr baseline="0"/>
            </a:lvl1pPr>
          </a:lstStyle>
          <a:p>
            <a:r>
              <a:rPr lang="en-US" dirty="0"/>
              <a:t>Two Columns—INFORM</a:t>
            </a:r>
          </a:p>
        </p:txBody>
      </p:sp>
      <p:sp>
        <p:nvSpPr>
          <p:cNvPr id="9"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7687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w Subtitle—INFORM">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950976" y="1736725"/>
            <a:ext cx="5029200" cy="4440239"/>
          </a:xfrm>
        </p:spPr>
        <p:txBody>
          <a:bodyPr/>
          <a:lstStyle>
            <a:lvl1pPr>
              <a:defRPr sz="2000"/>
            </a:lvl1pPr>
            <a:lvl2pPr>
              <a:defRPr sz="1800"/>
            </a:lvl2pPr>
            <a:lvl3pPr>
              <a:defRPr sz="1600"/>
            </a:lvl3pPr>
            <a:lvl4pPr>
              <a:defRPr sz="1400"/>
            </a:lvl4pPr>
            <a:lvl5pPr>
              <a:defRPr sz="12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4" name="Content Placeholder 3"/>
          <p:cNvSpPr>
            <a:spLocks noGrp="1"/>
          </p:cNvSpPr>
          <p:nvPr>
            <p:ph sz="half" idx="2" hasCustomPrompt="1"/>
          </p:nvPr>
        </p:nvSpPr>
        <p:spPr>
          <a:xfrm>
            <a:off x="6229350" y="1736725"/>
            <a:ext cx="5029200" cy="4440239"/>
          </a:xfrm>
        </p:spPr>
        <p:txBody>
          <a:bodyPr/>
          <a:lstStyle>
            <a:lvl1pPr>
              <a:defRPr sz="2000"/>
            </a:lvl1pPr>
            <a:lvl2pPr>
              <a:defRPr sz="1800"/>
            </a:lvl2pPr>
            <a:lvl3pPr>
              <a:defRPr sz="1600"/>
            </a:lvl3pPr>
            <a:lvl4pPr>
              <a:defRPr sz="1400"/>
            </a:lvl4pPr>
            <a:lvl5pPr>
              <a:defRPr sz="12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Title 1"/>
          <p:cNvSpPr>
            <a:spLocks noGrp="1"/>
          </p:cNvSpPr>
          <p:nvPr>
            <p:ph type="title" hasCustomPrompt="1"/>
          </p:nvPr>
        </p:nvSpPr>
        <p:spPr>
          <a:xfrm>
            <a:off x="946786" y="429275"/>
            <a:ext cx="10311765" cy="657844"/>
          </a:xfrm>
        </p:spPr>
        <p:txBody>
          <a:bodyPr>
            <a:noAutofit/>
          </a:bodyPr>
          <a:lstStyle>
            <a:lvl1pPr>
              <a:defRPr baseline="0"/>
            </a:lvl1pPr>
          </a:lstStyle>
          <a:p>
            <a:r>
              <a:rPr lang="en-US" dirty="0"/>
              <a:t>Two Column with Subtitle—INFORM</a:t>
            </a:r>
          </a:p>
        </p:txBody>
      </p:sp>
      <p:sp>
        <p:nvSpPr>
          <p:cNvPr id="9" name="Text Placeholder 8"/>
          <p:cNvSpPr>
            <a:spLocks noGrp="1"/>
          </p:cNvSpPr>
          <p:nvPr>
            <p:ph type="body" sz="quarter" idx="13" hasCustomPrompt="1"/>
          </p:nvPr>
        </p:nvSpPr>
        <p:spPr>
          <a:xfrm>
            <a:off x="950977" y="1087119"/>
            <a:ext cx="10307574"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7"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3994891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s w Headings—INFORM">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46785" y="1736725"/>
            <a:ext cx="5029200"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4" name="Content Placeholder 3"/>
          <p:cNvSpPr>
            <a:spLocks noGrp="1"/>
          </p:cNvSpPr>
          <p:nvPr>
            <p:ph sz="half" idx="2" hasCustomPrompt="1"/>
          </p:nvPr>
        </p:nvSpPr>
        <p:spPr>
          <a:xfrm>
            <a:off x="950976" y="2224405"/>
            <a:ext cx="5029200" cy="3955331"/>
          </a:xfrm>
        </p:spPr>
        <p:txBody>
          <a:bodyPr/>
          <a:lstStyle>
            <a:lvl1pPr>
              <a:defRPr sz="2000"/>
            </a:lvl1pPr>
            <a:lvl2pPr>
              <a:defRPr sz="1800"/>
            </a:lvl2pPr>
            <a:lvl3pPr>
              <a:defRPr sz="1600"/>
            </a:lvl3pPr>
            <a:lvl4pPr>
              <a:defRPr sz="1600"/>
            </a:lvl4pPr>
            <a:lvl5pPr>
              <a:defRPr sz="16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5" name="Text Placeholder 4"/>
          <p:cNvSpPr>
            <a:spLocks noGrp="1"/>
          </p:cNvSpPr>
          <p:nvPr>
            <p:ph type="body" sz="quarter" idx="3" hasCustomPrompt="1"/>
          </p:nvPr>
        </p:nvSpPr>
        <p:spPr>
          <a:xfrm>
            <a:off x="6222441" y="1736724"/>
            <a:ext cx="5029200"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6" name="Content Placeholder 5"/>
          <p:cNvSpPr>
            <a:spLocks noGrp="1"/>
          </p:cNvSpPr>
          <p:nvPr>
            <p:ph sz="quarter" idx="4" hasCustomPrompt="1"/>
          </p:nvPr>
        </p:nvSpPr>
        <p:spPr>
          <a:xfrm>
            <a:off x="6222441" y="2224405"/>
            <a:ext cx="5029200" cy="3955331"/>
          </a:xfrm>
        </p:spPr>
        <p:txBody>
          <a:bodyPr/>
          <a:lstStyle>
            <a:lvl1pPr>
              <a:defRPr sz="2000"/>
            </a:lvl1pPr>
            <a:lvl2pPr>
              <a:defRPr sz="1800"/>
            </a:lvl2pPr>
            <a:lvl3pPr>
              <a:defRPr sz="1600"/>
            </a:lvl3pPr>
            <a:lvl4pPr>
              <a:defRPr sz="1600"/>
            </a:lvl4pPr>
            <a:lvl5pPr>
              <a:defRPr sz="16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8" name="Slide Number Placeholder 5"/>
          <p:cNvSpPr>
            <a:spLocks noGrp="1"/>
          </p:cNvSpPr>
          <p:nvPr>
            <p:ph type="sldNum" sz="quarter" idx="10"/>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0"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Two Columns with Headings—INFORM</a:t>
            </a:r>
          </a:p>
        </p:txBody>
      </p:sp>
      <p:sp>
        <p:nvSpPr>
          <p:cNvPr id="11" name="Footer Placeholder"/>
          <p:cNvSpPr>
            <a:spLocks noGrp="1"/>
          </p:cNvSpPr>
          <p:nvPr>
            <p:ph type="ftr" sz="quarter" idx="11"/>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718033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lumns, Subtitle and Headings—INFORM">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946785" y="1736725"/>
            <a:ext cx="5029200"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4" name="Content Placeholder 3"/>
          <p:cNvSpPr>
            <a:spLocks noGrp="1"/>
          </p:cNvSpPr>
          <p:nvPr>
            <p:ph sz="half" idx="2" hasCustomPrompt="1"/>
          </p:nvPr>
        </p:nvSpPr>
        <p:spPr>
          <a:xfrm>
            <a:off x="950976" y="2224405"/>
            <a:ext cx="5029200" cy="3955331"/>
          </a:xfrm>
        </p:spPr>
        <p:txBody>
          <a:bodyPr/>
          <a:lstStyle>
            <a:lvl1pPr>
              <a:defRPr sz="2000"/>
            </a:lvl1pPr>
            <a:lvl2pPr>
              <a:defRPr sz="1800"/>
            </a:lvl2pPr>
            <a:lvl3pPr>
              <a:defRPr sz="1600"/>
            </a:lvl3pPr>
            <a:lvl4pPr>
              <a:defRPr sz="1600"/>
            </a:lvl4pPr>
            <a:lvl5pPr>
              <a:defRPr sz="16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5" name="Text Placeholder 4"/>
          <p:cNvSpPr>
            <a:spLocks noGrp="1"/>
          </p:cNvSpPr>
          <p:nvPr>
            <p:ph type="body" sz="quarter" idx="3" hasCustomPrompt="1"/>
          </p:nvPr>
        </p:nvSpPr>
        <p:spPr>
          <a:xfrm>
            <a:off x="6222441" y="1736724"/>
            <a:ext cx="5029200"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6" name="Content Placeholder 5"/>
          <p:cNvSpPr>
            <a:spLocks noGrp="1"/>
          </p:cNvSpPr>
          <p:nvPr>
            <p:ph sz="quarter" idx="4" hasCustomPrompt="1"/>
          </p:nvPr>
        </p:nvSpPr>
        <p:spPr>
          <a:xfrm>
            <a:off x="6222441" y="2224405"/>
            <a:ext cx="5029200" cy="3955331"/>
          </a:xfrm>
        </p:spPr>
        <p:txBody>
          <a:bodyPr/>
          <a:lstStyle>
            <a:lvl1pPr>
              <a:defRPr sz="2000"/>
            </a:lvl1pPr>
            <a:lvl2pPr>
              <a:defRPr sz="1800"/>
            </a:lvl2pPr>
            <a:lvl3pPr>
              <a:defRPr sz="1600"/>
            </a:lvl3pPr>
            <a:lvl4pPr>
              <a:defRPr sz="1600"/>
            </a:lvl4pPr>
            <a:lvl5pPr>
              <a:defRPr sz="16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a:t>
            </a:r>
          </a:p>
          <a:p>
            <a:pPr lvl="4"/>
            <a:r>
              <a:rPr lang="en-US" dirty="0"/>
              <a:t>Fifth level - avoid</a:t>
            </a:r>
          </a:p>
        </p:txBody>
      </p:sp>
      <p:sp>
        <p:nvSpPr>
          <p:cNvPr id="8" name="Slide Number Placeholder 5"/>
          <p:cNvSpPr>
            <a:spLocks noGrp="1"/>
          </p:cNvSpPr>
          <p:nvPr>
            <p:ph type="sldNum" sz="quarter" idx="10"/>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9" name="Title 1"/>
          <p:cNvSpPr>
            <a:spLocks noGrp="1"/>
          </p:cNvSpPr>
          <p:nvPr>
            <p:ph type="title" hasCustomPrompt="1"/>
          </p:nvPr>
        </p:nvSpPr>
        <p:spPr>
          <a:xfrm>
            <a:off x="946786" y="429275"/>
            <a:ext cx="10311765" cy="657844"/>
          </a:xfrm>
        </p:spPr>
        <p:txBody>
          <a:bodyPr>
            <a:noAutofit/>
          </a:bodyPr>
          <a:lstStyle>
            <a:lvl1pPr>
              <a:defRPr baseline="0"/>
            </a:lvl1pPr>
          </a:lstStyle>
          <a:p>
            <a:r>
              <a:rPr lang="en-US" dirty="0"/>
              <a:t>Two Column with Subtitle and Headings—INFORM</a:t>
            </a:r>
          </a:p>
        </p:txBody>
      </p:sp>
      <p:sp>
        <p:nvSpPr>
          <p:cNvPr id="11" name="Text Placeholder 8"/>
          <p:cNvSpPr>
            <a:spLocks noGrp="1"/>
          </p:cNvSpPr>
          <p:nvPr>
            <p:ph type="body" sz="quarter" idx="13" hasCustomPrompt="1"/>
          </p:nvPr>
        </p:nvSpPr>
        <p:spPr>
          <a:xfrm>
            <a:off x="950977" y="1087119"/>
            <a:ext cx="10307574"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10" name="Footer Placeholder"/>
          <p:cNvSpPr>
            <a:spLocks noGrp="1"/>
          </p:cNvSpPr>
          <p:nvPr>
            <p:ph type="ftr" sz="quarter" idx="14"/>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2498061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lumns—INFORM">
    <p:spTree>
      <p:nvGrpSpPr>
        <p:cNvPr id="1" name=""/>
        <p:cNvGrpSpPr/>
        <p:nvPr/>
      </p:nvGrpSpPr>
      <p:grpSpPr>
        <a:xfrm>
          <a:off x="0" y="0"/>
          <a:ext cx="0" cy="0"/>
          <a:chOff x="0" y="0"/>
          <a:chExt cx="0" cy="0"/>
        </a:xfrm>
      </p:grpSpPr>
      <p:sp>
        <p:nvSpPr>
          <p:cNvPr id="6" name="Content Placeholder 2"/>
          <p:cNvSpPr>
            <a:spLocks noGrp="1"/>
          </p:cNvSpPr>
          <p:nvPr>
            <p:ph sz="half" idx="1" hasCustomPrompt="1"/>
          </p:nvPr>
        </p:nvSpPr>
        <p:spPr>
          <a:xfrm>
            <a:off x="946785" y="1736725"/>
            <a:ext cx="3268376" cy="4440239"/>
          </a:xfrm>
        </p:spPr>
        <p:txBody>
          <a:bodyPr/>
          <a:lstStyle>
            <a:lvl1pPr marL="228594" indent="-228594">
              <a:spcAft>
                <a:spcPts val="600"/>
              </a:spcAft>
              <a:defRPr sz="1800"/>
            </a:lvl1pPr>
            <a:lvl2pPr>
              <a:spcAft>
                <a:spcPts val="600"/>
              </a:spcAft>
              <a:defRPr sz="1600"/>
            </a:lvl2pPr>
            <a:lvl3pPr>
              <a:spcAft>
                <a:spcPts val="600"/>
              </a:spcAft>
              <a:defRPr sz="1400"/>
            </a:lvl3pPr>
            <a:lvl4pPr>
              <a:spcAft>
                <a:spcPts val="600"/>
              </a:spcAft>
              <a:defRPr sz="1400" baseline="0"/>
            </a:lvl4pPr>
            <a:lvl5pPr>
              <a:spcAft>
                <a:spcPts val="600"/>
              </a:spcAft>
              <a:defRPr sz="1400" baseline="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8" name="Content Placeholder 3"/>
          <p:cNvSpPr>
            <a:spLocks noGrp="1"/>
          </p:cNvSpPr>
          <p:nvPr>
            <p:ph sz="half" idx="2" hasCustomPrompt="1"/>
          </p:nvPr>
        </p:nvSpPr>
        <p:spPr>
          <a:xfrm>
            <a:off x="4427035" y="1736725"/>
            <a:ext cx="3229804" cy="4440239"/>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9" name="Content Placeholder 3"/>
          <p:cNvSpPr>
            <a:spLocks noGrp="1"/>
          </p:cNvSpPr>
          <p:nvPr>
            <p:ph sz="half" idx="10" hasCustomPrompt="1"/>
          </p:nvPr>
        </p:nvSpPr>
        <p:spPr>
          <a:xfrm>
            <a:off x="7868712" y="1736725"/>
            <a:ext cx="3367536" cy="4440239"/>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1"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a:lvl1pPr>
          </a:lstStyle>
          <a:p>
            <a:r>
              <a:rPr lang="en-US" dirty="0"/>
              <a:t>Three Column—INFORM</a:t>
            </a:r>
          </a:p>
        </p:txBody>
      </p:sp>
      <p:sp>
        <p:nvSpPr>
          <p:cNvPr id="10"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173340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lumns, Subtitle—INFORM">
    <p:spTree>
      <p:nvGrpSpPr>
        <p:cNvPr id="1" name=""/>
        <p:cNvGrpSpPr/>
        <p:nvPr/>
      </p:nvGrpSpPr>
      <p:grpSpPr>
        <a:xfrm>
          <a:off x="0" y="0"/>
          <a:ext cx="0" cy="0"/>
          <a:chOff x="0" y="0"/>
          <a:chExt cx="0" cy="0"/>
        </a:xfrm>
      </p:grpSpPr>
      <p:sp>
        <p:nvSpPr>
          <p:cNvPr id="6" name="Content Placeholder 2"/>
          <p:cNvSpPr>
            <a:spLocks noGrp="1"/>
          </p:cNvSpPr>
          <p:nvPr>
            <p:ph sz="half" idx="1" hasCustomPrompt="1"/>
          </p:nvPr>
        </p:nvSpPr>
        <p:spPr>
          <a:xfrm>
            <a:off x="946785" y="1736725"/>
            <a:ext cx="3268376" cy="4440239"/>
          </a:xfrm>
        </p:spPr>
        <p:txBody>
          <a:bodyPr/>
          <a:lstStyle>
            <a:lvl1pPr marL="228594" indent="-228594">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8" name="Content Placeholder 3"/>
          <p:cNvSpPr>
            <a:spLocks noGrp="1"/>
          </p:cNvSpPr>
          <p:nvPr>
            <p:ph sz="half" idx="2" hasCustomPrompt="1"/>
          </p:nvPr>
        </p:nvSpPr>
        <p:spPr>
          <a:xfrm>
            <a:off x="4427035" y="1736725"/>
            <a:ext cx="3229804" cy="4440239"/>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9" name="Content Placeholder 3"/>
          <p:cNvSpPr>
            <a:spLocks noGrp="1"/>
          </p:cNvSpPr>
          <p:nvPr>
            <p:ph sz="half" idx="10" hasCustomPrompt="1"/>
          </p:nvPr>
        </p:nvSpPr>
        <p:spPr>
          <a:xfrm>
            <a:off x="7868712" y="1736725"/>
            <a:ext cx="3367536" cy="4440239"/>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1" name="Title 1"/>
          <p:cNvSpPr>
            <a:spLocks noGrp="1"/>
          </p:cNvSpPr>
          <p:nvPr>
            <p:ph type="title" hasCustomPrompt="1"/>
          </p:nvPr>
        </p:nvSpPr>
        <p:spPr>
          <a:xfrm>
            <a:off x="946786" y="429275"/>
            <a:ext cx="10311765" cy="657844"/>
          </a:xfrm>
        </p:spPr>
        <p:txBody>
          <a:bodyPr>
            <a:noAutofit/>
          </a:bodyPr>
          <a:lstStyle>
            <a:lvl1pPr>
              <a:defRPr baseline="0"/>
            </a:lvl1pPr>
          </a:lstStyle>
          <a:p>
            <a:r>
              <a:rPr lang="en-US" dirty="0"/>
              <a:t>Three Column with Subtitle—INFORM</a:t>
            </a:r>
          </a:p>
        </p:txBody>
      </p:sp>
      <p:sp>
        <p:nvSpPr>
          <p:cNvPr id="12" name="Text Placeholder 8"/>
          <p:cNvSpPr>
            <a:spLocks noGrp="1"/>
          </p:cNvSpPr>
          <p:nvPr>
            <p:ph type="body" sz="quarter" idx="13" hasCustomPrompt="1"/>
          </p:nvPr>
        </p:nvSpPr>
        <p:spPr>
          <a:xfrm>
            <a:off x="950976" y="1087119"/>
            <a:ext cx="1030757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10"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823338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s w Headings—INFORM">
    <p:spTree>
      <p:nvGrpSpPr>
        <p:cNvPr id="1" name=""/>
        <p:cNvGrpSpPr/>
        <p:nvPr/>
      </p:nvGrpSpPr>
      <p:grpSpPr>
        <a:xfrm>
          <a:off x="0" y="0"/>
          <a:ext cx="0" cy="0"/>
          <a:chOff x="0" y="0"/>
          <a:chExt cx="0" cy="0"/>
        </a:xfrm>
      </p:grpSpPr>
      <p:sp>
        <p:nvSpPr>
          <p:cNvPr id="6" name="Content Placeholder 2"/>
          <p:cNvSpPr>
            <a:spLocks noGrp="1"/>
          </p:cNvSpPr>
          <p:nvPr>
            <p:ph sz="half" idx="1" hasCustomPrompt="1"/>
          </p:nvPr>
        </p:nvSpPr>
        <p:spPr>
          <a:xfrm>
            <a:off x="946785" y="2205038"/>
            <a:ext cx="3268376" cy="3971926"/>
          </a:xfrm>
        </p:spPr>
        <p:txBody>
          <a:bodyPr/>
          <a:lstStyle>
            <a:lvl1pPr marL="228594" indent="-228594">
              <a:spcAft>
                <a:spcPts val="600"/>
              </a:spcAft>
              <a:defRPr sz="1800"/>
            </a:lvl1pPr>
            <a:lvl2pPr>
              <a:spcAft>
                <a:spcPts val="600"/>
              </a:spcAft>
              <a:defRPr sz="1600"/>
            </a:lvl2pPr>
            <a:lvl3pPr>
              <a:spcAft>
                <a:spcPts val="600"/>
              </a:spcAft>
              <a:defRPr sz="1400"/>
            </a:lvl3pPr>
            <a:lvl4pPr>
              <a:spcAft>
                <a:spcPts val="600"/>
              </a:spcAft>
              <a:defRPr sz="1400" baseline="0"/>
            </a:lvl4pPr>
            <a:lvl5pPr>
              <a:spcAft>
                <a:spcPts val="600"/>
              </a:spcAft>
              <a:defRPr sz="1400" baseline="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8" name="Content Placeholder 3"/>
          <p:cNvSpPr>
            <a:spLocks noGrp="1"/>
          </p:cNvSpPr>
          <p:nvPr>
            <p:ph sz="half" idx="2" hasCustomPrompt="1"/>
          </p:nvPr>
        </p:nvSpPr>
        <p:spPr>
          <a:xfrm>
            <a:off x="4427035" y="2205038"/>
            <a:ext cx="3229804" cy="3971926"/>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9" name="Content Placeholder 3"/>
          <p:cNvSpPr>
            <a:spLocks noGrp="1"/>
          </p:cNvSpPr>
          <p:nvPr>
            <p:ph sz="half" idx="10" hasCustomPrompt="1"/>
          </p:nvPr>
        </p:nvSpPr>
        <p:spPr>
          <a:xfrm>
            <a:off x="7868712" y="2205038"/>
            <a:ext cx="3367536" cy="3971926"/>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1" name="Text Placeholder 2"/>
          <p:cNvSpPr>
            <a:spLocks noGrp="1"/>
          </p:cNvSpPr>
          <p:nvPr>
            <p:ph type="body" idx="11" hasCustomPrompt="1"/>
          </p:nvPr>
        </p:nvSpPr>
        <p:spPr>
          <a:xfrm>
            <a:off x="946785" y="1736725"/>
            <a:ext cx="3268376"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2" name="Text Placeholder 2"/>
          <p:cNvSpPr>
            <a:spLocks noGrp="1"/>
          </p:cNvSpPr>
          <p:nvPr>
            <p:ph type="body" idx="12" hasCustomPrompt="1"/>
          </p:nvPr>
        </p:nvSpPr>
        <p:spPr>
          <a:xfrm>
            <a:off x="4427035" y="1736724"/>
            <a:ext cx="3229804"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3" name="Text Placeholder 2"/>
          <p:cNvSpPr>
            <a:spLocks noGrp="1"/>
          </p:cNvSpPr>
          <p:nvPr>
            <p:ph type="body" idx="13" hasCustomPrompt="1"/>
          </p:nvPr>
        </p:nvSpPr>
        <p:spPr>
          <a:xfrm>
            <a:off x="7868712" y="1736725"/>
            <a:ext cx="3367536"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4"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Three Column with Headings—INFORM</a:t>
            </a:r>
          </a:p>
        </p:txBody>
      </p:sp>
      <p:sp>
        <p:nvSpPr>
          <p:cNvPr id="10"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709265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hree Columns, Subtitle and Headings—INFORM">
    <p:spTree>
      <p:nvGrpSpPr>
        <p:cNvPr id="1" name=""/>
        <p:cNvGrpSpPr/>
        <p:nvPr/>
      </p:nvGrpSpPr>
      <p:grpSpPr>
        <a:xfrm>
          <a:off x="0" y="0"/>
          <a:ext cx="0" cy="0"/>
          <a:chOff x="0" y="0"/>
          <a:chExt cx="0" cy="0"/>
        </a:xfrm>
      </p:grpSpPr>
      <p:sp>
        <p:nvSpPr>
          <p:cNvPr id="6" name="Content Placeholder 2"/>
          <p:cNvSpPr>
            <a:spLocks noGrp="1"/>
          </p:cNvSpPr>
          <p:nvPr>
            <p:ph sz="half" idx="1" hasCustomPrompt="1"/>
          </p:nvPr>
        </p:nvSpPr>
        <p:spPr>
          <a:xfrm>
            <a:off x="946785" y="2205038"/>
            <a:ext cx="3268376" cy="3971926"/>
          </a:xfrm>
        </p:spPr>
        <p:txBody>
          <a:bodyPr/>
          <a:lstStyle>
            <a:lvl1pPr marL="228594" indent="-228594">
              <a:spcAft>
                <a:spcPts val="600"/>
              </a:spcAft>
              <a:defRPr sz="1800"/>
            </a:lvl1pPr>
            <a:lvl2pPr>
              <a:spcAft>
                <a:spcPts val="600"/>
              </a:spcAft>
              <a:defRPr sz="1600"/>
            </a:lvl2pPr>
            <a:lvl3pPr>
              <a:spcAft>
                <a:spcPts val="600"/>
              </a:spcAft>
              <a:defRPr sz="1400"/>
            </a:lvl3pPr>
            <a:lvl4pPr>
              <a:spcAft>
                <a:spcPts val="600"/>
              </a:spcAft>
              <a:defRPr sz="1400" baseline="0"/>
            </a:lvl4pPr>
            <a:lvl5pPr>
              <a:spcAft>
                <a:spcPts val="600"/>
              </a:spcAft>
              <a:defRPr sz="1400" baseline="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8" name="Content Placeholder 3"/>
          <p:cNvSpPr>
            <a:spLocks noGrp="1"/>
          </p:cNvSpPr>
          <p:nvPr>
            <p:ph sz="half" idx="2" hasCustomPrompt="1"/>
          </p:nvPr>
        </p:nvSpPr>
        <p:spPr>
          <a:xfrm>
            <a:off x="4427035" y="2205038"/>
            <a:ext cx="3229804" cy="3971926"/>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9" name="Content Placeholder 3"/>
          <p:cNvSpPr>
            <a:spLocks noGrp="1"/>
          </p:cNvSpPr>
          <p:nvPr>
            <p:ph sz="half" idx="10" hasCustomPrompt="1"/>
          </p:nvPr>
        </p:nvSpPr>
        <p:spPr>
          <a:xfrm>
            <a:off x="7868712" y="2205038"/>
            <a:ext cx="3367536" cy="3971926"/>
          </a:xfrm>
        </p:spPr>
        <p:txBody>
          <a:bodyPr/>
          <a:lstStyle>
            <a:lvl1pPr>
              <a:spcAft>
                <a:spcPts val="600"/>
              </a:spcAft>
              <a:defRPr sz="1800"/>
            </a:lvl1pPr>
            <a:lvl2pPr>
              <a:spcAft>
                <a:spcPts val="600"/>
              </a:spcAft>
              <a:defRPr sz="1600"/>
            </a:lvl2pPr>
            <a:lvl3pPr>
              <a:spcAft>
                <a:spcPts val="600"/>
              </a:spcAft>
              <a:defRPr sz="1400"/>
            </a:lvl3pPr>
            <a:lvl4pPr>
              <a:spcAft>
                <a:spcPts val="600"/>
              </a:spcAft>
              <a:defRPr sz="1400"/>
            </a:lvl4pPr>
            <a:lvl5pPr>
              <a:spcAft>
                <a:spcPts val="600"/>
              </a:spcAft>
              <a:defRPr sz="1400"/>
            </a:lvl5pPr>
          </a:lstStyle>
          <a:p>
            <a:pPr lvl="0"/>
            <a:r>
              <a:rPr lang="en-US" dirty="0"/>
              <a:t>First level 18 </a:t>
            </a:r>
            <a:r>
              <a:rPr lang="en-US" dirty="0" err="1"/>
              <a:t>pt</a:t>
            </a:r>
            <a:endParaRPr lang="en-US" dirty="0"/>
          </a:p>
          <a:p>
            <a:pPr lvl="1"/>
            <a:r>
              <a:rPr lang="en-US" dirty="0"/>
              <a:t>Second level 16 </a:t>
            </a:r>
            <a:r>
              <a:rPr lang="en-US" dirty="0" err="1"/>
              <a:t>pt</a:t>
            </a:r>
            <a:endParaRPr lang="en-US" dirty="0"/>
          </a:p>
          <a:p>
            <a:pPr lvl="2"/>
            <a:r>
              <a:rPr lang="en-US" dirty="0"/>
              <a:t>Third level – avoid as too small</a:t>
            </a:r>
          </a:p>
          <a:p>
            <a:pPr lvl="3"/>
            <a:r>
              <a:rPr lang="en-US" dirty="0"/>
              <a:t>Fourth – avoid as too small</a:t>
            </a:r>
          </a:p>
          <a:p>
            <a:pPr lvl="4"/>
            <a:r>
              <a:rPr lang="en-US" dirty="0"/>
              <a:t>Fifth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11" name="Text Placeholder 2"/>
          <p:cNvSpPr>
            <a:spLocks noGrp="1"/>
          </p:cNvSpPr>
          <p:nvPr>
            <p:ph type="body" idx="11" hasCustomPrompt="1"/>
          </p:nvPr>
        </p:nvSpPr>
        <p:spPr>
          <a:xfrm>
            <a:off x="946785" y="1736725"/>
            <a:ext cx="3268376"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2" name="Text Placeholder 2"/>
          <p:cNvSpPr>
            <a:spLocks noGrp="1"/>
          </p:cNvSpPr>
          <p:nvPr>
            <p:ph type="body" idx="12" hasCustomPrompt="1"/>
          </p:nvPr>
        </p:nvSpPr>
        <p:spPr>
          <a:xfrm>
            <a:off x="4427035" y="1736724"/>
            <a:ext cx="3229804"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3" name="Text Placeholder 2"/>
          <p:cNvSpPr>
            <a:spLocks noGrp="1"/>
          </p:cNvSpPr>
          <p:nvPr>
            <p:ph type="body" idx="13" hasCustomPrompt="1"/>
          </p:nvPr>
        </p:nvSpPr>
        <p:spPr>
          <a:xfrm>
            <a:off x="7868712" y="1736725"/>
            <a:ext cx="3367536" cy="417195"/>
          </a:xfrm>
        </p:spPr>
        <p:txBody>
          <a:bodyPr anchor="b">
            <a:noAutofit/>
          </a:bodyPr>
          <a:lstStyle>
            <a:lvl1pPr marL="0" indent="0">
              <a:buNone/>
              <a:defRPr sz="20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Column Title 20 </a:t>
            </a:r>
            <a:r>
              <a:rPr lang="en-US" dirty="0" err="1"/>
              <a:t>pt</a:t>
            </a:r>
            <a:r>
              <a:rPr lang="en-US" dirty="0"/>
              <a:t> bold</a:t>
            </a:r>
          </a:p>
        </p:txBody>
      </p:sp>
      <p:sp>
        <p:nvSpPr>
          <p:cNvPr id="10" name="Title 1"/>
          <p:cNvSpPr>
            <a:spLocks noGrp="1"/>
          </p:cNvSpPr>
          <p:nvPr>
            <p:ph type="title" hasCustomPrompt="1"/>
          </p:nvPr>
        </p:nvSpPr>
        <p:spPr>
          <a:xfrm>
            <a:off x="946786" y="429275"/>
            <a:ext cx="10311765" cy="657844"/>
          </a:xfrm>
        </p:spPr>
        <p:txBody>
          <a:bodyPr>
            <a:noAutofit/>
          </a:bodyPr>
          <a:lstStyle>
            <a:lvl1pPr>
              <a:defRPr baseline="0"/>
            </a:lvl1pPr>
          </a:lstStyle>
          <a:p>
            <a:r>
              <a:rPr lang="en-US" dirty="0"/>
              <a:t>Three Column with Subtitle and Headings—INFORM</a:t>
            </a:r>
          </a:p>
        </p:txBody>
      </p:sp>
      <p:sp>
        <p:nvSpPr>
          <p:cNvPr id="15" name="Text Placeholder 8"/>
          <p:cNvSpPr>
            <a:spLocks noGrp="1"/>
          </p:cNvSpPr>
          <p:nvPr>
            <p:ph type="body" sz="quarter" idx="14" hasCustomPrompt="1"/>
          </p:nvPr>
        </p:nvSpPr>
        <p:spPr>
          <a:xfrm>
            <a:off x="950976" y="1087119"/>
            <a:ext cx="10307575" cy="418375"/>
          </a:xfrm>
        </p:spPr>
        <p:txBody>
          <a:bodyPr anchor="t">
            <a:noAutofit/>
          </a:bodyPr>
          <a:lstStyle>
            <a:lvl1pPr marL="0" indent="0">
              <a:lnSpc>
                <a:spcPct val="90000"/>
              </a:lnSpc>
              <a:spcBef>
                <a:spcPts val="0"/>
              </a:spcBef>
              <a:buNone/>
              <a:defRPr lang="en-US" sz="2000" b="0" kern="1200" baseline="0" smtClean="0">
                <a:solidFill>
                  <a:schemeClr val="tx1"/>
                </a:solidFill>
                <a:latin typeface="+mn-lt"/>
                <a:ea typeface="+mn-ea"/>
                <a:cs typeface="Calibri Light" panose="020F0302020204030204" pitchFamily="34" charset="0"/>
              </a:defRPr>
            </a:lvl1pPr>
            <a:lvl2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2pPr>
            <a:lvl3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3pPr>
            <a:lvl4pPr marL="0" indent="0">
              <a:defRPr lang="en-US" sz="2000" b="1" kern="1200" baseline="0" smtClean="0">
                <a:solidFill>
                  <a:schemeClr val="tx2"/>
                </a:solidFill>
                <a:latin typeface="Arial" panose="020B0604020202020204" pitchFamily="34" charset="0"/>
                <a:ea typeface="+mn-ea"/>
                <a:cs typeface="Arial" panose="020B0604020202020204" pitchFamily="34" charset="0"/>
              </a:defRPr>
            </a:lvl4pPr>
            <a:lvl5pPr marL="0" indent="0">
              <a:defRPr lang="en-US" sz="2000" b="1" kern="1200" baseline="0">
                <a:solidFill>
                  <a:schemeClr val="tx2"/>
                </a:solidFill>
                <a:latin typeface="Arial" panose="020B0604020202020204" pitchFamily="34" charset="0"/>
                <a:ea typeface="+mn-ea"/>
                <a:cs typeface="Arial" panose="020B0604020202020204" pitchFamily="34" charset="0"/>
              </a:defRPr>
            </a:lvl5pPr>
          </a:lstStyle>
          <a:p>
            <a:pPr lvl="0"/>
            <a:r>
              <a:rPr lang="en-US" dirty="0"/>
              <a:t>Subtitle text in Calibri (20pt)</a:t>
            </a:r>
          </a:p>
        </p:txBody>
      </p:sp>
      <p:sp>
        <p:nvSpPr>
          <p:cNvPr id="14"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8447024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mage Left">
    <p:spTree>
      <p:nvGrpSpPr>
        <p:cNvPr id="1" name=""/>
        <p:cNvGrpSpPr/>
        <p:nvPr/>
      </p:nvGrpSpPr>
      <p:grpSpPr>
        <a:xfrm>
          <a:off x="0" y="0"/>
          <a:ext cx="0" cy="0"/>
          <a:chOff x="0" y="0"/>
          <a:chExt cx="0" cy="0"/>
        </a:xfrm>
      </p:grpSpPr>
      <p:sp>
        <p:nvSpPr>
          <p:cNvPr id="4" name="Picture Placeholder 2"/>
          <p:cNvSpPr>
            <a:spLocks noGrp="1"/>
          </p:cNvSpPr>
          <p:nvPr>
            <p:ph type="pic" idx="11"/>
          </p:nvPr>
        </p:nvSpPr>
        <p:spPr bwMode="ltGray">
          <a:xfrm>
            <a:off x="946786" y="1736726"/>
            <a:ext cx="6286795" cy="4443412"/>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7" name="Content Placeholder 6"/>
          <p:cNvSpPr>
            <a:spLocks noGrp="1"/>
          </p:cNvSpPr>
          <p:nvPr>
            <p:ph sz="quarter" idx="12" hasCustomPrompt="1"/>
          </p:nvPr>
        </p:nvSpPr>
        <p:spPr>
          <a:xfrm>
            <a:off x="7404101" y="1736724"/>
            <a:ext cx="3854450" cy="4443413"/>
          </a:xfrm>
        </p:spPr>
        <p:txBody>
          <a:bodyPr/>
          <a:lstStyle>
            <a:lvl1pPr marL="0" indent="0">
              <a:spcAft>
                <a:spcPts val="600"/>
              </a:spcAft>
              <a:buFont typeface="Wingdings" panose="05000000000000000000" pitchFamily="2" charset="2"/>
              <a:buNone/>
              <a:defRPr sz="2400"/>
            </a:lvl1pPr>
            <a:lvl2pPr marL="346075" indent="0">
              <a:spcAft>
                <a:spcPts val="600"/>
              </a:spcAft>
              <a:buNone/>
              <a:defRPr sz="1800"/>
            </a:lvl2pPr>
            <a:lvl3pPr marL="574675" indent="0">
              <a:spcAft>
                <a:spcPts val="600"/>
              </a:spcAft>
              <a:buNone/>
              <a:defRPr sz="1600"/>
            </a:lvl3pPr>
            <a:lvl4pPr marL="744538" indent="0">
              <a:spcAft>
                <a:spcPts val="600"/>
              </a:spcAft>
              <a:buNone/>
              <a:defRPr sz="1600"/>
            </a:lvl4pPr>
            <a:lvl5pPr marL="922337" indent="0">
              <a:spcAft>
                <a:spcPts val="600"/>
              </a:spcAft>
              <a:buNone/>
              <a:defRPr sz="1600"/>
            </a:lvl5pPr>
          </a:lstStyle>
          <a:p>
            <a:pPr lvl="0"/>
            <a:r>
              <a:rPr lang="en-US" dirty="0"/>
              <a:t>First level 24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9"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Image Left</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29895063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mage Left with bullets">
    <p:spTree>
      <p:nvGrpSpPr>
        <p:cNvPr id="1" name=""/>
        <p:cNvGrpSpPr/>
        <p:nvPr/>
      </p:nvGrpSpPr>
      <p:grpSpPr>
        <a:xfrm>
          <a:off x="0" y="0"/>
          <a:ext cx="0" cy="0"/>
          <a:chOff x="0" y="0"/>
          <a:chExt cx="0" cy="0"/>
        </a:xfrm>
      </p:grpSpPr>
      <p:sp>
        <p:nvSpPr>
          <p:cNvPr id="4" name="Picture Placeholder 2"/>
          <p:cNvSpPr>
            <a:spLocks noGrp="1"/>
          </p:cNvSpPr>
          <p:nvPr>
            <p:ph type="pic" idx="11"/>
          </p:nvPr>
        </p:nvSpPr>
        <p:spPr bwMode="ltGray">
          <a:xfrm>
            <a:off x="946786" y="1736726"/>
            <a:ext cx="6286795" cy="4443412"/>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7" name="Content Placeholder 6"/>
          <p:cNvSpPr>
            <a:spLocks noGrp="1"/>
          </p:cNvSpPr>
          <p:nvPr>
            <p:ph sz="quarter" idx="12" hasCustomPrompt="1"/>
          </p:nvPr>
        </p:nvSpPr>
        <p:spPr>
          <a:xfrm>
            <a:off x="7404101" y="1736724"/>
            <a:ext cx="3854450" cy="4443413"/>
          </a:xfrm>
        </p:spPr>
        <p:txBody>
          <a:bodyPr/>
          <a:lstStyle>
            <a:lvl1pPr marL="342900" indent="-342900">
              <a:spcAft>
                <a:spcPts val="600"/>
              </a:spcAft>
              <a:buFont typeface="Wingdings" panose="05000000000000000000" pitchFamily="2" charset="2"/>
              <a:buChar char="§"/>
              <a:defRPr sz="2400"/>
            </a:lvl1pPr>
            <a:lvl2pPr>
              <a:spcAft>
                <a:spcPts val="600"/>
              </a:spcAft>
              <a:defRPr sz="1800"/>
            </a:lvl2pPr>
            <a:lvl3pPr>
              <a:spcAft>
                <a:spcPts val="600"/>
              </a:spcAft>
              <a:defRPr sz="1600"/>
            </a:lvl3pPr>
            <a:lvl4pPr>
              <a:spcAft>
                <a:spcPts val="600"/>
              </a:spcAft>
              <a:defRPr sz="1600"/>
            </a:lvl4pPr>
            <a:lvl5pPr>
              <a:spcAft>
                <a:spcPts val="600"/>
              </a:spcAft>
              <a:defRPr sz="1600"/>
            </a:lvl5pPr>
          </a:lstStyle>
          <a:p>
            <a:pPr lvl="0"/>
            <a:r>
              <a:rPr lang="en-US" dirty="0"/>
              <a:t>First level 24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9"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lvl1pPr>
              <a:defRPr baseline="0"/>
            </a:lvl1pPr>
          </a:lstStyle>
          <a:p>
            <a:r>
              <a:rPr lang="en-US" dirty="0"/>
              <a:t>Image Left with Bullets</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031258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mage Left with Bullets—INFORM">
    <p:spTree>
      <p:nvGrpSpPr>
        <p:cNvPr id="1" name=""/>
        <p:cNvGrpSpPr/>
        <p:nvPr/>
      </p:nvGrpSpPr>
      <p:grpSpPr>
        <a:xfrm>
          <a:off x="0" y="0"/>
          <a:ext cx="0" cy="0"/>
          <a:chOff x="0" y="0"/>
          <a:chExt cx="0" cy="0"/>
        </a:xfrm>
      </p:grpSpPr>
      <p:sp>
        <p:nvSpPr>
          <p:cNvPr id="4" name="Picture Placeholder 2"/>
          <p:cNvSpPr>
            <a:spLocks noGrp="1"/>
          </p:cNvSpPr>
          <p:nvPr>
            <p:ph type="pic" idx="11"/>
          </p:nvPr>
        </p:nvSpPr>
        <p:spPr bwMode="ltGray">
          <a:xfrm>
            <a:off x="946786" y="1736726"/>
            <a:ext cx="6286795" cy="4443412"/>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7" name="Content Placeholder 6"/>
          <p:cNvSpPr>
            <a:spLocks noGrp="1"/>
          </p:cNvSpPr>
          <p:nvPr>
            <p:ph sz="quarter" idx="12" hasCustomPrompt="1"/>
          </p:nvPr>
        </p:nvSpPr>
        <p:spPr>
          <a:xfrm>
            <a:off x="7404101" y="1736724"/>
            <a:ext cx="3854450" cy="4443413"/>
          </a:xfrm>
        </p:spPr>
        <p:txBody>
          <a:bodyPr>
            <a:noAutofit/>
          </a:bodyPr>
          <a:lstStyle>
            <a:lvl1pPr marL="342900" indent="-342900">
              <a:spcAft>
                <a:spcPts val="600"/>
              </a:spcAft>
              <a:buFont typeface="Wingdings" panose="05000000000000000000" pitchFamily="2" charset="2"/>
              <a:buChar char="§"/>
              <a:defRPr sz="2000"/>
            </a:lvl1pPr>
            <a:lvl2pPr>
              <a:spcAft>
                <a:spcPts val="600"/>
              </a:spcAft>
              <a:defRPr sz="1800"/>
            </a:lvl2pPr>
            <a:lvl3pPr>
              <a:spcAft>
                <a:spcPts val="600"/>
              </a:spcAft>
              <a:defRPr sz="1600"/>
            </a:lvl3pPr>
            <a:lvl4pPr>
              <a:spcAft>
                <a:spcPts val="600"/>
              </a:spcAft>
              <a:defRPr sz="1400"/>
            </a:lvl4pPr>
            <a:lvl5pPr>
              <a:spcAft>
                <a:spcPts val="600"/>
              </a:spcAft>
              <a:defRPr sz="14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9" name="Title Placeholder"/>
          <p:cNvSpPr>
            <a:spLocks noGrp="1"/>
          </p:cNvSpPr>
          <p:nvPr>
            <p:ph type="title" hasCustomPrompt="1"/>
          </p:nvPr>
        </p:nvSpPr>
        <p:spPr>
          <a:xfrm>
            <a:off x="946786" y="429273"/>
            <a:ext cx="10311765" cy="1080000"/>
          </a:xfrm>
          <a:prstGeom prst="rect">
            <a:avLst/>
          </a:prstGeom>
        </p:spPr>
        <p:txBody>
          <a:bodyPr vert="horz" lIns="0" tIns="45720" rIns="91440" bIns="45720" rtlCol="0" anchor="t">
            <a:noAutofit/>
          </a:bodyPr>
          <a:lstStyle/>
          <a:p>
            <a:r>
              <a:rPr lang="en-US" dirty="0"/>
              <a:t>Image Left with Bullets—INFORM</a:t>
            </a:r>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4344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 Right">
    <p:spTree>
      <p:nvGrpSpPr>
        <p:cNvPr id="1" name=""/>
        <p:cNvGrpSpPr/>
        <p:nvPr/>
      </p:nvGrpSpPr>
      <p:grpSpPr>
        <a:xfrm>
          <a:off x="0" y="0"/>
          <a:ext cx="0" cy="0"/>
          <a:chOff x="0" y="0"/>
          <a:chExt cx="0" cy="0"/>
        </a:xfrm>
      </p:grpSpPr>
      <p:sp>
        <p:nvSpPr>
          <p:cNvPr id="6" name="Picture Placeholder 2"/>
          <p:cNvSpPr>
            <a:spLocks noGrp="1"/>
          </p:cNvSpPr>
          <p:nvPr>
            <p:ph type="pic" idx="13"/>
          </p:nvPr>
        </p:nvSpPr>
        <p:spPr bwMode="ltGray">
          <a:xfrm>
            <a:off x="5113360" y="1736725"/>
            <a:ext cx="6145191" cy="4443413"/>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2" name="Title 1"/>
          <p:cNvSpPr>
            <a:spLocks noGrp="1"/>
          </p:cNvSpPr>
          <p:nvPr>
            <p:ph type="title" hasCustomPrompt="1"/>
          </p:nvPr>
        </p:nvSpPr>
        <p:spPr/>
        <p:txBody>
          <a:bodyPr/>
          <a:lstStyle>
            <a:lvl1pPr>
              <a:defRPr baseline="0"/>
            </a:lvl1pPr>
          </a:lstStyle>
          <a:p>
            <a:r>
              <a:rPr lang="en-US" dirty="0"/>
              <a:t>Image Right</a:t>
            </a:r>
          </a:p>
        </p:txBody>
      </p:sp>
      <p:sp>
        <p:nvSpPr>
          <p:cNvPr id="9" name="Content Placeholder 8"/>
          <p:cNvSpPr>
            <a:spLocks noGrp="1"/>
          </p:cNvSpPr>
          <p:nvPr>
            <p:ph sz="quarter" idx="14" hasCustomPrompt="1"/>
          </p:nvPr>
        </p:nvSpPr>
        <p:spPr>
          <a:xfrm>
            <a:off x="946786" y="1736725"/>
            <a:ext cx="3955414" cy="4443413"/>
          </a:xfrm>
        </p:spPr>
        <p:txBody>
          <a:bodyPr/>
          <a:lstStyle>
            <a:lvl1pPr marL="0" indent="0">
              <a:spcAft>
                <a:spcPts val="1200"/>
              </a:spcAft>
              <a:buNone/>
              <a:defRPr sz="2400"/>
            </a:lvl1pPr>
            <a:lvl2pPr marL="346075" indent="0">
              <a:spcAft>
                <a:spcPts val="1200"/>
              </a:spcAft>
              <a:buNone/>
              <a:defRPr sz="1800"/>
            </a:lvl2pPr>
            <a:lvl3pPr marL="574675" indent="0">
              <a:spcAft>
                <a:spcPts val="1200"/>
              </a:spcAft>
              <a:buNone/>
              <a:defRPr sz="1600"/>
            </a:lvl3pPr>
            <a:lvl4pPr marL="744538" indent="0">
              <a:spcAft>
                <a:spcPts val="1200"/>
              </a:spcAft>
              <a:buNone/>
              <a:defRPr sz="1600"/>
            </a:lvl4pPr>
            <a:lvl5pPr marL="922337" indent="0">
              <a:spcAft>
                <a:spcPts val="1200"/>
              </a:spcAft>
              <a:buNone/>
              <a:defRPr sz="1600"/>
            </a:lvl5pPr>
          </a:lstStyle>
          <a:p>
            <a:pPr lvl="0"/>
            <a:r>
              <a:rPr lang="en-US" dirty="0"/>
              <a:t>First level 24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451891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 Right with Bullets">
    <p:spTree>
      <p:nvGrpSpPr>
        <p:cNvPr id="1" name=""/>
        <p:cNvGrpSpPr/>
        <p:nvPr/>
      </p:nvGrpSpPr>
      <p:grpSpPr>
        <a:xfrm>
          <a:off x="0" y="0"/>
          <a:ext cx="0" cy="0"/>
          <a:chOff x="0" y="0"/>
          <a:chExt cx="0" cy="0"/>
        </a:xfrm>
      </p:grpSpPr>
      <p:sp>
        <p:nvSpPr>
          <p:cNvPr id="6" name="Picture Placeholder 2"/>
          <p:cNvSpPr>
            <a:spLocks noGrp="1"/>
          </p:cNvSpPr>
          <p:nvPr>
            <p:ph type="pic" idx="13"/>
          </p:nvPr>
        </p:nvSpPr>
        <p:spPr bwMode="ltGray">
          <a:xfrm>
            <a:off x="5113360" y="1736725"/>
            <a:ext cx="6145191" cy="4443413"/>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2" name="Title 1"/>
          <p:cNvSpPr>
            <a:spLocks noGrp="1"/>
          </p:cNvSpPr>
          <p:nvPr>
            <p:ph type="title" hasCustomPrompt="1"/>
          </p:nvPr>
        </p:nvSpPr>
        <p:spPr/>
        <p:txBody>
          <a:bodyPr/>
          <a:lstStyle>
            <a:lvl1pPr>
              <a:defRPr/>
            </a:lvl1pPr>
          </a:lstStyle>
          <a:p>
            <a:r>
              <a:rPr lang="en-US" dirty="0"/>
              <a:t>Image Right with Bullets</a:t>
            </a:r>
          </a:p>
        </p:txBody>
      </p:sp>
      <p:sp>
        <p:nvSpPr>
          <p:cNvPr id="9" name="Content Placeholder 8"/>
          <p:cNvSpPr>
            <a:spLocks noGrp="1"/>
          </p:cNvSpPr>
          <p:nvPr>
            <p:ph sz="quarter" idx="14" hasCustomPrompt="1"/>
          </p:nvPr>
        </p:nvSpPr>
        <p:spPr>
          <a:xfrm>
            <a:off x="946786" y="1736725"/>
            <a:ext cx="3955414" cy="4443413"/>
          </a:xfrm>
        </p:spPr>
        <p:txBody>
          <a:bodyPr/>
          <a:lstStyle>
            <a:lvl1pPr>
              <a:spcAft>
                <a:spcPts val="1200"/>
              </a:spcAft>
              <a:defRPr sz="2400"/>
            </a:lvl1pPr>
            <a:lvl2pPr>
              <a:spcAft>
                <a:spcPts val="1200"/>
              </a:spcAft>
              <a:defRPr sz="1800"/>
            </a:lvl2pPr>
            <a:lvl3pPr>
              <a:spcAft>
                <a:spcPts val="1200"/>
              </a:spcAft>
              <a:defRPr sz="1600"/>
            </a:lvl3pPr>
            <a:lvl4pPr>
              <a:spcAft>
                <a:spcPts val="1200"/>
              </a:spcAft>
              <a:defRPr sz="1600"/>
            </a:lvl4pPr>
            <a:lvl5pPr>
              <a:spcAft>
                <a:spcPts val="1200"/>
              </a:spcAft>
              <a:defRPr sz="1600"/>
            </a:lvl5pPr>
          </a:lstStyle>
          <a:p>
            <a:pPr lvl="0"/>
            <a:r>
              <a:rPr lang="en-US" dirty="0"/>
              <a:t>First level 24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Tree>
    <p:extLst>
      <p:ext uri="{BB962C8B-B14F-4D97-AF65-F5344CB8AC3E}">
        <p14:creationId xmlns:p14="http://schemas.microsoft.com/office/powerpoint/2010/main" val="238361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Image Right with Bullets—INFORM ">
    <p:spTree>
      <p:nvGrpSpPr>
        <p:cNvPr id="1" name=""/>
        <p:cNvGrpSpPr/>
        <p:nvPr/>
      </p:nvGrpSpPr>
      <p:grpSpPr>
        <a:xfrm>
          <a:off x="0" y="0"/>
          <a:ext cx="0" cy="0"/>
          <a:chOff x="0" y="0"/>
          <a:chExt cx="0" cy="0"/>
        </a:xfrm>
      </p:grpSpPr>
      <p:sp>
        <p:nvSpPr>
          <p:cNvPr id="6" name="Picture Placeholder 2"/>
          <p:cNvSpPr>
            <a:spLocks noGrp="1"/>
          </p:cNvSpPr>
          <p:nvPr>
            <p:ph type="pic" idx="13"/>
          </p:nvPr>
        </p:nvSpPr>
        <p:spPr bwMode="ltGray">
          <a:xfrm>
            <a:off x="5113360" y="1736725"/>
            <a:ext cx="6145191" cy="4443413"/>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2" name="Title 1"/>
          <p:cNvSpPr>
            <a:spLocks noGrp="1"/>
          </p:cNvSpPr>
          <p:nvPr>
            <p:ph type="title" hasCustomPrompt="1"/>
          </p:nvPr>
        </p:nvSpPr>
        <p:spPr/>
        <p:txBody>
          <a:bodyPr/>
          <a:lstStyle>
            <a:lvl1pPr>
              <a:defRPr/>
            </a:lvl1pPr>
          </a:lstStyle>
          <a:p>
            <a:r>
              <a:rPr lang="en-US" dirty="0"/>
              <a:t>Image Right with Bullets—INFORM</a:t>
            </a:r>
          </a:p>
        </p:txBody>
      </p:sp>
      <p:sp>
        <p:nvSpPr>
          <p:cNvPr id="9" name="Content Placeholder 8"/>
          <p:cNvSpPr>
            <a:spLocks noGrp="1"/>
          </p:cNvSpPr>
          <p:nvPr>
            <p:ph sz="quarter" idx="14" hasCustomPrompt="1"/>
          </p:nvPr>
        </p:nvSpPr>
        <p:spPr>
          <a:xfrm>
            <a:off x="946786" y="1736725"/>
            <a:ext cx="3955414" cy="4443413"/>
          </a:xfrm>
        </p:spPr>
        <p:txBody>
          <a:bodyPr/>
          <a:lstStyle>
            <a:lvl1pPr>
              <a:spcAft>
                <a:spcPts val="1200"/>
              </a:spcAft>
              <a:defRPr sz="2000"/>
            </a:lvl1pPr>
            <a:lvl2pPr>
              <a:spcAft>
                <a:spcPts val="1200"/>
              </a:spcAft>
              <a:defRPr sz="1800"/>
            </a:lvl2pPr>
            <a:lvl3pPr>
              <a:spcAft>
                <a:spcPts val="1200"/>
              </a:spcAft>
              <a:defRPr sz="1600"/>
            </a:lvl3pPr>
            <a:lvl4pPr>
              <a:spcAft>
                <a:spcPts val="1200"/>
              </a:spcAft>
              <a:defRPr sz="1400"/>
            </a:lvl4pPr>
            <a:lvl5pPr>
              <a:spcAft>
                <a:spcPts val="1200"/>
              </a:spcAft>
              <a:defRPr sz="1400"/>
            </a:lvl5pPr>
          </a:lstStyle>
          <a:p>
            <a:pPr lvl="0"/>
            <a:r>
              <a:rPr lang="en-US" dirty="0"/>
              <a:t>First level 20 </a:t>
            </a:r>
            <a:r>
              <a:rPr lang="en-US" dirty="0" err="1"/>
              <a:t>pt</a:t>
            </a:r>
            <a:endParaRPr lang="en-US" dirty="0"/>
          </a:p>
          <a:p>
            <a:pPr lvl="1"/>
            <a:r>
              <a:rPr lang="en-US" dirty="0"/>
              <a:t>Second level 18 </a:t>
            </a:r>
            <a:r>
              <a:rPr lang="en-US" dirty="0" err="1"/>
              <a:t>pt</a:t>
            </a:r>
            <a:endParaRPr lang="en-US" dirty="0"/>
          </a:p>
          <a:p>
            <a:pPr lvl="2"/>
            <a:r>
              <a:rPr lang="en-US" dirty="0"/>
              <a:t>Third level 16 </a:t>
            </a:r>
            <a:r>
              <a:rPr lang="en-US" dirty="0" err="1"/>
              <a:t>pt</a:t>
            </a:r>
            <a:endParaRPr lang="en-US" dirty="0"/>
          </a:p>
          <a:p>
            <a:pPr lvl="3"/>
            <a:r>
              <a:rPr lang="en-US" dirty="0"/>
              <a:t>Fourth level – avoid as too small</a:t>
            </a:r>
          </a:p>
          <a:p>
            <a:pPr lvl="4"/>
            <a:r>
              <a:rPr lang="en-US" dirty="0"/>
              <a:t>Fifth level – avoid as too small</a:t>
            </a:r>
          </a:p>
        </p:txBody>
      </p:sp>
      <p:sp>
        <p:nvSpPr>
          <p:cNvPr id="7"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
        <p:nvSpPr>
          <p:cNvPr id="8"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2090691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Half-Screen Image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47750" y="1987091"/>
            <a:ext cx="4383499" cy="3936380"/>
          </a:xfrm>
        </p:spPr>
        <p:txBody>
          <a:bodyPr/>
          <a:lstStyle>
            <a:lvl1pPr>
              <a:defRPr baseline="0"/>
            </a:lvl1pPr>
          </a:lstStyle>
          <a:p>
            <a:r>
              <a:rPr lang="en-US" dirty="0"/>
              <a:t>Half Screen Image Right 36 </a:t>
            </a:r>
            <a:r>
              <a:rPr lang="en-US" dirty="0" err="1"/>
              <a:t>pt</a:t>
            </a:r>
            <a:endParaRPr lang="en-US" dirty="0"/>
          </a:p>
        </p:txBody>
      </p:sp>
      <p:sp>
        <p:nvSpPr>
          <p:cNvPr id="4" name="Picture Placeholder 2"/>
          <p:cNvSpPr>
            <a:spLocks noGrp="1"/>
          </p:cNvSpPr>
          <p:nvPr>
            <p:ph type="pic" idx="11"/>
          </p:nvPr>
        </p:nvSpPr>
        <p:spPr bwMode="ltGray">
          <a:xfrm>
            <a:off x="6191251" y="1"/>
            <a:ext cx="6000750" cy="6857999"/>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
        <p:nvSpPr>
          <p:cNvPr id="6" name="Slide Number Placeholder 5"/>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spTree>
    <p:extLst>
      <p:ext uri="{BB962C8B-B14F-4D97-AF65-F5344CB8AC3E}">
        <p14:creationId xmlns:p14="http://schemas.microsoft.com/office/powerpoint/2010/main" val="2544467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Half-Screen Image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69250" y="1951465"/>
            <a:ext cx="4383499" cy="3936380"/>
          </a:xfrm>
        </p:spPr>
        <p:txBody>
          <a:bodyPr/>
          <a:lstStyle>
            <a:lvl1pPr>
              <a:defRPr/>
            </a:lvl1pPr>
          </a:lstStyle>
          <a:p>
            <a:r>
              <a:rPr lang="en-US" dirty="0"/>
              <a:t>Half Screen Image </a:t>
            </a:r>
            <a:br>
              <a:rPr lang="en-US" dirty="0"/>
            </a:br>
            <a:r>
              <a:rPr lang="en-US" dirty="0"/>
              <a:t>Left 36 </a:t>
            </a:r>
            <a:r>
              <a:rPr lang="en-US" dirty="0" err="1"/>
              <a:t>pt</a:t>
            </a:r>
            <a:endParaRPr lang="en-US" dirty="0"/>
          </a:p>
        </p:txBody>
      </p:sp>
      <p:sp>
        <p:nvSpPr>
          <p:cNvPr id="4" name="Picture Placeholder 2"/>
          <p:cNvSpPr>
            <a:spLocks noGrp="1"/>
          </p:cNvSpPr>
          <p:nvPr>
            <p:ph type="pic" idx="11"/>
          </p:nvPr>
        </p:nvSpPr>
        <p:spPr bwMode="ltGray">
          <a:xfrm>
            <a:off x="1" y="1"/>
            <a:ext cx="6000752" cy="6857999"/>
          </a:xfrm>
          <a:prstGeom prst="rect">
            <a:avLst/>
          </a:prstGeom>
          <a:solidFill>
            <a:schemeClr val="bg1">
              <a:lumMod val="95000"/>
            </a:schemeClr>
          </a:solidFill>
        </p:spPr>
        <p:txBody>
          <a:bodyPr lIns="0" tIns="457200">
            <a:normAutofit/>
          </a:bodyPr>
          <a:lstStyle>
            <a:lvl1pPr marL="0" indent="0" algn="ctr">
              <a:buNone/>
              <a:defRPr sz="18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dirty="0"/>
          </a:p>
        </p:txBody>
      </p:sp>
    </p:spTree>
    <p:extLst>
      <p:ext uri="{BB962C8B-B14F-4D97-AF65-F5344CB8AC3E}">
        <p14:creationId xmlns:p14="http://schemas.microsoft.com/office/powerpoint/2010/main" val="16878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Fullscreen  Image">
    <p:spTree>
      <p:nvGrpSpPr>
        <p:cNvPr id="1" name=""/>
        <p:cNvGrpSpPr/>
        <p:nvPr/>
      </p:nvGrpSpPr>
      <p:grpSpPr>
        <a:xfrm>
          <a:off x="0" y="0"/>
          <a:ext cx="0" cy="0"/>
          <a:chOff x="0" y="0"/>
          <a:chExt cx="0" cy="0"/>
        </a:xfrm>
      </p:grpSpPr>
      <p:sp>
        <p:nvSpPr>
          <p:cNvPr id="5" name="Picture Placeholder 4"/>
          <p:cNvSpPr>
            <a:spLocks noGrp="1"/>
          </p:cNvSpPr>
          <p:nvPr>
            <p:ph type="pic" sz="quarter" idx="11"/>
          </p:nvPr>
        </p:nvSpPr>
        <p:spPr>
          <a:xfrm>
            <a:off x="0" y="0"/>
            <a:ext cx="12192000" cy="6858000"/>
          </a:xfrm>
          <a:solidFill>
            <a:schemeClr val="bg1">
              <a:lumMod val="95000"/>
            </a:schemeClr>
          </a:solidFill>
        </p:spPr>
        <p:txBody>
          <a:bodyPr/>
          <a:lstStyle>
            <a:lvl1pPr marL="0" indent="0" algn="ctr">
              <a:buNone/>
              <a:defRPr baseline="0"/>
            </a:lvl1pPr>
          </a:lstStyle>
          <a:p>
            <a:r>
              <a:rPr lang="en-US"/>
              <a:t>Click icon to add picture</a:t>
            </a:r>
            <a:endParaRPr lang="en-US" dirty="0"/>
          </a:p>
        </p:txBody>
      </p:sp>
      <p:sp>
        <p:nvSpPr>
          <p:cNvPr id="3" name="Rectangle 2"/>
          <p:cNvSpPr/>
          <p:nvPr userDrawn="1"/>
        </p:nvSpPr>
        <p:spPr>
          <a:xfrm>
            <a:off x="1041400" y="0"/>
            <a:ext cx="1803400" cy="152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77641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1_Section Break w Mark">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rotWithShape="1">
          <a:blip r:embed="rId2">
            <a:alphaModFix amt="5000"/>
            <a:extLst/>
          </a:blip>
          <a:srcRect l="840" r="-840"/>
          <a:stretch/>
        </p:blipFill>
        <p:spPr>
          <a:xfrm>
            <a:off x="0" y="0"/>
            <a:ext cx="12192000" cy="6858000"/>
          </a:xfrm>
          <a:prstGeom prst="rect">
            <a:avLst/>
          </a:prstGeom>
          <a:ln w="12700">
            <a:miter lim="400000"/>
          </a:ln>
        </p:spPr>
      </p:pic>
      <p:sp>
        <p:nvSpPr>
          <p:cNvPr id="2" name="Title 1"/>
          <p:cNvSpPr>
            <a:spLocks noGrp="1"/>
          </p:cNvSpPr>
          <p:nvPr>
            <p:ph type="title" hasCustomPrompt="1"/>
          </p:nvPr>
        </p:nvSpPr>
        <p:spPr>
          <a:xfrm>
            <a:off x="2148840" y="3767327"/>
            <a:ext cx="9109710" cy="1874520"/>
          </a:xfrm>
        </p:spPr>
        <p:txBody>
          <a:bodyPr lIns="91440" tIns="45720" rIns="91440" bIns="45720" anchor="ctr">
            <a:normAutofit/>
          </a:bodyPr>
          <a:lstStyle>
            <a:lvl1pPr>
              <a:defRPr sz="4800">
                <a:solidFill>
                  <a:schemeClr val="bg1"/>
                </a:solidFill>
              </a:defRPr>
            </a:lvl1pPr>
          </a:lstStyle>
          <a:p>
            <a:r>
              <a:rPr lang="en-US" dirty="0"/>
              <a:t>Title Text</a:t>
            </a:r>
          </a:p>
        </p:txBody>
      </p:sp>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grpSp>
        <p:nvGrpSpPr>
          <p:cNvPr id="18" name="Group 17"/>
          <p:cNvGrpSpPr/>
          <p:nvPr userDrawn="1"/>
        </p:nvGrpSpPr>
        <p:grpSpPr>
          <a:xfrm>
            <a:off x="941823" y="4240362"/>
            <a:ext cx="869950" cy="869950"/>
            <a:chOff x="3513138" y="642938"/>
            <a:chExt cx="869950" cy="869950"/>
          </a:xfrm>
          <a:solidFill>
            <a:schemeClr val="bg1"/>
          </a:solidFill>
        </p:grpSpPr>
        <p:sp>
          <p:nvSpPr>
            <p:cNvPr id="19" name="Freeform 18"/>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9"/>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678517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2_Section Break w Mark">
    <p:bg>
      <p:bgPr>
        <a:gradFill>
          <a:gsLst>
            <a:gs pos="0">
              <a:srgbClr val="2694FF"/>
            </a:gs>
            <a:gs pos="42000">
              <a:srgbClr val="0A88FF"/>
            </a:gs>
            <a:gs pos="100000">
              <a:srgbClr val="0155EF"/>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grpSp>
        <p:nvGrpSpPr>
          <p:cNvPr id="13" name="Group 12"/>
          <p:cNvGrpSpPr/>
          <p:nvPr/>
        </p:nvGrpSpPr>
        <p:grpSpPr>
          <a:xfrm>
            <a:off x="943753" y="4240362"/>
            <a:ext cx="869950" cy="869950"/>
            <a:chOff x="3513138" y="642938"/>
            <a:chExt cx="869950" cy="869950"/>
          </a:xfrm>
          <a:solidFill>
            <a:schemeClr val="bg1"/>
          </a:solidFill>
        </p:grpSpPr>
        <p:sp>
          <p:nvSpPr>
            <p:cNvPr id="14" name="Freeform 13"/>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4"/>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sp>
        <p:nvSpPr>
          <p:cNvPr id="10" name="Freeform 9"/>
          <p:cNvSpPr>
            <a:spLocks/>
          </p:cNvSpPr>
          <p:nvPr/>
        </p:nvSpPr>
        <p:spPr bwMode="auto">
          <a:xfrm>
            <a:off x="943753" y="4408637"/>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10"/>
          <p:cNvSpPr>
            <a:spLocks/>
          </p:cNvSpPr>
          <p:nvPr userDrawn="1"/>
        </p:nvSpPr>
        <p:spPr bwMode="auto">
          <a:xfrm>
            <a:off x="943753" y="4408637"/>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ext uri="{BB962C8B-B14F-4D97-AF65-F5344CB8AC3E}">
        <p14:creationId xmlns:p14="http://schemas.microsoft.com/office/powerpoint/2010/main" val="23385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3_Section Break w Mark">
    <p:bg>
      <p:bgPr>
        <a:gradFill>
          <a:gsLst>
            <a:gs pos="0">
              <a:schemeClr val="accent2"/>
            </a:gs>
            <a:gs pos="100000">
              <a:schemeClr val="accent2">
                <a:lumMod val="75000"/>
              </a:schemeClr>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3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4_Section Break w Mark">
    <p:bg>
      <p:bgPr>
        <a:gradFill>
          <a:gsLst>
            <a:gs pos="0">
              <a:srgbClr val="8230B7"/>
            </a:gs>
            <a:gs pos="100000">
              <a:srgbClr val="4C2484"/>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3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ext uri="{BB962C8B-B14F-4D97-AF65-F5344CB8AC3E}">
        <p14:creationId xmlns:p14="http://schemas.microsoft.com/office/powerpoint/2010/main" val="3250134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5_Section Break w Mark">
    <p:bg>
      <p:bgPr>
        <a:gradFill>
          <a:gsLst>
            <a:gs pos="0">
              <a:schemeClr val="accent4">
                <a:alpha val="90000"/>
              </a:schemeClr>
            </a:gs>
            <a:gs pos="100000">
              <a:schemeClr val="accent4">
                <a:lumMod val="75000"/>
              </a:schemeClr>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9" name="Group 18"/>
          <p:cNvGrpSpPr/>
          <p:nvPr userDrawn="1"/>
        </p:nvGrpSpPr>
        <p:grpSpPr>
          <a:xfrm>
            <a:off x="956453" y="4240362"/>
            <a:ext cx="869950" cy="869950"/>
            <a:chOff x="3513138" y="642938"/>
            <a:chExt cx="869950" cy="869950"/>
          </a:xfrm>
          <a:solidFill>
            <a:schemeClr val="bg1"/>
          </a:solidFill>
        </p:grpSpPr>
        <p:sp>
          <p:nvSpPr>
            <p:cNvPr id="20" name="Freeform 19"/>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0"/>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2"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ext uri="{BB962C8B-B14F-4D97-AF65-F5344CB8AC3E}">
        <p14:creationId xmlns:p14="http://schemas.microsoft.com/office/powerpoint/2010/main" val="115588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6_Section Break w Mark">
    <p:bg>
      <p:bgPr>
        <a:gradFill>
          <a:gsLst>
            <a:gs pos="0">
              <a:schemeClr val="accent5"/>
            </a:gs>
            <a:gs pos="100000">
              <a:srgbClr val="00A4ED"/>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7_Section Break w Mark">
    <p:bg>
      <p:bgPr>
        <a:gradFill>
          <a:gsLst>
            <a:gs pos="0">
              <a:schemeClr val="accent6"/>
            </a:gs>
            <a:gs pos="100000">
              <a:srgbClr val="11BAB6"/>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Section Break w Numbers">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grpSp>
        <p:nvGrpSpPr>
          <p:cNvPr id="18" name="Group 17"/>
          <p:cNvGrpSpPr/>
          <p:nvPr userDrawn="1"/>
        </p:nvGrpSpPr>
        <p:grpSpPr>
          <a:xfrm>
            <a:off x="941823" y="4240362"/>
            <a:ext cx="869950" cy="869950"/>
            <a:chOff x="3513138" y="642938"/>
            <a:chExt cx="869950" cy="869950"/>
          </a:xfrm>
          <a:solidFill>
            <a:schemeClr val="bg1">
              <a:alpha val="5000"/>
            </a:schemeClr>
          </a:solidFill>
        </p:grpSpPr>
        <p:sp>
          <p:nvSpPr>
            <p:cNvPr id="19" name="Freeform 18"/>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19"/>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8"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sp>
        <p:nvSpPr>
          <p:cNvPr id="10"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_Section Break w Numbers">
    <p:bg>
      <p:bgPr>
        <a:gradFill>
          <a:gsLst>
            <a:gs pos="0">
              <a:srgbClr val="2694FF"/>
            </a:gs>
            <a:gs pos="42000">
              <a:srgbClr val="0A88FF"/>
            </a:gs>
            <a:gs pos="100000">
              <a:srgbClr val="0155EF"/>
            </a:gs>
          </a:gsLst>
          <a:lin ang="2700000" scaled="0"/>
        </a:gradFill>
        <a:effectLst/>
      </p:bgPr>
    </p:bg>
    <p:spTree>
      <p:nvGrpSpPr>
        <p:cNvPr id="1" name=""/>
        <p:cNvGrpSpPr/>
        <p:nvPr/>
      </p:nvGrpSpPr>
      <p:grpSpPr>
        <a:xfrm>
          <a:off x="0" y="0"/>
          <a:ext cx="0" cy="0"/>
          <a:chOff x="0" y="0"/>
          <a:chExt cx="0" cy="0"/>
        </a:xfrm>
      </p:grpSpPr>
      <p:pic>
        <p:nvPicPr>
          <p:cNvPr id="9"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grpSp>
        <p:nvGrpSpPr>
          <p:cNvPr id="13" name="Group 12"/>
          <p:cNvGrpSpPr/>
          <p:nvPr/>
        </p:nvGrpSpPr>
        <p:grpSpPr>
          <a:xfrm>
            <a:off x="943753" y="4240362"/>
            <a:ext cx="869950" cy="869950"/>
            <a:chOff x="3513138" y="642938"/>
            <a:chExt cx="869950" cy="869950"/>
          </a:xfrm>
          <a:solidFill>
            <a:schemeClr val="bg1">
              <a:alpha val="5000"/>
            </a:schemeClr>
          </a:solidFill>
        </p:grpSpPr>
        <p:sp>
          <p:nvSpPr>
            <p:cNvPr id="14" name="Freeform 13"/>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14"/>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2"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sp>
        <p:nvSpPr>
          <p:cNvPr id="20"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16"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3_Section Break w Numbers">
    <p:bg>
      <p:bgPr>
        <a:gradFill>
          <a:gsLst>
            <a:gs pos="0">
              <a:schemeClr val="accent2"/>
            </a:gs>
            <a:gs pos="100000">
              <a:schemeClr val="accent2">
                <a:lumMod val="75000"/>
              </a:schemeClr>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3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alpha val="3000"/>
            </a:schemeClr>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4_Section Break w Numbers">
    <p:bg>
      <p:bgPr>
        <a:gradFill>
          <a:gsLst>
            <a:gs pos="0">
              <a:srgbClr val="8230B7"/>
            </a:gs>
            <a:gs pos="100000">
              <a:srgbClr val="4C2484"/>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3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alpha val="3000"/>
            </a:schemeClr>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5_Section Break w Numbers">
    <p:bg>
      <p:bgPr>
        <a:gradFill>
          <a:gsLst>
            <a:gs pos="0">
              <a:schemeClr val="accent4">
                <a:alpha val="90000"/>
              </a:schemeClr>
            </a:gs>
            <a:gs pos="100000">
              <a:schemeClr val="accent4">
                <a:lumMod val="75000"/>
              </a:schemeClr>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5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9" name="Group 18"/>
          <p:cNvGrpSpPr/>
          <p:nvPr userDrawn="1"/>
        </p:nvGrpSpPr>
        <p:grpSpPr>
          <a:xfrm>
            <a:off x="956453" y="4240362"/>
            <a:ext cx="869950" cy="869950"/>
            <a:chOff x="3513138" y="642938"/>
            <a:chExt cx="869950" cy="869950"/>
          </a:xfrm>
          <a:solidFill>
            <a:schemeClr val="bg1">
              <a:alpha val="5000"/>
            </a:schemeClr>
          </a:solidFill>
        </p:grpSpPr>
        <p:sp>
          <p:nvSpPr>
            <p:cNvPr id="20" name="Freeform 19"/>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20"/>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2"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6_Section Break w Numbers">
    <p:bg>
      <p:bgPr>
        <a:gradFill>
          <a:gsLst>
            <a:gs pos="0">
              <a:schemeClr val="accent5"/>
            </a:gs>
            <a:gs pos="100000">
              <a:srgbClr val="00A4ED"/>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alpha val="5000"/>
            </a:schemeClr>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7_Section Break w Numbers">
    <p:bg>
      <p:bgPr>
        <a:gradFill>
          <a:gsLst>
            <a:gs pos="0">
              <a:schemeClr val="accent6"/>
            </a:gs>
            <a:gs pos="100000">
              <a:srgbClr val="11BAB6"/>
            </a:gs>
          </a:gsLst>
          <a:lin ang="2700000" scaled="0"/>
        </a:gradFill>
        <a:effectLst/>
      </p:bgPr>
    </p:bg>
    <p:spTree>
      <p:nvGrpSpPr>
        <p:cNvPr id="1" name=""/>
        <p:cNvGrpSpPr/>
        <p:nvPr/>
      </p:nvGrpSpPr>
      <p:grpSpPr>
        <a:xfrm>
          <a:off x="0" y="0"/>
          <a:ext cx="0" cy="0"/>
          <a:chOff x="0" y="0"/>
          <a:chExt cx="0" cy="0"/>
        </a:xfrm>
      </p:grpSpPr>
      <p:pic>
        <p:nvPicPr>
          <p:cNvPr id="5" name="PPT Backdrop-01.png"/>
          <p:cNvPicPr>
            <a:picLocks noChangeAspect="1"/>
          </p:cNvPicPr>
          <p:nvPr/>
        </p:nvPicPr>
        <p:blipFill>
          <a:blip r:embed="rId2">
            <a:alphaModFix amt="7000"/>
            <a:extLst/>
          </a:blip>
          <a:stretch>
            <a:fillRect/>
          </a:stretch>
        </p:blipFill>
        <p:spPr>
          <a:xfrm>
            <a:off x="-102410" y="0"/>
            <a:ext cx="12192000" cy="6858000"/>
          </a:xfrm>
          <a:prstGeom prst="rect">
            <a:avLst/>
          </a:prstGeom>
          <a:ln w="12700">
            <a:miter lim="400000"/>
          </a:ln>
        </p:spPr>
      </p:pic>
      <p:sp>
        <p:nvSpPr>
          <p:cNvPr id="7" name="Title 1"/>
          <p:cNvSpPr>
            <a:spLocks noGrp="1"/>
          </p:cNvSpPr>
          <p:nvPr>
            <p:ph type="title" hasCustomPrompt="1"/>
          </p:nvPr>
        </p:nvSpPr>
        <p:spPr>
          <a:xfrm>
            <a:off x="2148840" y="3767327"/>
            <a:ext cx="9109710" cy="1874520"/>
          </a:xfrm>
        </p:spPr>
        <p:txBody>
          <a:bodyPr lIns="91440" tIns="45720" rIns="91440" bIns="45720" anchor="ctr">
            <a:noAutofit/>
          </a:bodyPr>
          <a:lstStyle>
            <a:lvl1pPr>
              <a:defRPr sz="4800">
                <a:solidFill>
                  <a:schemeClr val="bg1"/>
                </a:solidFill>
              </a:defRPr>
            </a:lvl1pPr>
          </a:lstStyle>
          <a:p>
            <a:r>
              <a:rPr lang="en-US" dirty="0"/>
              <a:t>Title Text</a:t>
            </a:r>
          </a:p>
        </p:txBody>
      </p:sp>
      <p:grpSp>
        <p:nvGrpSpPr>
          <p:cNvPr id="15" name="Group 14"/>
          <p:cNvGrpSpPr/>
          <p:nvPr userDrawn="1"/>
        </p:nvGrpSpPr>
        <p:grpSpPr>
          <a:xfrm>
            <a:off x="956453" y="4240362"/>
            <a:ext cx="869950" cy="869950"/>
            <a:chOff x="3513138" y="642938"/>
            <a:chExt cx="869950" cy="869950"/>
          </a:xfrm>
          <a:solidFill>
            <a:schemeClr val="bg1">
              <a:alpha val="5000"/>
            </a:schemeClr>
          </a:solidFill>
        </p:grpSpPr>
        <p:sp>
          <p:nvSpPr>
            <p:cNvPr id="16" name="Freeform 15"/>
            <p:cNvSpPr>
              <a:spLocks/>
            </p:cNvSpPr>
            <p:nvPr/>
          </p:nvSpPr>
          <p:spPr bwMode="auto">
            <a:xfrm>
              <a:off x="3513138" y="811213"/>
              <a:ext cx="698500" cy="701675"/>
            </a:xfrm>
            <a:custGeom>
              <a:avLst/>
              <a:gdLst>
                <a:gd name="T0" fmla="*/ 0 w 440"/>
                <a:gd name="T1" fmla="*/ 442 h 442"/>
                <a:gd name="T2" fmla="*/ 0 w 440"/>
                <a:gd name="T3" fmla="*/ 0 h 442"/>
                <a:gd name="T4" fmla="*/ 106 w 440"/>
                <a:gd name="T5" fmla="*/ 0 h 442"/>
                <a:gd name="T6" fmla="*/ 106 w 440"/>
                <a:gd name="T7" fmla="*/ 334 h 442"/>
                <a:gd name="T8" fmla="*/ 440 w 440"/>
                <a:gd name="T9" fmla="*/ 334 h 442"/>
                <a:gd name="T10" fmla="*/ 440 w 440"/>
                <a:gd name="T11" fmla="*/ 442 h 442"/>
                <a:gd name="T12" fmla="*/ 0 w 440"/>
                <a:gd name="T13" fmla="*/ 442 h 442"/>
                <a:gd name="T14" fmla="*/ 0 w 440"/>
                <a:gd name="T15" fmla="*/ 442 h 4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0" h="442">
                  <a:moveTo>
                    <a:pt x="0" y="442"/>
                  </a:moveTo>
                  <a:lnTo>
                    <a:pt x="0" y="0"/>
                  </a:lnTo>
                  <a:lnTo>
                    <a:pt x="106" y="0"/>
                  </a:lnTo>
                  <a:lnTo>
                    <a:pt x="106" y="334"/>
                  </a:lnTo>
                  <a:lnTo>
                    <a:pt x="440" y="334"/>
                  </a:lnTo>
                  <a:lnTo>
                    <a:pt x="440" y="442"/>
                  </a:lnTo>
                  <a:lnTo>
                    <a:pt x="0" y="442"/>
                  </a:lnTo>
                  <a:lnTo>
                    <a:pt x="0" y="4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Freeform 16"/>
            <p:cNvSpPr>
              <a:spLocks/>
            </p:cNvSpPr>
            <p:nvPr/>
          </p:nvSpPr>
          <p:spPr bwMode="auto">
            <a:xfrm>
              <a:off x="3681413" y="642938"/>
              <a:ext cx="701675" cy="698500"/>
            </a:xfrm>
            <a:custGeom>
              <a:avLst/>
              <a:gdLst>
                <a:gd name="T0" fmla="*/ 0 w 442"/>
                <a:gd name="T1" fmla="*/ 106 h 440"/>
                <a:gd name="T2" fmla="*/ 0 w 442"/>
                <a:gd name="T3" fmla="*/ 0 h 440"/>
                <a:gd name="T4" fmla="*/ 442 w 442"/>
                <a:gd name="T5" fmla="*/ 0 h 440"/>
                <a:gd name="T6" fmla="*/ 442 w 442"/>
                <a:gd name="T7" fmla="*/ 440 h 440"/>
                <a:gd name="T8" fmla="*/ 334 w 442"/>
                <a:gd name="T9" fmla="*/ 440 h 440"/>
                <a:gd name="T10" fmla="*/ 334 w 442"/>
                <a:gd name="T11" fmla="*/ 106 h 440"/>
                <a:gd name="T12" fmla="*/ 0 w 442"/>
                <a:gd name="T13" fmla="*/ 106 h 440"/>
                <a:gd name="T14" fmla="*/ 0 w 442"/>
                <a:gd name="T15" fmla="*/ 106 h 4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2" h="440">
                  <a:moveTo>
                    <a:pt x="0" y="106"/>
                  </a:moveTo>
                  <a:lnTo>
                    <a:pt x="0" y="0"/>
                  </a:lnTo>
                  <a:lnTo>
                    <a:pt x="442" y="0"/>
                  </a:lnTo>
                  <a:lnTo>
                    <a:pt x="442" y="440"/>
                  </a:lnTo>
                  <a:lnTo>
                    <a:pt x="334" y="440"/>
                  </a:lnTo>
                  <a:lnTo>
                    <a:pt x="334" y="106"/>
                  </a:lnTo>
                  <a:lnTo>
                    <a:pt x="0" y="106"/>
                  </a:lnTo>
                  <a:lnTo>
                    <a:pt x="0" y="10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8" name="Text Placeholder 26"/>
          <p:cNvSpPr>
            <a:spLocks noGrp="1"/>
          </p:cNvSpPr>
          <p:nvPr>
            <p:ph type="body" sz="quarter" idx="10" hasCustomPrompt="1"/>
          </p:nvPr>
        </p:nvSpPr>
        <p:spPr>
          <a:xfrm>
            <a:off x="944563" y="3767138"/>
            <a:ext cx="1085204" cy="1874837"/>
          </a:xfrm>
        </p:spPr>
        <p:txBody>
          <a:bodyPr anchor="ctr">
            <a:noAutofit/>
          </a:bodyPr>
          <a:lstStyle>
            <a:lvl1pPr marL="0" indent="0" algn="ctr">
              <a:buNone/>
              <a:defRPr sz="6000" b="1">
                <a:solidFill>
                  <a:schemeClr val="bg1"/>
                </a:solidFill>
                <a:latin typeface="+mj-lt"/>
              </a:defRPr>
            </a:lvl1pPr>
          </a:lstStyle>
          <a:p>
            <a:pPr lvl="0"/>
            <a:r>
              <a:rPr lang="en-US" dirty="0"/>
              <a:t>#</a:t>
            </a: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Blank Color">
    <p:bg>
      <p:bgPr>
        <a:gradFill>
          <a:gsLst>
            <a:gs pos="0">
              <a:srgbClr val="1DBDFF"/>
            </a:gs>
            <a:gs pos="47000">
              <a:srgbClr val="188DFF"/>
            </a:gs>
            <a:gs pos="100000">
              <a:srgbClr val="752FB7"/>
            </a:gs>
          </a:gsLst>
          <a:lin ang="2700000" scaled="0"/>
        </a:gradFill>
        <a:effectLst/>
      </p:bgPr>
    </p:bg>
    <p:spTree>
      <p:nvGrpSpPr>
        <p:cNvPr id="1" name=""/>
        <p:cNvGrpSpPr/>
        <p:nvPr/>
      </p:nvGrpSpPr>
      <p:grpSpPr>
        <a:xfrm>
          <a:off x="0" y="0"/>
          <a:ext cx="0" cy="0"/>
          <a:chOff x="0" y="0"/>
          <a:chExt cx="0" cy="0"/>
        </a:xfrm>
      </p:grpSpPr>
      <p:sp>
        <p:nvSpPr>
          <p:cNvPr id="17" name="white bar" descr="Rectangle 59"/>
          <p:cNvSpPr/>
          <p:nvPr/>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2_Blank Color">
    <p:bg>
      <p:bgPr>
        <a:gradFill>
          <a:gsLst>
            <a:gs pos="0">
              <a:srgbClr val="2694FF"/>
            </a:gs>
            <a:gs pos="42000">
              <a:srgbClr val="0A88FF"/>
            </a:gs>
            <a:gs pos="100000">
              <a:srgbClr val="0155EF"/>
            </a:gs>
          </a:gsLst>
          <a:lin ang="2700000" scaled="0"/>
        </a:gradFill>
        <a:effectLst/>
      </p:bgPr>
    </p:bg>
    <p:spTree>
      <p:nvGrpSpPr>
        <p:cNvPr id="1" name=""/>
        <p:cNvGrpSpPr/>
        <p:nvPr/>
      </p:nvGrpSpPr>
      <p:grpSpPr>
        <a:xfrm>
          <a:off x="0" y="0"/>
          <a:ext cx="0" cy="0"/>
          <a:chOff x="0" y="0"/>
          <a:chExt cx="0" cy="0"/>
        </a:xfrm>
      </p:grpSpPr>
      <p:sp>
        <p:nvSpPr>
          <p:cNvPr id="20"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3_Blank Color">
    <p:bg>
      <p:bgPr>
        <a:gradFill>
          <a:gsLst>
            <a:gs pos="0">
              <a:schemeClr val="accent2"/>
            </a:gs>
            <a:gs pos="100000">
              <a:schemeClr val="accent2">
                <a:lumMod val="75000"/>
              </a:schemeClr>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Blank Color">
    <p:bg>
      <p:bgPr>
        <a:gradFill>
          <a:gsLst>
            <a:gs pos="0">
              <a:srgbClr val="8230B7"/>
            </a:gs>
            <a:gs pos="100000">
              <a:srgbClr val="4C2484"/>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5_Blank Color">
    <p:bg>
      <p:bgPr>
        <a:gradFill>
          <a:gsLst>
            <a:gs pos="23000">
              <a:srgbClr val="B81592"/>
            </a:gs>
            <a:gs pos="0">
              <a:schemeClr val="accent4">
                <a:alpha val="90000"/>
              </a:schemeClr>
            </a:gs>
            <a:gs pos="100000">
              <a:schemeClr val="accent4">
                <a:lumMod val="75000"/>
              </a:schemeClr>
            </a:gs>
          </a:gsLst>
          <a:lin ang="2700000" scaled="0"/>
        </a:gradFill>
        <a:effectLst/>
      </p:bgPr>
    </p:bg>
    <p:spTree>
      <p:nvGrpSpPr>
        <p:cNvPr id="1" name=""/>
        <p:cNvGrpSpPr/>
        <p:nvPr/>
      </p:nvGrpSpPr>
      <p:grpSpPr>
        <a:xfrm>
          <a:off x="0" y="0"/>
          <a:ext cx="0" cy="0"/>
          <a:chOff x="0" y="0"/>
          <a:chExt cx="0" cy="0"/>
        </a:xfrm>
      </p:grpSpPr>
      <p:sp>
        <p:nvSpPr>
          <p:cNvPr id="22"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6_Blank Color">
    <p:bg>
      <p:bgPr>
        <a:gradFill>
          <a:gsLst>
            <a:gs pos="0">
              <a:schemeClr val="accent5"/>
            </a:gs>
            <a:gs pos="100000">
              <a:srgbClr val="00A4ED"/>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7_Blank_Color">
    <p:bg>
      <p:bgPr>
        <a:gradFill>
          <a:gsLst>
            <a:gs pos="0">
              <a:schemeClr val="accent6"/>
            </a:gs>
            <a:gs pos="100000">
              <a:srgbClr val="11BAB6"/>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Blank_Gray">
    <p:bg>
      <p:bgPr>
        <a:gradFill>
          <a:gsLst>
            <a:gs pos="0">
              <a:schemeClr val="bg2">
                <a:lumMod val="95000"/>
                <a:lumOff val="5000"/>
              </a:schemeClr>
            </a:gs>
            <a:gs pos="100000">
              <a:schemeClr val="bg2"/>
            </a:gs>
          </a:gsLst>
          <a:lin ang="2700000" scaled="0"/>
        </a:gradFill>
        <a:effectLst/>
      </p:bgPr>
    </p:bg>
    <p:spTree>
      <p:nvGrpSpPr>
        <p:cNvPr id="1" name=""/>
        <p:cNvGrpSpPr/>
        <p:nvPr/>
      </p:nvGrpSpPr>
      <p:grpSpPr>
        <a:xfrm>
          <a:off x="0" y="0"/>
          <a:ext cx="0" cy="0"/>
          <a:chOff x="0" y="0"/>
          <a:chExt cx="0" cy="0"/>
        </a:xfrm>
      </p:grpSpPr>
      <p:sp>
        <p:nvSpPr>
          <p:cNvPr id="18" name="white bar" descr="Rectangle 59"/>
          <p:cNvSpPr/>
          <p:nvPr userDrawn="1"/>
        </p:nvSpPr>
        <p:spPr>
          <a:xfrm>
            <a:off x="946405" y="0"/>
            <a:ext cx="1799696" cy="151844"/>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Tree>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Logo Slide">
    <p:bg>
      <p:bgPr>
        <a:gradFill flip="none" rotWithShape="1">
          <a:gsLst>
            <a:gs pos="0">
              <a:schemeClr val="accent5"/>
            </a:gs>
            <a:gs pos="47000">
              <a:schemeClr val="accent1">
                <a:lumMod val="90000"/>
                <a:lumOff val="10000"/>
              </a:schemeClr>
            </a:gs>
            <a:gs pos="100000">
              <a:schemeClr val="accent3"/>
            </a:gs>
          </a:gsLst>
          <a:lin ang="2700000" scaled="0"/>
        </a:gra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alphaModFix amt="6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grpSp>
        <p:nvGrpSpPr>
          <p:cNvPr id="7" name="Group 6"/>
          <p:cNvGrpSpPr/>
          <p:nvPr/>
        </p:nvGrpSpPr>
        <p:grpSpPr>
          <a:xfrm>
            <a:off x="4463703" y="2986727"/>
            <a:ext cx="3649746" cy="884546"/>
            <a:chOff x="5753494" y="2024196"/>
            <a:chExt cx="846681" cy="205200"/>
          </a:xfrm>
        </p:grpSpPr>
        <p:sp>
          <p:nvSpPr>
            <p:cNvPr id="9"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0"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1"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2"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3"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4"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5"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6"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7"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8"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19"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0"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1"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grpSp>
        <p:nvGrpSpPr>
          <p:cNvPr id="22" name="Group 21"/>
          <p:cNvGrpSpPr/>
          <p:nvPr userDrawn="1"/>
        </p:nvGrpSpPr>
        <p:grpSpPr>
          <a:xfrm>
            <a:off x="4463703" y="2986727"/>
            <a:ext cx="3649746" cy="884546"/>
            <a:chOff x="5753494" y="2024196"/>
            <a:chExt cx="846681" cy="205200"/>
          </a:xfrm>
        </p:grpSpPr>
        <p:sp>
          <p:nvSpPr>
            <p:cNvPr id="23" name="Freeform 5"/>
            <p:cNvSpPr>
              <a:spLocks/>
            </p:cNvSpPr>
            <p:nvPr/>
          </p:nvSpPr>
          <p:spPr bwMode="auto">
            <a:xfrm>
              <a:off x="5793240" y="2024196"/>
              <a:ext cx="164530" cy="164530"/>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4" name="Freeform 6"/>
            <p:cNvSpPr>
              <a:spLocks/>
            </p:cNvSpPr>
            <p:nvPr/>
          </p:nvSpPr>
          <p:spPr bwMode="auto">
            <a:xfrm>
              <a:off x="5753494" y="2063942"/>
              <a:ext cx="164530" cy="165454"/>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5" name="Freeform 7"/>
            <p:cNvSpPr>
              <a:spLocks/>
            </p:cNvSpPr>
            <p:nvPr/>
          </p:nvSpPr>
          <p:spPr bwMode="auto">
            <a:xfrm>
              <a:off x="6005835" y="2024196"/>
              <a:ext cx="95206" cy="88735"/>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6" name="Rectangle 8"/>
            <p:cNvSpPr>
              <a:spLocks noChangeArrowheads="1"/>
            </p:cNvSpPr>
            <p:nvPr/>
          </p:nvSpPr>
          <p:spPr bwMode="auto">
            <a:xfrm>
              <a:off x="6145407" y="2024196"/>
              <a:ext cx="16638" cy="88735"/>
            </a:xfrm>
            <a:prstGeom prst="rect">
              <a:avLst/>
            </a:pr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7" name="Freeform 9"/>
            <p:cNvSpPr>
              <a:spLocks/>
            </p:cNvSpPr>
            <p:nvPr/>
          </p:nvSpPr>
          <p:spPr bwMode="auto">
            <a:xfrm>
              <a:off x="6207337" y="2024196"/>
              <a:ext cx="85962" cy="88735"/>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8" name="Freeform 10"/>
            <p:cNvSpPr>
              <a:spLocks noEditPoints="1"/>
            </p:cNvSpPr>
            <p:nvPr/>
          </p:nvSpPr>
          <p:spPr bwMode="auto">
            <a:xfrm>
              <a:off x="6337667" y="2024196"/>
              <a:ext cx="86886" cy="88735"/>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29" name="Freeform 11"/>
            <p:cNvSpPr>
              <a:spLocks noEditPoints="1"/>
            </p:cNvSpPr>
            <p:nvPr/>
          </p:nvSpPr>
          <p:spPr bwMode="auto">
            <a:xfrm>
              <a:off x="6468920" y="2024196"/>
              <a:ext cx="85962" cy="88735"/>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0" name="Freeform 12"/>
            <p:cNvSpPr>
              <a:spLocks/>
            </p:cNvSpPr>
            <p:nvPr/>
          </p:nvSpPr>
          <p:spPr bwMode="auto">
            <a:xfrm>
              <a:off x="6005835" y="2140661"/>
              <a:ext cx="86886" cy="87811"/>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1" name="Freeform 13"/>
            <p:cNvSpPr>
              <a:spLocks noEditPoints="1"/>
            </p:cNvSpPr>
            <p:nvPr/>
          </p:nvSpPr>
          <p:spPr bwMode="auto">
            <a:xfrm>
              <a:off x="6116753" y="2140661"/>
              <a:ext cx="85962" cy="87811"/>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2" name="Freeform 14"/>
            <p:cNvSpPr>
              <a:spLocks/>
            </p:cNvSpPr>
            <p:nvPr/>
          </p:nvSpPr>
          <p:spPr bwMode="auto">
            <a:xfrm>
              <a:off x="6234142" y="2140661"/>
              <a:ext cx="85962" cy="88735"/>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3" name="Freeform 15"/>
            <p:cNvSpPr>
              <a:spLocks/>
            </p:cNvSpPr>
            <p:nvPr/>
          </p:nvSpPr>
          <p:spPr bwMode="auto">
            <a:xfrm>
              <a:off x="6351532" y="2140661"/>
              <a:ext cx="85962" cy="87811"/>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4" name="Freeform 16"/>
            <p:cNvSpPr>
              <a:spLocks/>
            </p:cNvSpPr>
            <p:nvPr/>
          </p:nvSpPr>
          <p:spPr bwMode="auto">
            <a:xfrm>
              <a:off x="6467996" y="2140661"/>
              <a:ext cx="86886" cy="88735"/>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sp>
          <p:nvSpPr>
            <p:cNvPr id="35" name="Freeform 17"/>
            <p:cNvSpPr>
              <a:spLocks noEditPoints="1"/>
            </p:cNvSpPr>
            <p:nvPr/>
          </p:nvSpPr>
          <p:spPr bwMode="auto">
            <a:xfrm>
              <a:off x="6567823" y="2025120"/>
              <a:ext cx="32352" cy="32352"/>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solidFill>
              <a:srgbClr val="FFFFFF"/>
            </a:solidFill>
            <a:ln>
              <a:noFill/>
            </a:ln>
          </p:spPr>
          <p:txBody>
            <a:bodyPr vert="horz" wrap="square" lIns="121920" tIns="60960" rIns="121920" bIns="60960" numCol="1" anchor="t" anchorCtr="0" compatLnSpc="1">
              <a:prstTxWarp prst="textNoShape">
                <a:avLst/>
              </a:prstTxWarp>
            </a:bodyPr>
            <a:lstStyle/>
            <a:p>
              <a:endParaRPr lang="en-US" sz="2400"/>
            </a:p>
          </p:txBody>
        </p:sp>
      </p:grpSp>
    </p:spTree>
    <p:extLst>
      <p:ext uri="{BB962C8B-B14F-4D97-AF65-F5344CB8AC3E}">
        <p14:creationId xmlns:p14="http://schemas.microsoft.com/office/powerpoint/2010/main" val="40999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Title and Subtitle">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7"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Date Placeholder 2"/>
          <p:cNvSpPr>
            <a:spLocks noGrp="1"/>
          </p:cNvSpPr>
          <p:nvPr>
            <p:ph type="dt" sz="half" idx="10"/>
          </p:nvPr>
        </p:nvSpPr>
        <p:spPr>
          <a:xfrm>
            <a:off x="5598212" y="6426104"/>
            <a:ext cx="995578" cy="210312"/>
          </a:xfrm>
          <a:prstGeom prst="rect">
            <a:avLst/>
          </a:prstGeom>
        </p:spPr>
        <p:txBody>
          <a:bodyPr/>
          <a:lstStyle/>
          <a:p>
            <a:fld id="{24C3AE83-4A36-4E0D-BF8F-4D5F09C9996E}"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5F7A76"/>
                </a:solidFill>
              </a:rPr>
              <a:pPr/>
              <a:t>‹#›</a:t>
            </a:fld>
            <a:endParaRPr>
              <a:solidFill>
                <a:srgbClr val="5F7A76"/>
              </a:solidFill>
            </a:endParaRPr>
          </a:p>
        </p:txBody>
      </p:sp>
    </p:spTree>
    <p:extLst>
      <p:ext uri="{BB962C8B-B14F-4D97-AF65-F5344CB8AC3E}">
        <p14:creationId xmlns:p14="http://schemas.microsoft.com/office/powerpoint/2010/main" val="314267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438912" y="1001854"/>
            <a:ext cx="10822941" cy="369332"/>
          </a:xfrm>
          <a:prstGeom prst="rect">
            <a:avLst/>
          </a:prstGeom>
        </p:spPr>
        <p:txBody>
          <a:bodyPr wrap="square" anchor="t">
            <a:noAutofit/>
          </a:bodyPr>
          <a:lstStyle>
            <a:lvl1pPr marL="0" indent="0" algn="l">
              <a:lnSpc>
                <a:spcPct val="100000"/>
              </a:lnSpc>
              <a:buNone/>
              <a:defRPr sz="2400" b="0" i="0">
                <a:solidFill>
                  <a:srgbClr val="000000"/>
                </a:solidFill>
                <a:latin typeface="HP Simplified" pitchFamily="34" charset="0"/>
                <a:cs typeface="HP Simplified"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noProof="0" dirty="0"/>
              <a:t>Click to edit master subtitle style</a:t>
            </a:r>
          </a:p>
        </p:txBody>
      </p:sp>
      <p:sp>
        <p:nvSpPr>
          <p:cNvPr id="7" name="Title 6"/>
          <p:cNvSpPr>
            <a:spLocks noGrp="1"/>
          </p:cNvSpPr>
          <p:nvPr>
            <p:ph type="title" hasCustomPrompt="1"/>
          </p:nvPr>
        </p:nvSpPr>
        <p:spPr bwMode="black">
          <a:xfrm>
            <a:off x="438912" y="313419"/>
            <a:ext cx="10822941"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a:t>Click to edit master title style</a:t>
            </a:r>
          </a:p>
        </p:txBody>
      </p:sp>
      <p:sp>
        <p:nvSpPr>
          <p:cNvPr id="6" name="Content Placeholder 5"/>
          <p:cNvSpPr>
            <a:spLocks noGrp="1"/>
          </p:cNvSpPr>
          <p:nvPr>
            <p:ph sz="quarter" idx="10"/>
          </p:nvPr>
        </p:nvSpPr>
        <p:spPr>
          <a:xfrm>
            <a:off x="438912" y="1584962"/>
            <a:ext cx="10826496" cy="4305300"/>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517621649"/>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hf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Content Placeholder 2"/>
          <p:cNvSpPr>
            <a:spLocks noGrp="1"/>
          </p:cNvSpPr>
          <p:nvPr>
            <p:ph idx="1"/>
          </p:nvPr>
        </p:nvSpPr>
        <p:spPr>
          <a:xfrm>
            <a:off x="609600" y="1524000"/>
            <a:ext cx="10969784" cy="4571999"/>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a:xfrm>
            <a:off x="5598212" y="6426104"/>
            <a:ext cx="995578" cy="210312"/>
          </a:xfrm>
          <a:prstGeom prst="rect">
            <a:avLst/>
          </a:prstGeom>
        </p:spPr>
        <p:txBody>
          <a:bodyPr/>
          <a:lstStyle/>
          <a:p>
            <a:endParaRPr>
              <a:solidFill>
                <a:prstClr val="black"/>
              </a:solidFill>
            </a:endParaRPr>
          </a:p>
        </p:txBody>
      </p:sp>
      <p:sp>
        <p:nvSpPr>
          <p:cNvPr id="5" name="Footer Placeholder 4"/>
          <p:cNvSpPr>
            <a:spLocks noGrp="1"/>
          </p:cNvSpPr>
          <p:nvPr>
            <p:ph type="ftr" sz="quarter" idx="11"/>
          </p:nvPr>
        </p:nvSpPr>
        <p:spPr/>
        <p:txBody>
          <a:bodyPr/>
          <a:lstStyle/>
          <a:p>
            <a:r>
              <a:rPr lang="en-US" dirty="0">
                <a:solidFill>
                  <a:prstClr val="black"/>
                </a:solidFill>
              </a:rPr>
              <a:t>CONFIDENTIAL © Copyright 2016 Hewlett-Packard Enterprise. The information contained herein is subject to change without notice.</a:t>
            </a: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66203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p:cSld name="Title Slide with Pictur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date</a:t>
            </a: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3976373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Title Slide with Dark Pictur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tx1"/>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date</a:t>
            </a:r>
          </a:p>
        </p:txBody>
      </p:sp>
      <p:grpSp>
        <p:nvGrpSpPr>
          <p:cNvPr id="7" name="Group 6"/>
          <p:cNvGrpSpPr/>
          <p:nvPr/>
        </p:nvGrpSpPr>
        <p:grpSpPr bwMode="black">
          <a:xfrm>
            <a:off x="606423" y="456997"/>
            <a:ext cx="3027151" cy="1219403"/>
            <a:chOff x="3578225" y="1146175"/>
            <a:chExt cx="5038725" cy="2111375"/>
          </a:xfrm>
          <a:solidFill>
            <a:schemeClr val="tx1"/>
          </a:solidFill>
        </p:grpSpPr>
        <p:sp>
          <p:nvSpPr>
            <p:cNvPr id="8" name="Freeform 5"/>
            <p:cNvSpPr>
              <a:spLocks noEditPoints="1"/>
            </p:cNvSpPr>
            <p:nvPr/>
          </p:nvSpPr>
          <p:spPr bwMode="black">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sp>
          <p:nvSpPr>
            <p:cNvPr id="9" name="Freeform 6"/>
            <p:cNvSpPr>
              <a:spLocks noEditPoints="1"/>
            </p:cNvSpPr>
            <p:nvPr/>
          </p:nvSpPr>
          <p:spPr bwMode="black">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grpSp>
    </p:spTree>
    <p:extLst>
      <p:ext uri="{BB962C8B-B14F-4D97-AF65-F5344CB8AC3E}">
        <p14:creationId xmlns:p14="http://schemas.microsoft.com/office/powerpoint/2010/main" val="33120249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p:cSld name="Title Slide with Name">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lang="en-US"/>
              <a:t>Click to edit Master title style</a:t>
            </a:r>
            <a:endParaRPr/>
          </a:p>
        </p:txBody>
      </p:sp>
      <p:sp>
        <p:nvSpPr>
          <p:cNvPr id="10" name="Text Placeholder 9"/>
          <p:cNvSpPr>
            <a:spLocks noGrp="1"/>
          </p:cNvSpPr>
          <p:nvPr>
            <p:ph type="body" sz="quarter" idx="13"/>
          </p:nvPr>
        </p:nvSpPr>
        <p:spPr>
          <a:xfrm>
            <a:off x="608013" y="4939693"/>
            <a:ext cx="9141619" cy="699107"/>
          </a:xfrm>
        </p:spPr>
        <p:txBody>
          <a:bodyPr wrap="square">
            <a:noAutofit/>
          </a:bodyPr>
          <a:lstStyle>
            <a:lvl1pPr marL="0" indent="0">
              <a:spcBef>
                <a:spcPts val="0"/>
              </a:spcBef>
              <a:buFontTx/>
              <a:buNone/>
              <a:defRPr sz="44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sp>
        <p:nvSpPr>
          <p:cNvPr id="11" name="Text Placeholder 9"/>
          <p:cNvSpPr>
            <a:spLocks noGrp="1"/>
          </p:cNvSpPr>
          <p:nvPr>
            <p:ph type="body" sz="quarter" idx="14"/>
          </p:nvPr>
        </p:nvSpPr>
        <p:spPr>
          <a:xfrm>
            <a:off x="608013" y="5791200"/>
            <a:ext cx="9141619" cy="457200"/>
          </a:xfrm>
        </p:spPr>
        <p:txBody>
          <a:bodyPr wrap="square">
            <a:noAutofit/>
          </a:bodyPr>
          <a:lstStyle>
            <a:lvl1pPr marL="0" indent="0">
              <a:spcBef>
                <a:spcPts val="0"/>
              </a:spcBef>
              <a:buFontTx/>
              <a:buNone/>
              <a:defRPr sz="28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sp>
        <p:nvSpPr>
          <p:cNvPr id="12" name="Text Placeholder 7"/>
          <p:cNvSpPr>
            <a:spLocks noGrp="1"/>
          </p:cNvSpPr>
          <p:nvPr>
            <p:ph type="body" sz="quarter" idx="15" hasCustomPrompt="1"/>
          </p:nvPr>
        </p:nvSpPr>
        <p:spPr>
          <a:xfrm>
            <a:off x="7935522" y="457200"/>
            <a:ext cx="3646877" cy="354113"/>
          </a:xfrm>
        </p:spPr>
        <p:txBody>
          <a:bodyPr>
            <a:noAutofit/>
          </a:bodyPr>
          <a:lstStyle>
            <a:lvl1pPr marL="0" indent="0" algn="r">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date</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913885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rPr lang="en-US"/>
              <a:t>Click to edit Master title style</a:t>
            </a:r>
            <a:endParaRP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654495-4BF5-4727-99D4-DFD1D0597350}"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188112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type="secHead" preserve="1">
  <p:cSld name="Slate Section Header">
    <p:spTree>
      <p:nvGrpSpPr>
        <p:cNvPr id="1" name=""/>
        <p:cNvGrpSpPr/>
        <p:nvPr/>
      </p:nvGrpSpPr>
      <p:grpSpPr>
        <a:xfrm>
          <a:off x="0" y="0"/>
          <a:ext cx="0" cy="0"/>
          <a:chOff x="0" y="0"/>
          <a:chExt cx="0" cy="0"/>
        </a:xfrm>
      </p:grpSpPr>
      <p:sp>
        <p:nvSpPr>
          <p:cNvPr id="7" name="Rectangle 6"/>
          <p:cNvSpPr/>
          <p:nvPr/>
        </p:nvSpPr>
        <p:spPr bwMode="blackWhite">
          <a:xfrm>
            <a:off x="608013" y="608806"/>
            <a:ext cx="10971370" cy="54864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2" name="Title 1"/>
          <p:cNvSpPr>
            <a:spLocks noGrp="1"/>
          </p:cNvSpPr>
          <p:nvPr>
            <p:ph type="title"/>
          </p:nvPr>
        </p:nvSpPr>
        <p:spPr>
          <a:xfrm>
            <a:off x="989012" y="990599"/>
            <a:ext cx="8228011" cy="603857"/>
          </a:xfrm>
        </p:spPr>
        <p:txBody>
          <a:bodyPr anchor="t">
            <a:noAutofit/>
          </a:bodyPr>
          <a:lstStyle>
            <a:lvl1pPr>
              <a:lnSpc>
                <a:spcPct val="90000"/>
              </a:lnSpc>
              <a:defRPr sz="400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989013" y="1600885"/>
            <a:ext cx="8228011" cy="533400"/>
          </a:xfrm>
        </p:spPr>
        <p:txBody>
          <a:bodyPr>
            <a:noAutofit/>
          </a:bodyPr>
          <a:lstStyle>
            <a:lvl1pPr marL="0" indent="0">
              <a:spcBef>
                <a:spcPts val="0"/>
              </a:spcBef>
              <a:buNone/>
              <a:defRPr sz="32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A90477-F864-462B-BF44-00D67B14D858}"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520536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Green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sp>
        <p:nvSpPr>
          <p:cNvPr id="3" name="Date Placeholder 2"/>
          <p:cNvSpPr>
            <a:spLocks noGrp="1"/>
          </p:cNvSpPr>
          <p:nvPr>
            <p:ph type="dt" sz="half" idx="10"/>
          </p:nvPr>
        </p:nvSpPr>
        <p:spPr/>
        <p:txBody>
          <a:bodyPr/>
          <a:lstStyle/>
          <a:p>
            <a:fld id="{16E08157-2DC9-4745-A7A9-7046A8583708}"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12" name="Group 11"/>
          <p:cNvGrpSpPr/>
          <p:nvPr/>
        </p:nvGrpSpPr>
        <p:grpSpPr>
          <a:xfrm>
            <a:off x="610272" y="6248401"/>
            <a:ext cx="969471" cy="390524"/>
            <a:chOff x="3578225" y="1146175"/>
            <a:chExt cx="5038725" cy="2111375"/>
          </a:xfrm>
        </p:grpSpPr>
        <p:sp>
          <p:nvSpPr>
            <p:cNvPr id="13"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4"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1982179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Purple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sp>
        <p:nvSpPr>
          <p:cNvPr id="3" name="Date Placeholder 2"/>
          <p:cNvSpPr>
            <a:spLocks noGrp="1"/>
          </p:cNvSpPr>
          <p:nvPr>
            <p:ph type="dt" sz="half" idx="10"/>
          </p:nvPr>
        </p:nvSpPr>
        <p:spPr/>
        <p:txBody>
          <a:bodyPr/>
          <a:lstStyle/>
          <a:p>
            <a:fld id="{FDD7D378-E709-4062-9715-39E79557A063}"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995876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Slate Turquois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C07C5E14-300D-4720-B5FE-54C7D96D4160}" type="datetime4">
              <a:rPr lang="en-US" smtClean="0">
                <a:solidFill>
                  <a:prstClr val="white"/>
                </a:solidFill>
              </a:rPr>
              <a:pPr/>
              <a:t>January 30, 2019</a:t>
            </a:fld>
            <a:endParaRPr>
              <a:solidFill>
                <a:prstClr val="white"/>
              </a:solidFill>
            </a:endParaRPr>
          </a:p>
        </p:txBody>
      </p:sp>
      <p:sp>
        <p:nvSpPr>
          <p:cNvPr id="4" name="Footer Placeholder 3"/>
          <p:cNvSpPr>
            <a:spLocks noGrp="1"/>
          </p:cNvSpPr>
          <p:nvPr>
            <p:ph type="ftr" sz="quarter" idx="11"/>
          </p:nvPr>
        </p:nvSpPr>
        <p:spPr/>
        <p:txBody>
          <a:bodyPr/>
          <a:lstStyle/>
          <a:p>
            <a:r>
              <a:rPr lang="en-US">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17326230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Slate Orang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BC7BE07D-E945-4DDF-8452-20009392BF2F}" type="datetime4">
              <a:rPr lang="en-US" smtClean="0">
                <a:solidFill>
                  <a:prstClr val="white"/>
                </a:solidFill>
              </a:rPr>
              <a:pPr/>
              <a:t>January 30, 2019</a:t>
            </a:fld>
            <a:endParaRPr>
              <a:solidFill>
                <a:prstClr val="white"/>
              </a:solidFill>
            </a:endParaRPr>
          </a:p>
        </p:txBody>
      </p:sp>
      <p:sp>
        <p:nvSpPr>
          <p:cNvPr id="4" name="Footer Placeholder 3"/>
          <p:cNvSpPr>
            <a:spLocks noGrp="1"/>
          </p:cNvSpPr>
          <p:nvPr>
            <p:ph type="ftr" sz="quarter" idx="11"/>
          </p:nvPr>
        </p:nvSpPr>
        <p:spPr/>
        <p:txBody>
          <a:bodyPr/>
          <a:lstStyle/>
          <a:p>
            <a:r>
              <a:rPr lang="en-US">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8630101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baseline="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dirty="0"/>
              <a:t>Click </a:t>
            </a:r>
            <a:r>
              <a:rPr lang="en-US" dirty="0"/>
              <a:t>to add quoted person’s name, title, company</a:t>
            </a:r>
            <a:endParaRPr dirty="0"/>
          </a:p>
        </p:txBody>
      </p:sp>
      <p:grpSp>
        <p:nvGrpSpPr>
          <p:cNvPr id="7" name="Group 6"/>
          <p:cNvGrpSpPr/>
          <p:nvPr/>
        </p:nvGrpSpPr>
        <p:grpSpPr>
          <a:xfrm>
            <a:off x="610272" y="6248401"/>
            <a:ext cx="969471" cy="390524"/>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
        <p:nvSpPr>
          <p:cNvPr id="3" name="Date Placeholder 2"/>
          <p:cNvSpPr>
            <a:spLocks noGrp="1"/>
          </p:cNvSpPr>
          <p:nvPr>
            <p:ph type="dt" sz="half" idx="10"/>
          </p:nvPr>
        </p:nvSpPr>
        <p:spPr/>
        <p:txBody>
          <a:bodyPr/>
          <a:lstStyle/>
          <a:p>
            <a:fld id="{EFA54ACD-BEB7-4258-A5F3-653792456C00}"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698085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Slate Quot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dirty="0"/>
              <a:t>Click to add quoted person’s name, title, company</a:t>
            </a:r>
          </a:p>
        </p:txBody>
      </p:sp>
      <p:grpSp>
        <p:nvGrpSpPr>
          <p:cNvPr id="7" name="Group 6"/>
          <p:cNvGrpSpPr/>
          <p:nvPr/>
        </p:nvGrpSpPr>
        <p:grpSpPr>
          <a:xfrm>
            <a:off x="608014" y="6248401"/>
            <a:ext cx="969471" cy="390524"/>
            <a:chOff x="3578225" y="1146175"/>
            <a:chExt cx="5038725" cy="2111375"/>
          </a:xfrm>
          <a:solidFill>
            <a:schemeClr val="tx1"/>
          </a:solidFill>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2399C1EB-F401-4F7B-BD9C-AAA165C9F3D7}" type="datetime4">
              <a:rPr lang="en-US" smtClean="0">
                <a:solidFill>
                  <a:prstClr val="white"/>
                </a:solidFill>
              </a:rPr>
              <a:pPr/>
              <a:t>January 30, 2019</a:t>
            </a:fld>
            <a:endParaRPr>
              <a:solidFill>
                <a:prstClr val="white"/>
              </a:solidFill>
            </a:endParaRPr>
          </a:p>
        </p:txBody>
      </p:sp>
      <p:sp>
        <p:nvSpPr>
          <p:cNvPr id="4" name="Footer Placeholder 3"/>
          <p:cNvSpPr>
            <a:spLocks noGrp="1"/>
          </p:cNvSpPr>
          <p:nvPr>
            <p:ph type="ftr" sz="quarter" idx="11"/>
          </p:nvPr>
        </p:nvSpPr>
        <p:spPr/>
        <p:txBody>
          <a:bodyPr/>
          <a:lstStyle/>
          <a:p>
            <a:r>
              <a:rPr lang="en-US">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Tree>
    <p:extLst>
      <p:ext uri="{BB962C8B-B14F-4D97-AF65-F5344CB8AC3E}">
        <p14:creationId xmlns:p14="http://schemas.microsoft.com/office/powerpoint/2010/main" val="242635030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2" name="Date Placeholder 1"/>
          <p:cNvSpPr>
            <a:spLocks noGrp="1"/>
          </p:cNvSpPr>
          <p:nvPr>
            <p:ph type="dt" sz="half" idx="10"/>
          </p:nvPr>
        </p:nvSpPr>
        <p:spPr/>
        <p:txBody>
          <a:bodyPr/>
          <a:lstStyle/>
          <a:p>
            <a:fld id="{ECF1CC87-9C4B-4D13-B529-5EAF641302E2}" type="datetime4">
              <a:rPr lang="en-US" smtClean="0">
                <a:solidFill>
                  <a:prstClr val="black"/>
                </a:solidFill>
              </a:rPr>
              <a:pPr/>
              <a:t>January 30, 2019</a:t>
            </a:fld>
            <a:endParaRPr>
              <a:solidFill>
                <a:prstClr val="black"/>
              </a:solidFill>
            </a:endParaRPr>
          </a:p>
        </p:txBody>
      </p:sp>
      <p:sp>
        <p:nvSpPr>
          <p:cNvPr id="8" name="Footer Placeholder 7"/>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702627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Content Placeholder 2"/>
          <p:cNvSpPr>
            <a:spLocks noGrp="1"/>
          </p:cNvSpPr>
          <p:nvPr>
            <p:ph idx="1"/>
          </p:nvPr>
        </p:nvSpPr>
        <p:spPr>
          <a:xfrm>
            <a:off x="609600" y="1524000"/>
            <a:ext cx="10969784" cy="4571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AEFA413A-E630-4377-B30C-3545E98CC867}"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323896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itle, Subtitle, Heading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9" name="Text Placeholder 7"/>
          <p:cNvSpPr>
            <a:spLocks noGrp="1"/>
          </p:cNvSpPr>
          <p:nvPr>
            <p:ph type="body" sz="quarter" idx="14" hasCustomPrompt="1"/>
          </p:nvPr>
        </p:nvSpPr>
        <p:spPr>
          <a:xfrm>
            <a:off x="609600" y="1524000"/>
            <a:ext cx="10969943" cy="381000"/>
          </a:xfrm>
        </p:spPr>
        <p:txBody>
          <a:bodyPr>
            <a:noAutofit/>
          </a:bodyPr>
          <a:lstStyle>
            <a:lvl1pPr marL="0" indent="0">
              <a:spcBef>
                <a:spcPts val="0"/>
              </a:spcBef>
              <a:buNone/>
              <a:defRPr sz="2400" b="1"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heading</a:t>
            </a:r>
          </a:p>
        </p:txBody>
      </p:sp>
      <p:sp>
        <p:nvSpPr>
          <p:cNvPr id="3" name="Content Placeholder 2"/>
          <p:cNvSpPr>
            <a:spLocks noGrp="1"/>
          </p:cNvSpPr>
          <p:nvPr>
            <p:ph idx="1"/>
          </p:nvPr>
        </p:nvSpPr>
        <p:spPr>
          <a:xfrm>
            <a:off x="609600" y="1978152"/>
            <a:ext cx="10969784" cy="41178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2D33DC54-2A66-493A-80B5-8303FBA5D0AD}"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069376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26B45FFC-9EEF-4E69-85F5-C8F54747804D}"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118299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7"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Date Placeholder 2"/>
          <p:cNvSpPr>
            <a:spLocks noGrp="1"/>
          </p:cNvSpPr>
          <p:nvPr>
            <p:ph type="dt" sz="half" idx="10"/>
          </p:nvPr>
        </p:nvSpPr>
        <p:spPr/>
        <p:txBody>
          <a:bodyPr/>
          <a:lstStyle/>
          <a:p>
            <a:fld id="{684E3265-88A3-4C30-AE11-BFDF645909E9}"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364979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F763D2-AF56-4C60-80C7-7D8FC051005C}" type="datetime4">
              <a:rPr lang="en-US" smtClean="0">
                <a:solidFill>
                  <a:prstClr val="black"/>
                </a:solidFill>
              </a:rPr>
              <a:pPr/>
              <a:t>January 30, 2019</a:t>
            </a:fld>
            <a:endParaRPr>
              <a:solidFill>
                <a:prstClr val="black"/>
              </a:solidFill>
            </a:endParaRPr>
          </a:p>
        </p:txBody>
      </p:sp>
      <p:sp>
        <p:nvSpPr>
          <p:cNvPr id="3" name="Footer Placeholder 2"/>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4" name="Slide Number Placeholder 3"/>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609960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a:t>Click to edit Master title style</a:t>
            </a:r>
            <a:endParaRPr/>
          </a:p>
        </p:txBody>
      </p:sp>
      <p:sp>
        <p:nvSpPr>
          <p:cNvPr id="3" name="Content Placeholder 2"/>
          <p:cNvSpPr>
            <a:spLocks noGrp="1"/>
          </p:cNvSpPr>
          <p:nvPr>
            <p:ph sz="half" idx="1"/>
          </p:nvPr>
        </p:nvSpPr>
        <p:spPr>
          <a:xfrm>
            <a:off x="609441"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275864"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905039DC-98B3-47E6-AD46-BA5B72AD8B4A}"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70713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Two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a:t>Click to edit Master title style</a:t>
            </a:r>
            <a:endParaRPr/>
          </a:p>
        </p:txBody>
      </p:sp>
      <p:sp>
        <p:nvSpPr>
          <p:cNvPr id="3" name="Text Placeholder 2"/>
          <p:cNvSpPr>
            <a:spLocks noGrp="1"/>
          </p:cNvSpPr>
          <p:nvPr>
            <p:ph type="body" idx="1" hasCustomPrompt="1"/>
          </p:nvPr>
        </p:nvSpPr>
        <p:spPr>
          <a:xfrm>
            <a:off x="609600"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4" name="Content Placeholder 3"/>
          <p:cNvSpPr>
            <a:spLocks noGrp="1"/>
          </p:cNvSpPr>
          <p:nvPr>
            <p:ph sz="half" idx="2"/>
          </p:nvPr>
        </p:nvSpPr>
        <p:spPr>
          <a:xfrm>
            <a:off x="609441"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hasCustomPrompt="1"/>
          </p:nvPr>
        </p:nvSpPr>
        <p:spPr>
          <a:xfrm>
            <a:off x="6275864"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6" name="Content Placeholder 5"/>
          <p:cNvSpPr>
            <a:spLocks noGrp="1"/>
          </p:cNvSpPr>
          <p:nvPr>
            <p:ph sz="quarter" idx="4"/>
          </p:nvPr>
        </p:nvSpPr>
        <p:spPr>
          <a:xfrm>
            <a:off x="6275864"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A48AA38D-5CBD-4E44-A2EB-B3F38A5B8051}" type="datetime4">
              <a:rPr lang="en-US" smtClean="0">
                <a:solidFill>
                  <a:prstClr val="black"/>
                </a:solidFill>
              </a:rPr>
              <a:pPr/>
              <a:t>January 30, 2019</a:t>
            </a:fld>
            <a:endParaRPr>
              <a:solidFill>
                <a:prstClr val="black"/>
              </a:solidFill>
            </a:endParaRPr>
          </a:p>
        </p:txBody>
      </p:sp>
      <p:sp>
        <p:nvSpPr>
          <p:cNvPr id="8" name="Footer Placeholder 7"/>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333946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8F030E74-B79E-47A7-AA1C-BA3D00CC0B4A}" type="datetime4">
              <a:rPr lang="en-US" smtClean="0">
                <a:solidFill>
                  <a:prstClr val="black"/>
                </a:solidFill>
              </a:rPr>
              <a:pPr/>
              <a:t>January 30, 2019</a:t>
            </a:fld>
            <a:endParaRPr>
              <a:solidFill>
                <a:prstClr val="black"/>
              </a:solidFill>
            </a:endParaRPr>
          </a:p>
        </p:txBody>
      </p:sp>
      <p:sp>
        <p:nvSpPr>
          <p:cNvPr id="8" name="Footer Placeholder 7"/>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08216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a:t>Click to edit Master title style</a:t>
            </a:r>
            <a:endParaRPr/>
          </a:p>
        </p:txBody>
      </p:sp>
      <p:sp>
        <p:nvSpPr>
          <p:cNvPr id="10" name="Text Placeholder 9"/>
          <p:cNvSpPr>
            <a:spLocks noGrp="1"/>
          </p:cNvSpPr>
          <p:nvPr>
            <p:ph type="body" sz="quarter" idx="14"/>
          </p:nvPr>
        </p:nvSpPr>
        <p:spPr>
          <a:xfrm>
            <a:off x="609441"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Text Placeholder 9"/>
          <p:cNvSpPr>
            <a:spLocks noGrp="1"/>
          </p:cNvSpPr>
          <p:nvPr>
            <p:ph type="body" sz="quarter" idx="15"/>
          </p:nvPr>
        </p:nvSpPr>
        <p:spPr>
          <a:xfrm>
            <a:off x="4381500"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2" name="Text Placeholder 9"/>
          <p:cNvSpPr>
            <a:spLocks noGrp="1"/>
          </p:cNvSpPr>
          <p:nvPr>
            <p:ph type="body" sz="quarter" idx="16"/>
          </p:nvPr>
        </p:nvSpPr>
        <p:spPr>
          <a:xfrm>
            <a:off x="8150384"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00FDD7F1-9FB6-4CB9-BA1F-25B205B879F3}"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127969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Three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a:t>Click to edit Master title style</a:t>
            </a:r>
            <a:endParaRP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027D5831-B468-414C-94B5-F04EB43FC0AE}"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8373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hree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15"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727A18C6-3F10-4266-96C9-5D014F3025B2}"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667873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a:xfrm>
            <a:off x="609600" y="1524000"/>
            <a:ext cx="7848600" cy="45720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bwMode="ltGray">
          <a:xfrm>
            <a:off x="8610600" y="1524000"/>
            <a:ext cx="2968784" cy="4572000"/>
          </a:xfrm>
          <a:solidFill>
            <a:schemeClr val="accent6"/>
          </a:solidFill>
        </p:spPr>
        <p:txBody>
          <a:bodyPr lIns="91440" tIns="91440" rIns="91440" bIns="91440">
            <a:no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CB1722-4B46-4353-B583-721651D61489}"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824750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icture with Content">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endParaRP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8" name="Text Placeholder 9"/>
          <p:cNvSpPr>
            <a:spLocks noGrp="1"/>
          </p:cNvSpPr>
          <p:nvPr>
            <p:ph type="body" sz="quarter" idx="16"/>
          </p:nvPr>
        </p:nvSpPr>
        <p:spPr>
          <a:xfrm>
            <a:off x="7467600" y="1524000"/>
            <a:ext cx="4111784"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8B8B1958-F972-48E2-B30C-3D9C71EE7ED1}"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182749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bwMode="ltGray">
          <a:xfrm>
            <a:off x="7467601" y="1524000"/>
            <a:ext cx="4111784" cy="45720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2CF142-9C82-4C83-9B6A-8077B879C1B8}"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3812713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icture Righ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5257800" cy="852364"/>
          </a:xfrm>
        </p:spPr>
        <p:txBody>
          <a:bodyPr anchor="t"/>
          <a:lstStyle>
            <a:lvl1pPr>
              <a:defRPr sz="2800"/>
            </a:lvl1pPr>
          </a:lstStyle>
          <a:p>
            <a:r>
              <a:rPr lang="en-US"/>
              <a:t>Click to edit Master title style</a:t>
            </a:r>
            <a:endParaRPr/>
          </a:p>
        </p:txBody>
      </p:sp>
      <p:sp>
        <p:nvSpPr>
          <p:cNvPr id="4" name="Text Placeholder 3"/>
          <p:cNvSpPr>
            <a:spLocks noGrp="1"/>
          </p:cNvSpPr>
          <p:nvPr>
            <p:ph type="body" sz="half" idx="2"/>
          </p:nvPr>
        </p:nvSpPr>
        <p:spPr>
          <a:xfrm>
            <a:off x="609441" y="2819400"/>
            <a:ext cx="3657600" cy="1981200"/>
          </a:xfrm>
          <a:noFill/>
        </p:spPr>
        <p:txBody>
          <a:bodyPr lIns="0" tIns="0" rIns="0" bIns="0">
            <a:noAutofit/>
          </a:bodyPr>
          <a:lstStyle>
            <a:lvl1pPr marL="0" indent="0">
              <a:spcBef>
                <a:spcPts val="900"/>
              </a:spcBef>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p:cNvSpPr>
            <a:spLocks noGrp="1"/>
          </p:cNvSpPr>
          <p:nvPr>
            <p:ph type="pic" idx="1"/>
          </p:nvPr>
        </p:nvSpPr>
        <p:spPr bwMode="ltGray">
          <a:xfrm>
            <a:off x="6095999" y="519236"/>
            <a:ext cx="5486399" cy="5576764"/>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5" name="Date Placeholder 4"/>
          <p:cNvSpPr>
            <a:spLocks noGrp="1"/>
          </p:cNvSpPr>
          <p:nvPr>
            <p:ph type="dt" sz="half" idx="10"/>
          </p:nvPr>
        </p:nvSpPr>
        <p:spPr/>
        <p:txBody>
          <a:bodyPr/>
          <a:lstStyle/>
          <a:p>
            <a:fld id="{9C259EE5-F25B-4563-AE58-6B042DD986DA}"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716085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0" name="Title 9"/>
          <p:cNvSpPr>
            <a:spLocks noGrp="1"/>
          </p:cNvSpPr>
          <p:nvPr>
            <p:ph type="title"/>
          </p:nvPr>
        </p:nvSpPr>
        <p:spPr>
          <a:xfrm>
            <a:off x="609441" y="519236"/>
            <a:ext cx="10969943" cy="852364"/>
          </a:xfrm>
        </p:spPr>
        <p:txBody>
          <a:bodyPr/>
          <a:lstStyle/>
          <a:p>
            <a:r>
              <a:rPr lang="en-US"/>
              <a:t>Click to edit Master title style</a:t>
            </a:r>
            <a:endParaRPr/>
          </a:p>
        </p:txBody>
      </p:sp>
      <p:sp>
        <p:nvSpPr>
          <p:cNvPr id="3" name="Picture Placeholder 2"/>
          <p:cNvSpPr>
            <a:spLocks noGrp="1"/>
          </p:cNvSpPr>
          <p:nvPr>
            <p:ph type="pic" idx="1"/>
          </p:nvPr>
        </p:nvSpPr>
        <p:spPr bwMode="ltGray">
          <a:xfrm>
            <a:off x="608013"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bwMode="ltGray">
          <a:xfrm>
            <a:off x="60944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2"/>
          <p:cNvSpPr>
            <a:spLocks noGrp="1"/>
          </p:cNvSpPr>
          <p:nvPr>
            <p:ph type="pic" idx="13"/>
          </p:nvPr>
        </p:nvSpPr>
        <p:spPr bwMode="ltGray">
          <a:xfrm>
            <a:off x="6266720"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9" name="Text Placeholder 3"/>
          <p:cNvSpPr>
            <a:spLocks noGrp="1"/>
          </p:cNvSpPr>
          <p:nvPr>
            <p:ph type="body" sz="half" idx="14"/>
          </p:nvPr>
        </p:nvSpPr>
        <p:spPr bwMode="ltGray">
          <a:xfrm>
            <a:off x="626672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CAB0D1-A256-4DFA-8583-35D5EE4CD0DF}"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9564282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a:t>Click to edit Master title style</a:t>
            </a:r>
            <a:endParaRPr/>
          </a:p>
        </p:txBody>
      </p:sp>
      <p:sp>
        <p:nvSpPr>
          <p:cNvPr id="3" name="Picture Placeholder 2"/>
          <p:cNvSpPr>
            <a:spLocks noGrp="1"/>
          </p:cNvSpPr>
          <p:nvPr>
            <p:ph type="pic" idx="1"/>
          </p:nvPr>
        </p:nvSpPr>
        <p:spPr bwMode="ltGray">
          <a:xfrm>
            <a:off x="608013"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bwMode="ltGray">
          <a:xfrm>
            <a:off x="60944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2"/>
          <p:cNvSpPr>
            <a:spLocks noGrp="1"/>
          </p:cNvSpPr>
          <p:nvPr>
            <p:ph type="pic" idx="13"/>
          </p:nvPr>
        </p:nvSpPr>
        <p:spPr bwMode="ltGray">
          <a:xfrm>
            <a:off x="4381500"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9" name="Text Placeholder 3"/>
          <p:cNvSpPr>
            <a:spLocks noGrp="1"/>
          </p:cNvSpPr>
          <p:nvPr>
            <p:ph type="body" sz="half" idx="14"/>
          </p:nvPr>
        </p:nvSpPr>
        <p:spPr bwMode="ltGray">
          <a:xfrm>
            <a:off x="438150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2"/>
          <p:cNvSpPr>
            <a:spLocks noGrp="1"/>
          </p:cNvSpPr>
          <p:nvPr>
            <p:ph type="pic" idx="15"/>
          </p:nvPr>
        </p:nvSpPr>
        <p:spPr bwMode="ltGray">
          <a:xfrm>
            <a:off x="8150384"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1" name="Text Placeholder 3"/>
          <p:cNvSpPr>
            <a:spLocks noGrp="1"/>
          </p:cNvSpPr>
          <p:nvPr>
            <p:ph type="body" sz="half" idx="16"/>
          </p:nvPr>
        </p:nvSpPr>
        <p:spPr bwMode="ltGray">
          <a:xfrm>
            <a:off x="8150384"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BBCA58-86AD-4F40-BF66-913A1183EE47}"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339633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lang="en-US"/>
              <a:t>Click to edit Master title style</a:t>
            </a:r>
            <a:endParaRPr/>
          </a:p>
        </p:txBody>
      </p:sp>
      <p:sp>
        <p:nvSpPr>
          <p:cNvPr id="10" name="Text Placeholder 9"/>
          <p:cNvSpPr>
            <a:spLocks noGrp="1"/>
          </p:cNvSpPr>
          <p:nvPr>
            <p:ph type="body" sz="quarter" idx="13"/>
          </p:nvPr>
        </p:nvSpPr>
        <p:spPr>
          <a:xfrm>
            <a:off x="608013" y="5015893"/>
            <a:ext cx="9141619" cy="1080107"/>
          </a:xfrm>
        </p:spPr>
        <p:txBody>
          <a:bodyPr wrap="square">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
        <p:nvSpPr>
          <p:cNvPr id="9" name="Date Placeholder 8"/>
          <p:cNvSpPr>
            <a:spLocks noGrp="1"/>
          </p:cNvSpPr>
          <p:nvPr>
            <p:ph type="dt" sz="half" idx="15"/>
          </p:nvPr>
        </p:nvSpPr>
        <p:spPr/>
        <p:txBody>
          <a:bodyPr/>
          <a:lstStyle/>
          <a:p>
            <a:fld id="{FB395617-A7D9-4AE8-82B6-3D0A191CDCBE}" type="datetime4">
              <a:rPr lang="en-US" smtClean="0">
                <a:solidFill>
                  <a:prstClr val="black"/>
                </a:solidFill>
              </a:rPr>
              <a:pPr/>
              <a:t>January 30, 2019</a:t>
            </a:fld>
            <a:endParaRPr>
              <a:solidFill>
                <a:prstClr val="black"/>
              </a:solidFill>
            </a:endParaRPr>
          </a:p>
        </p:txBody>
      </p:sp>
      <p:sp>
        <p:nvSpPr>
          <p:cNvPr id="12" name="Footer Placeholder 11"/>
          <p:cNvSpPr>
            <a:spLocks noGrp="1"/>
          </p:cNvSpPr>
          <p:nvPr>
            <p:ph type="ftr" sz="quarter" idx="16"/>
          </p:nvPr>
        </p:nvSpPr>
        <p:spPr/>
        <p:txBody>
          <a:bodyPr/>
          <a:lstStyle/>
          <a:p>
            <a:r>
              <a:rPr lang="en-US">
                <a:solidFill>
                  <a:prstClr val="black"/>
                </a:solidFill>
              </a:rPr>
              <a:t>Private | Confidential | Internal Use Only </a:t>
            </a:r>
            <a:endParaRPr>
              <a:solidFill>
                <a:prstClr val="black"/>
              </a:solidFill>
            </a:endParaRPr>
          </a:p>
        </p:txBody>
      </p:sp>
      <p:sp>
        <p:nvSpPr>
          <p:cNvPr id="13" name="Slide Number Placeholder 12"/>
          <p:cNvSpPr>
            <a:spLocks noGrp="1"/>
          </p:cNvSpPr>
          <p:nvPr>
            <p:ph type="sldNum" sz="quarter" idx="17"/>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767881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549355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77C6BA28-E443-46F5-AE73-D543F89EF748}"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5673813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3200" y="519236"/>
            <a:ext cx="1219198" cy="5576764"/>
          </a:xfrm>
        </p:spPr>
        <p:txBody>
          <a:bodyPr vert="eaVert"/>
          <a:lstStyle>
            <a:lvl1pPr>
              <a:defRPr/>
            </a:lvl1pPr>
          </a:lstStyle>
          <a:p>
            <a:r>
              <a:rPr lang="en-US"/>
              <a:t>Click to edit Master title style</a:t>
            </a:r>
            <a:endParaRPr/>
          </a:p>
        </p:txBody>
      </p:sp>
      <p:sp>
        <p:nvSpPr>
          <p:cNvPr id="3" name="Vertical Text Placeholder 2"/>
          <p:cNvSpPr>
            <a:spLocks noGrp="1"/>
          </p:cNvSpPr>
          <p:nvPr>
            <p:ph type="body" orient="vert" idx="1"/>
          </p:nvPr>
        </p:nvSpPr>
        <p:spPr>
          <a:xfrm>
            <a:off x="609600" y="519235"/>
            <a:ext cx="9677400" cy="55767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1452EE1A-1BE0-474E-808D-00D5A7797660}"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59058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cSld name="Title, sub title with content">
    <p:bg>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black">
          <a:xfrm>
            <a:off x="438912" y="1001854"/>
            <a:ext cx="10822941" cy="369332"/>
          </a:xfrm>
          <a:prstGeom prst="rect">
            <a:avLst/>
          </a:prstGeom>
        </p:spPr>
        <p:txBody>
          <a:bodyPr wrap="square" anchor="t">
            <a:noAutofit/>
          </a:bodyPr>
          <a:lstStyle>
            <a:lvl1pPr marL="0" indent="0" algn="l">
              <a:lnSpc>
                <a:spcPct val="100000"/>
              </a:lnSpc>
              <a:buNone/>
              <a:defRPr sz="2400" b="0" i="0">
                <a:solidFill>
                  <a:srgbClr val="000000"/>
                </a:solidFill>
                <a:latin typeface="HP Simplified" pitchFamily="34" charset="0"/>
                <a:cs typeface="HP Simplified" pitchFamily="34" charset="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noProof="0" dirty="0"/>
              <a:t>Click to edit master subtitle style</a:t>
            </a:r>
          </a:p>
        </p:txBody>
      </p:sp>
      <p:sp>
        <p:nvSpPr>
          <p:cNvPr id="7" name="Title 6"/>
          <p:cNvSpPr>
            <a:spLocks noGrp="1"/>
          </p:cNvSpPr>
          <p:nvPr>
            <p:ph type="title" hasCustomPrompt="1"/>
          </p:nvPr>
        </p:nvSpPr>
        <p:spPr bwMode="black">
          <a:xfrm>
            <a:off x="438912" y="313419"/>
            <a:ext cx="10822941" cy="574516"/>
          </a:xfrm>
        </p:spPr>
        <p:txBody>
          <a:bodyPr wrap="square">
            <a:noAutofit/>
          </a:bodyPr>
          <a:lstStyle>
            <a:lvl1pPr>
              <a:defRPr b="1" i="0">
                <a:solidFill>
                  <a:srgbClr val="000000"/>
                </a:solidFill>
                <a:latin typeface="HP Simplified" pitchFamily="34" charset="0"/>
                <a:cs typeface="HP Simplified" pitchFamily="34" charset="0"/>
              </a:defRPr>
            </a:lvl1pPr>
          </a:lstStyle>
          <a:p>
            <a:r>
              <a:rPr lang="en-US" noProof="0" dirty="0"/>
              <a:t>Click to edit master title style</a:t>
            </a:r>
          </a:p>
        </p:txBody>
      </p:sp>
      <p:sp>
        <p:nvSpPr>
          <p:cNvPr id="6" name="Content Placeholder 5"/>
          <p:cNvSpPr>
            <a:spLocks noGrp="1"/>
          </p:cNvSpPr>
          <p:nvPr>
            <p:ph sz="quarter" idx="10"/>
          </p:nvPr>
        </p:nvSpPr>
        <p:spPr>
          <a:xfrm>
            <a:off x="438912" y="1584962"/>
            <a:ext cx="10826496" cy="4305300"/>
          </a:xfrm>
        </p:spPr>
        <p:txBody>
          <a:bodyPr wrap="square">
            <a:noAutofit/>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73043757"/>
      </p:ext>
    </p:extLst>
  </p:cSld>
  <p:clrMapOvr>
    <a:masterClrMapping/>
  </p:clrMapOvr>
  <p:hf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Title Slide with Picture">
    <p:bg bwMode="lt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t>Click to edit Master title style</a:t>
            </a: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date</a:t>
            </a: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26050490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p:cSld name="Title Slide with Dark Picture">
    <p:bg bwMode="lt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t>Click to edit Master title style</a:t>
            </a: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tx1"/>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date</a:t>
            </a:r>
          </a:p>
        </p:txBody>
      </p:sp>
      <p:grpSp>
        <p:nvGrpSpPr>
          <p:cNvPr id="7" name="Group 6"/>
          <p:cNvGrpSpPr/>
          <p:nvPr/>
        </p:nvGrpSpPr>
        <p:grpSpPr bwMode="black">
          <a:xfrm>
            <a:off x="606423" y="456997"/>
            <a:ext cx="3027151" cy="1219403"/>
            <a:chOff x="3578225" y="1146175"/>
            <a:chExt cx="5038725" cy="2111375"/>
          </a:xfrm>
          <a:solidFill>
            <a:schemeClr val="tx1"/>
          </a:solidFill>
        </p:grpSpPr>
        <p:sp>
          <p:nvSpPr>
            <p:cNvPr id="8" name="Freeform 5"/>
            <p:cNvSpPr>
              <a:spLocks noEditPoints="1"/>
            </p:cNvSpPr>
            <p:nvPr/>
          </p:nvSpPr>
          <p:spPr bwMode="black">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sp>
          <p:nvSpPr>
            <p:cNvPr id="9" name="Freeform 6"/>
            <p:cNvSpPr>
              <a:spLocks noEditPoints="1"/>
            </p:cNvSpPr>
            <p:nvPr/>
          </p:nvSpPr>
          <p:spPr bwMode="black">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white"/>
                </a:solidFill>
              </a:endParaRPr>
            </a:p>
          </p:txBody>
        </p:sp>
      </p:grpSp>
    </p:spTree>
    <p:extLst>
      <p:ext uri="{BB962C8B-B14F-4D97-AF65-F5344CB8AC3E}">
        <p14:creationId xmlns:p14="http://schemas.microsoft.com/office/powerpoint/2010/main" val="44449905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p:cSld name="Title Slide with Name">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t>Click to edit Master title style</a:t>
            </a:r>
          </a:p>
        </p:txBody>
      </p:sp>
      <p:sp>
        <p:nvSpPr>
          <p:cNvPr id="10" name="Text Placeholder 9"/>
          <p:cNvSpPr>
            <a:spLocks noGrp="1"/>
          </p:cNvSpPr>
          <p:nvPr>
            <p:ph type="body" sz="quarter" idx="13"/>
          </p:nvPr>
        </p:nvSpPr>
        <p:spPr>
          <a:xfrm>
            <a:off x="608013" y="4939693"/>
            <a:ext cx="9141619" cy="699107"/>
          </a:xfrm>
        </p:spPr>
        <p:txBody>
          <a:bodyPr wrap="square">
            <a:noAutofit/>
          </a:bodyPr>
          <a:lstStyle>
            <a:lvl1pPr marL="0" indent="0">
              <a:spcBef>
                <a:spcPts val="0"/>
              </a:spcBef>
              <a:buFontTx/>
              <a:buNone/>
              <a:defRPr sz="44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t>Click to edit Master text styles</a:t>
            </a:r>
          </a:p>
        </p:txBody>
      </p:sp>
      <p:sp>
        <p:nvSpPr>
          <p:cNvPr id="11" name="Text Placeholder 9"/>
          <p:cNvSpPr>
            <a:spLocks noGrp="1"/>
          </p:cNvSpPr>
          <p:nvPr>
            <p:ph type="body" sz="quarter" idx="14"/>
          </p:nvPr>
        </p:nvSpPr>
        <p:spPr>
          <a:xfrm>
            <a:off x="608013" y="5791200"/>
            <a:ext cx="9141619" cy="457200"/>
          </a:xfrm>
        </p:spPr>
        <p:txBody>
          <a:bodyPr wrap="square">
            <a:noAutofit/>
          </a:bodyPr>
          <a:lstStyle>
            <a:lvl1pPr marL="0" indent="0">
              <a:spcBef>
                <a:spcPts val="0"/>
              </a:spcBef>
              <a:buFontTx/>
              <a:buNone/>
              <a:defRPr sz="28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t>Click to edit Master text styles</a:t>
            </a:r>
          </a:p>
        </p:txBody>
      </p:sp>
      <p:sp>
        <p:nvSpPr>
          <p:cNvPr id="12" name="Text Placeholder 7"/>
          <p:cNvSpPr>
            <a:spLocks noGrp="1"/>
          </p:cNvSpPr>
          <p:nvPr>
            <p:ph type="body" sz="quarter" idx="15" hasCustomPrompt="1"/>
          </p:nvPr>
        </p:nvSpPr>
        <p:spPr>
          <a:xfrm>
            <a:off x="7935522" y="457200"/>
            <a:ext cx="3646877" cy="354113"/>
          </a:xfrm>
        </p:spPr>
        <p:txBody>
          <a:bodyPr>
            <a:noAutofit/>
          </a:bodyPr>
          <a:lstStyle>
            <a:lvl1pPr marL="0" indent="0" algn="r">
              <a:spcBef>
                <a:spcPts val="0"/>
              </a:spcBef>
              <a:buNone/>
              <a:defRPr sz="2000" baseline="0">
                <a:solidFill>
                  <a:schemeClr val="accent5"/>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date</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2234079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t>Click to edit Master title style</a:t>
            </a: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1D654495-4BF5-4727-99D4-DFD1D0597350}"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956804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type="secHead" preserve="1">
  <p:cSld name="Slate Section Header">
    <p:spTree>
      <p:nvGrpSpPr>
        <p:cNvPr id="1" name=""/>
        <p:cNvGrpSpPr/>
        <p:nvPr/>
      </p:nvGrpSpPr>
      <p:grpSpPr>
        <a:xfrm>
          <a:off x="0" y="0"/>
          <a:ext cx="0" cy="0"/>
          <a:chOff x="0" y="0"/>
          <a:chExt cx="0" cy="0"/>
        </a:xfrm>
      </p:grpSpPr>
      <p:sp>
        <p:nvSpPr>
          <p:cNvPr id="7" name="Rectangle 6"/>
          <p:cNvSpPr/>
          <p:nvPr/>
        </p:nvSpPr>
        <p:spPr bwMode="blackWhite">
          <a:xfrm>
            <a:off x="608013" y="608806"/>
            <a:ext cx="10971370" cy="5486400"/>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2" name="Title 1"/>
          <p:cNvSpPr>
            <a:spLocks noGrp="1"/>
          </p:cNvSpPr>
          <p:nvPr>
            <p:ph type="title"/>
          </p:nvPr>
        </p:nvSpPr>
        <p:spPr>
          <a:xfrm>
            <a:off x="989012" y="990599"/>
            <a:ext cx="8228011" cy="603857"/>
          </a:xfrm>
        </p:spPr>
        <p:txBody>
          <a:bodyPr anchor="t">
            <a:noAutofit/>
          </a:bodyPr>
          <a:lstStyle>
            <a:lvl1pPr>
              <a:lnSpc>
                <a:spcPct val="90000"/>
              </a:lnSpc>
              <a:defRPr sz="4000">
                <a:solidFill>
                  <a:schemeClr val="bg1"/>
                </a:solidFill>
              </a:defRPr>
            </a:lvl1pPr>
          </a:lstStyle>
          <a:p>
            <a:r>
              <a:t>Click to edit Master title style</a:t>
            </a:r>
          </a:p>
        </p:txBody>
      </p:sp>
      <p:sp>
        <p:nvSpPr>
          <p:cNvPr id="3" name="Text Placeholder 2"/>
          <p:cNvSpPr>
            <a:spLocks noGrp="1"/>
          </p:cNvSpPr>
          <p:nvPr>
            <p:ph type="body" idx="1"/>
          </p:nvPr>
        </p:nvSpPr>
        <p:spPr>
          <a:xfrm>
            <a:off x="989013" y="1600885"/>
            <a:ext cx="8228011" cy="533400"/>
          </a:xfrm>
        </p:spPr>
        <p:txBody>
          <a:bodyPr>
            <a:noAutofit/>
          </a:bodyPr>
          <a:lstStyle>
            <a:lvl1pPr marL="0" indent="0">
              <a:spcBef>
                <a:spcPts val="0"/>
              </a:spcBef>
              <a:buNone/>
              <a:defRPr sz="32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74A90477-F864-462B-BF44-00D67B14D858}"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143776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p:cSld name="Green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t>Click to edit Master title style</a:t>
            </a: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t>Click to edit Master text styles</a:t>
            </a:r>
          </a:p>
        </p:txBody>
      </p:sp>
      <p:sp>
        <p:nvSpPr>
          <p:cNvPr id="3" name="Date Placeholder 2"/>
          <p:cNvSpPr>
            <a:spLocks noGrp="1"/>
          </p:cNvSpPr>
          <p:nvPr>
            <p:ph type="dt" sz="half" idx="10"/>
          </p:nvPr>
        </p:nvSpPr>
        <p:spPr/>
        <p:txBody>
          <a:bodyPr/>
          <a:lstStyle/>
          <a:p>
            <a:fld id="{16E08157-2DC9-4745-A7A9-7046A8583708}"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12" name="Group 11"/>
          <p:cNvGrpSpPr/>
          <p:nvPr/>
        </p:nvGrpSpPr>
        <p:grpSpPr>
          <a:xfrm>
            <a:off x="610272" y="6248401"/>
            <a:ext cx="969471" cy="390524"/>
            <a:chOff x="3578225" y="1146175"/>
            <a:chExt cx="5038725" cy="2111375"/>
          </a:xfrm>
        </p:grpSpPr>
        <p:sp>
          <p:nvSpPr>
            <p:cNvPr id="13"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4"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224624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Purple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t>Click to edit Master title style</a:t>
            </a: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t>Click to edit Master text styles</a:t>
            </a:r>
          </a:p>
        </p:txBody>
      </p:sp>
      <p:sp>
        <p:nvSpPr>
          <p:cNvPr id="3" name="Date Placeholder 2"/>
          <p:cNvSpPr>
            <a:spLocks noGrp="1"/>
          </p:cNvSpPr>
          <p:nvPr>
            <p:ph type="dt" sz="half" idx="10"/>
          </p:nvPr>
        </p:nvSpPr>
        <p:spPr/>
        <p:txBody>
          <a:bodyPr/>
          <a:lstStyle/>
          <a:p>
            <a:fld id="{FDD7D378-E709-4062-9715-39E79557A063}"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4"/>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3558291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p:cSld name="Slate Turquois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t>Click to edit Master title style</a:t>
            </a: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C07C5E14-300D-4720-B5FE-54C7D96D4160}" type="datetime4">
              <a:rPr lang="en-US" smtClean="0">
                <a:solidFill>
                  <a:prstClr val="white"/>
                </a:solidFill>
              </a:rPr>
              <a:pPr/>
              <a:t>January 30, 2019</a:t>
            </a:fld>
            <a:endParaRPr>
              <a:solidFill>
                <a:prstClr val="white"/>
              </a:solidFill>
            </a:endParaRPr>
          </a:p>
        </p:txBody>
      </p:sp>
      <p:sp>
        <p:nvSpPr>
          <p:cNvPr id="4" name="Footer Placeholder 3"/>
          <p:cNvSpPr>
            <a:spLocks noGrp="1"/>
          </p:cNvSpPr>
          <p:nvPr>
            <p:ph type="ftr" sz="quarter" idx="11"/>
          </p:nvPr>
        </p:nvSpPr>
        <p:spPr/>
        <p:txBody>
          <a:bodyPr/>
          <a:lstStyle/>
          <a:p>
            <a:r>
              <a:rPr lang="en-US">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219882889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Slate Orange Frame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t>Click to edit Master title style</a:t>
            </a: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BC7BE07D-E945-4DDF-8452-20009392BF2F}" type="datetime4">
              <a:rPr lang="en-US" smtClean="0">
                <a:solidFill>
                  <a:prstClr val="white"/>
                </a:solidFill>
              </a:rPr>
              <a:pPr/>
              <a:t>January 30, 2019</a:t>
            </a:fld>
            <a:endParaRPr>
              <a:solidFill>
                <a:prstClr val="white"/>
              </a:solidFill>
            </a:endParaRPr>
          </a:p>
        </p:txBody>
      </p:sp>
      <p:sp>
        <p:nvSpPr>
          <p:cNvPr id="4" name="Footer Placeholder 3"/>
          <p:cNvSpPr>
            <a:spLocks noGrp="1"/>
          </p:cNvSpPr>
          <p:nvPr>
            <p:ph type="ftr" sz="quarter" idx="11"/>
          </p:nvPr>
        </p:nvSpPr>
        <p:spPr/>
        <p:txBody>
          <a:bodyPr/>
          <a:lstStyle/>
          <a:p>
            <a:r>
              <a:rPr lang="en-US">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a:solidFill>
                <a:prstClr val="white"/>
              </a:solidFill>
            </a:endParaRPr>
          </a:p>
        </p:txBody>
      </p:sp>
    </p:spTree>
    <p:extLst>
      <p:ext uri="{BB962C8B-B14F-4D97-AF65-F5344CB8AC3E}">
        <p14:creationId xmlns:p14="http://schemas.microsoft.com/office/powerpoint/2010/main" val="27818642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baseline="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dirty="0"/>
              <a:t>Click </a:t>
            </a:r>
            <a:r>
              <a:rPr lang="en-US" dirty="0"/>
              <a:t>to add quoted person’s name, title, company</a:t>
            </a:r>
            <a:endParaRPr dirty="0"/>
          </a:p>
        </p:txBody>
      </p:sp>
      <p:grpSp>
        <p:nvGrpSpPr>
          <p:cNvPr id="7" name="Group 6"/>
          <p:cNvGrpSpPr/>
          <p:nvPr/>
        </p:nvGrpSpPr>
        <p:grpSpPr>
          <a:xfrm>
            <a:off x="610272" y="6248401"/>
            <a:ext cx="969471" cy="390524"/>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
        <p:nvSpPr>
          <p:cNvPr id="3" name="Date Placeholder 2"/>
          <p:cNvSpPr>
            <a:spLocks noGrp="1"/>
          </p:cNvSpPr>
          <p:nvPr>
            <p:ph type="dt" sz="half" idx="10"/>
          </p:nvPr>
        </p:nvSpPr>
        <p:spPr/>
        <p:txBody>
          <a:bodyPr/>
          <a:lstStyle/>
          <a:p>
            <a:fld id="{EFA54ACD-BEB7-4258-A5F3-653792456C00}"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278681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Slate Quot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dirty="0"/>
              <a:t>Click to add quoted person’s name, title, company</a:t>
            </a:r>
          </a:p>
        </p:txBody>
      </p:sp>
      <p:grpSp>
        <p:nvGrpSpPr>
          <p:cNvPr id="7" name="Group 6"/>
          <p:cNvGrpSpPr/>
          <p:nvPr/>
        </p:nvGrpSpPr>
        <p:grpSpPr>
          <a:xfrm>
            <a:off x="608014" y="6248401"/>
            <a:ext cx="969471" cy="390524"/>
            <a:chOff x="3578225" y="1146175"/>
            <a:chExt cx="5038725" cy="2111375"/>
          </a:xfrm>
          <a:solidFill>
            <a:schemeClr val="tx1"/>
          </a:solidFill>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white"/>
                </a:solidFill>
              </a:endParaRPr>
            </a:p>
          </p:txBody>
        </p:sp>
      </p:grpSp>
      <p:sp>
        <p:nvSpPr>
          <p:cNvPr id="3" name="Date Placeholder 2"/>
          <p:cNvSpPr>
            <a:spLocks noGrp="1"/>
          </p:cNvSpPr>
          <p:nvPr>
            <p:ph type="dt" sz="half" idx="10"/>
          </p:nvPr>
        </p:nvSpPr>
        <p:spPr/>
        <p:txBody>
          <a:bodyPr/>
          <a:lstStyle/>
          <a:p>
            <a:fld id="{2399C1EB-F401-4F7B-BD9C-AAA165C9F3D7}" type="datetime4">
              <a:rPr lang="en-US" smtClean="0">
                <a:solidFill>
                  <a:prstClr val="white"/>
                </a:solidFill>
              </a:rPr>
              <a:pPr/>
              <a:t>January 30, 2019</a:t>
            </a:fld>
            <a:endParaRPr>
              <a:solidFill>
                <a:prstClr val="white"/>
              </a:solidFill>
            </a:endParaRPr>
          </a:p>
        </p:txBody>
      </p:sp>
      <p:sp>
        <p:nvSpPr>
          <p:cNvPr id="4" name="Footer Placeholder 3"/>
          <p:cNvSpPr>
            <a:spLocks noGrp="1"/>
          </p:cNvSpPr>
          <p:nvPr>
            <p:ph type="ftr" sz="quarter" idx="11"/>
          </p:nvPr>
        </p:nvSpPr>
        <p:spPr/>
        <p:txBody>
          <a:bodyPr/>
          <a:lstStyle/>
          <a:p>
            <a:r>
              <a:rPr lang="en-US">
                <a:solidFill>
                  <a:prstClr val="white"/>
                </a:solidFill>
              </a:rPr>
              <a:t>Private | Confidential | Internal Use Only </a:t>
            </a:r>
            <a:endParaRPr>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a:solidFill>
                <a:prstClr val="white"/>
              </a:solidFill>
            </a:endParaRPr>
          </a:p>
        </p:txBody>
      </p:sp>
    </p:spTree>
    <p:extLst>
      <p:ext uri="{BB962C8B-B14F-4D97-AF65-F5344CB8AC3E}">
        <p14:creationId xmlns:p14="http://schemas.microsoft.com/office/powerpoint/2010/main" val="215001204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2" name="Date Placeholder 1"/>
          <p:cNvSpPr>
            <a:spLocks noGrp="1"/>
          </p:cNvSpPr>
          <p:nvPr>
            <p:ph type="dt" sz="half" idx="10"/>
          </p:nvPr>
        </p:nvSpPr>
        <p:spPr/>
        <p:txBody>
          <a:bodyPr/>
          <a:lstStyle/>
          <a:p>
            <a:fld id="{ECF1CC87-9C4B-4D13-B529-5EAF641302E2}" type="datetime4">
              <a:rPr lang="en-US" smtClean="0">
                <a:solidFill>
                  <a:prstClr val="black"/>
                </a:solidFill>
              </a:rPr>
              <a:pPr/>
              <a:t>January 30, 2019</a:t>
            </a:fld>
            <a:endParaRPr>
              <a:solidFill>
                <a:prstClr val="black"/>
              </a:solidFill>
            </a:endParaRPr>
          </a:p>
        </p:txBody>
      </p:sp>
      <p:sp>
        <p:nvSpPr>
          <p:cNvPr id="8" name="Footer Placeholder 7"/>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904519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Content Placeholder 2"/>
          <p:cNvSpPr>
            <a:spLocks noGrp="1"/>
          </p:cNvSpPr>
          <p:nvPr>
            <p:ph idx="1"/>
          </p:nvPr>
        </p:nvSpPr>
        <p:spPr>
          <a:xfrm>
            <a:off x="609600" y="1524000"/>
            <a:ext cx="10969784" cy="4571999"/>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AEFA413A-E630-4377-B30C-3545E98CC867}"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90958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itle, Subtitle, Heading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9" name="Text Placeholder 7"/>
          <p:cNvSpPr>
            <a:spLocks noGrp="1"/>
          </p:cNvSpPr>
          <p:nvPr>
            <p:ph type="body" sz="quarter" idx="14" hasCustomPrompt="1"/>
          </p:nvPr>
        </p:nvSpPr>
        <p:spPr>
          <a:xfrm>
            <a:off x="609600" y="1524000"/>
            <a:ext cx="10969943" cy="381000"/>
          </a:xfrm>
        </p:spPr>
        <p:txBody>
          <a:bodyPr>
            <a:noAutofit/>
          </a:bodyPr>
          <a:lstStyle>
            <a:lvl1pPr marL="0" indent="0">
              <a:spcBef>
                <a:spcPts val="0"/>
              </a:spcBef>
              <a:buNone/>
              <a:defRPr sz="2400" b="1"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heading</a:t>
            </a:r>
          </a:p>
        </p:txBody>
      </p:sp>
      <p:sp>
        <p:nvSpPr>
          <p:cNvPr id="3" name="Content Placeholder 2"/>
          <p:cNvSpPr>
            <a:spLocks noGrp="1"/>
          </p:cNvSpPr>
          <p:nvPr>
            <p:ph idx="1"/>
          </p:nvPr>
        </p:nvSpPr>
        <p:spPr>
          <a:xfrm>
            <a:off x="609600" y="1978152"/>
            <a:ext cx="10969784" cy="4117847"/>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2D33DC54-2A66-493A-80B5-8303FBA5D0AD}"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774642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p>
            <a:fld id="{26B45FFC-9EEF-4E69-85F5-C8F54747804D}"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637117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7"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Date Placeholder 2"/>
          <p:cNvSpPr>
            <a:spLocks noGrp="1"/>
          </p:cNvSpPr>
          <p:nvPr>
            <p:ph type="dt" sz="half" idx="10"/>
          </p:nvPr>
        </p:nvSpPr>
        <p:spPr/>
        <p:txBody>
          <a:bodyPr/>
          <a:lstStyle/>
          <a:p>
            <a:fld id="{684E3265-88A3-4C30-AE11-BFDF645909E9}" type="datetime4">
              <a:rPr lang="en-US" smtClean="0">
                <a:solidFill>
                  <a:prstClr val="black"/>
                </a:solidFill>
              </a:rPr>
              <a:pPr/>
              <a:t>January 30, 2019</a:t>
            </a:fld>
            <a:endParaRPr>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80740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F763D2-AF56-4C60-80C7-7D8FC051005C}" type="datetime4">
              <a:rPr lang="en-US" smtClean="0">
                <a:solidFill>
                  <a:prstClr val="black"/>
                </a:solidFill>
              </a:rPr>
              <a:pPr/>
              <a:t>January 30, 2019</a:t>
            </a:fld>
            <a:endParaRPr>
              <a:solidFill>
                <a:prstClr val="black"/>
              </a:solidFill>
            </a:endParaRPr>
          </a:p>
        </p:txBody>
      </p:sp>
      <p:sp>
        <p:nvSpPr>
          <p:cNvPr id="3" name="Footer Placeholder 2"/>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4" name="Slide Number Placeholder 3"/>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070233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t>Click to edit Master title style</a:t>
            </a:r>
          </a:p>
        </p:txBody>
      </p:sp>
      <p:sp>
        <p:nvSpPr>
          <p:cNvPr id="3" name="Content Placeholder 2"/>
          <p:cNvSpPr>
            <a:spLocks noGrp="1"/>
          </p:cNvSpPr>
          <p:nvPr>
            <p:ph sz="half" idx="1"/>
          </p:nvPr>
        </p:nvSpPr>
        <p:spPr>
          <a:xfrm>
            <a:off x="609441"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4" name="Content Placeholder 3"/>
          <p:cNvSpPr>
            <a:spLocks noGrp="1"/>
          </p:cNvSpPr>
          <p:nvPr>
            <p:ph sz="half" idx="2"/>
          </p:nvPr>
        </p:nvSpPr>
        <p:spPr>
          <a:xfrm>
            <a:off x="6275864"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5" name="Date Placeholder 4"/>
          <p:cNvSpPr>
            <a:spLocks noGrp="1"/>
          </p:cNvSpPr>
          <p:nvPr>
            <p:ph type="dt" sz="half" idx="10"/>
          </p:nvPr>
        </p:nvSpPr>
        <p:spPr/>
        <p:txBody>
          <a:bodyPr/>
          <a:lstStyle/>
          <a:p>
            <a:fld id="{905039DC-98B3-47E6-AD46-BA5B72AD8B4A}"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707624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type="twoTxTwoObj" preserve="1">
  <p:cSld name="Two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t>Click to edit Master title style</a:t>
            </a:r>
          </a:p>
        </p:txBody>
      </p:sp>
      <p:sp>
        <p:nvSpPr>
          <p:cNvPr id="3" name="Text Placeholder 2"/>
          <p:cNvSpPr>
            <a:spLocks noGrp="1"/>
          </p:cNvSpPr>
          <p:nvPr>
            <p:ph type="body" idx="1" hasCustomPrompt="1"/>
          </p:nvPr>
        </p:nvSpPr>
        <p:spPr>
          <a:xfrm>
            <a:off x="609600"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4" name="Content Placeholder 3"/>
          <p:cNvSpPr>
            <a:spLocks noGrp="1"/>
          </p:cNvSpPr>
          <p:nvPr>
            <p:ph sz="half" idx="2"/>
          </p:nvPr>
        </p:nvSpPr>
        <p:spPr>
          <a:xfrm>
            <a:off x="609441"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5" name="Text Placeholder 4"/>
          <p:cNvSpPr>
            <a:spLocks noGrp="1"/>
          </p:cNvSpPr>
          <p:nvPr>
            <p:ph type="body" sz="quarter" idx="3" hasCustomPrompt="1"/>
          </p:nvPr>
        </p:nvSpPr>
        <p:spPr>
          <a:xfrm>
            <a:off x="6275864"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6" name="Content Placeholder 5"/>
          <p:cNvSpPr>
            <a:spLocks noGrp="1"/>
          </p:cNvSpPr>
          <p:nvPr>
            <p:ph sz="quarter" idx="4"/>
          </p:nvPr>
        </p:nvSpPr>
        <p:spPr>
          <a:xfrm>
            <a:off x="6275864"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7" name="Date Placeholder 6"/>
          <p:cNvSpPr>
            <a:spLocks noGrp="1"/>
          </p:cNvSpPr>
          <p:nvPr>
            <p:ph type="dt" sz="half" idx="10"/>
          </p:nvPr>
        </p:nvSpPr>
        <p:spPr/>
        <p:txBody>
          <a:bodyPr/>
          <a:lstStyle/>
          <a:p>
            <a:fld id="{A48AA38D-5CBD-4E44-A2EB-B3F38A5B8051}" type="datetime4">
              <a:rPr lang="en-US" smtClean="0">
                <a:solidFill>
                  <a:prstClr val="black"/>
                </a:solidFill>
              </a:rPr>
              <a:pPr/>
              <a:t>January 30, 2019</a:t>
            </a:fld>
            <a:endParaRPr>
              <a:solidFill>
                <a:prstClr val="black"/>
              </a:solidFill>
            </a:endParaRPr>
          </a:p>
        </p:txBody>
      </p:sp>
      <p:sp>
        <p:nvSpPr>
          <p:cNvPr id="8" name="Footer Placeholder 7"/>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213626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7" name="Date Placeholder 6"/>
          <p:cNvSpPr>
            <a:spLocks noGrp="1"/>
          </p:cNvSpPr>
          <p:nvPr>
            <p:ph type="dt" sz="half" idx="10"/>
          </p:nvPr>
        </p:nvSpPr>
        <p:spPr/>
        <p:txBody>
          <a:bodyPr/>
          <a:lstStyle/>
          <a:p>
            <a:fld id="{8F030E74-B79E-47A7-AA1C-BA3D00CC0B4A}" type="datetime4">
              <a:rPr lang="en-US" smtClean="0">
                <a:solidFill>
                  <a:prstClr val="black"/>
                </a:solidFill>
              </a:rPr>
              <a:pPr/>
              <a:t>January 30, 2019</a:t>
            </a:fld>
            <a:endParaRPr>
              <a:solidFill>
                <a:prstClr val="black"/>
              </a:solidFill>
            </a:endParaRPr>
          </a:p>
        </p:txBody>
      </p:sp>
      <p:sp>
        <p:nvSpPr>
          <p:cNvPr id="8" name="Footer Placeholder 7"/>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4146411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t>Click to edit Master title style</a:t>
            </a:r>
          </a:p>
        </p:txBody>
      </p:sp>
      <p:sp>
        <p:nvSpPr>
          <p:cNvPr id="10" name="Text Placeholder 9"/>
          <p:cNvSpPr>
            <a:spLocks noGrp="1"/>
          </p:cNvSpPr>
          <p:nvPr>
            <p:ph type="body" sz="quarter" idx="14"/>
          </p:nvPr>
        </p:nvSpPr>
        <p:spPr>
          <a:xfrm>
            <a:off x="609441"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1" name="Text Placeholder 9"/>
          <p:cNvSpPr>
            <a:spLocks noGrp="1"/>
          </p:cNvSpPr>
          <p:nvPr>
            <p:ph type="body" sz="quarter" idx="15"/>
          </p:nvPr>
        </p:nvSpPr>
        <p:spPr>
          <a:xfrm>
            <a:off x="4381500"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2" name="Text Placeholder 9"/>
          <p:cNvSpPr>
            <a:spLocks noGrp="1"/>
          </p:cNvSpPr>
          <p:nvPr>
            <p:ph type="body" sz="quarter" idx="16"/>
          </p:nvPr>
        </p:nvSpPr>
        <p:spPr>
          <a:xfrm>
            <a:off x="8150384"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5" name="Date Placeholder 4"/>
          <p:cNvSpPr>
            <a:spLocks noGrp="1"/>
          </p:cNvSpPr>
          <p:nvPr>
            <p:ph type="dt" sz="half" idx="10"/>
          </p:nvPr>
        </p:nvSpPr>
        <p:spPr/>
        <p:txBody>
          <a:bodyPr/>
          <a:lstStyle/>
          <a:p>
            <a:fld id="{00FDD7F1-9FB6-4CB9-BA1F-25B205B879F3}"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645527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hree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t>Click to edit Master title style</a:t>
            </a: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5" name="Date Placeholder 4"/>
          <p:cNvSpPr>
            <a:spLocks noGrp="1"/>
          </p:cNvSpPr>
          <p:nvPr>
            <p:ph type="dt" sz="half" idx="10"/>
          </p:nvPr>
        </p:nvSpPr>
        <p:spPr/>
        <p:txBody>
          <a:bodyPr/>
          <a:lstStyle/>
          <a:p>
            <a:fld id="{027D5831-B468-414C-94B5-F04EB43FC0AE}"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8661424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hree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15"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5" name="Date Placeholder 4"/>
          <p:cNvSpPr>
            <a:spLocks noGrp="1"/>
          </p:cNvSpPr>
          <p:nvPr>
            <p:ph type="dt" sz="half" idx="10"/>
          </p:nvPr>
        </p:nvSpPr>
        <p:spPr/>
        <p:txBody>
          <a:bodyPr/>
          <a:lstStyle/>
          <a:p>
            <a:fld id="{727A18C6-3F10-4266-96C9-5D014F3025B2}"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037218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609600" y="1524000"/>
            <a:ext cx="7848600" cy="45720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4" name="Text Placeholder 3"/>
          <p:cNvSpPr>
            <a:spLocks noGrp="1"/>
          </p:cNvSpPr>
          <p:nvPr>
            <p:ph type="body" sz="half" idx="2"/>
          </p:nvPr>
        </p:nvSpPr>
        <p:spPr bwMode="ltGray">
          <a:xfrm>
            <a:off x="8610600" y="1524000"/>
            <a:ext cx="2968784" cy="4572000"/>
          </a:xfrm>
          <a:solidFill>
            <a:schemeClr val="accent6"/>
          </a:solidFill>
        </p:spPr>
        <p:txBody>
          <a:bodyPr lIns="91440" tIns="91440" rIns="91440" bIns="91440">
            <a:no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dirty="0"/>
              <a:t>Click to edit Master text styles</a:t>
            </a:r>
          </a:p>
        </p:txBody>
      </p:sp>
      <p:sp>
        <p:nvSpPr>
          <p:cNvPr id="5" name="Date Placeholder 4"/>
          <p:cNvSpPr>
            <a:spLocks noGrp="1"/>
          </p:cNvSpPr>
          <p:nvPr>
            <p:ph type="dt" sz="half" idx="10"/>
          </p:nvPr>
        </p:nvSpPr>
        <p:spPr/>
        <p:txBody>
          <a:bodyPr/>
          <a:lstStyle/>
          <a:p>
            <a:fld id="{A6CB1722-4B46-4353-B583-721651D61489}"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802233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Picture with Content">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t>Click to edit Master title style</a:t>
            </a: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8" name="Text Placeholder 9"/>
          <p:cNvSpPr>
            <a:spLocks noGrp="1"/>
          </p:cNvSpPr>
          <p:nvPr>
            <p:ph type="body" sz="quarter" idx="16"/>
          </p:nvPr>
        </p:nvSpPr>
        <p:spPr>
          <a:xfrm>
            <a:off x="7467600" y="1524000"/>
            <a:ext cx="4111784"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5" name="Date Placeholder 4"/>
          <p:cNvSpPr>
            <a:spLocks noGrp="1"/>
          </p:cNvSpPr>
          <p:nvPr>
            <p:ph type="dt" sz="half" idx="10"/>
          </p:nvPr>
        </p:nvSpPr>
        <p:spPr/>
        <p:txBody>
          <a:bodyPr/>
          <a:lstStyle/>
          <a:p>
            <a:fld id="{8B8B1958-F972-48E2-B30C-3D9C71EE7ED1}"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2057373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t>Click to edit Master title style</a:t>
            </a: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bwMode="ltGray">
          <a:xfrm>
            <a:off x="7467601" y="1524000"/>
            <a:ext cx="4111784" cy="45720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BF2CF142-9C82-4C83-9B6A-8077B879C1B8}"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0695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Picture Righ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5257800" cy="852364"/>
          </a:xfrm>
        </p:spPr>
        <p:txBody>
          <a:bodyPr anchor="t"/>
          <a:lstStyle>
            <a:lvl1pPr>
              <a:defRPr sz="2800"/>
            </a:lvl1pPr>
          </a:lstStyle>
          <a:p>
            <a:r>
              <a:t>Click to edit Master title style</a:t>
            </a:r>
          </a:p>
        </p:txBody>
      </p:sp>
      <p:sp>
        <p:nvSpPr>
          <p:cNvPr id="4" name="Text Placeholder 3"/>
          <p:cNvSpPr>
            <a:spLocks noGrp="1"/>
          </p:cNvSpPr>
          <p:nvPr>
            <p:ph type="body" sz="half" idx="2"/>
          </p:nvPr>
        </p:nvSpPr>
        <p:spPr>
          <a:xfrm>
            <a:off x="609441" y="2819400"/>
            <a:ext cx="3657600" cy="1981200"/>
          </a:xfrm>
          <a:noFill/>
        </p:spPr>
        <p:txBody>
          <a:bodyPr lIns="0" tIns="0" rIns="0" bIns="0">
            <a:noAutofit/>
          </a:bodyPr>
          <a:lstStyle>
            <a:lvl1pPr marL="0" indent="0">
              <a:spcBef>
                <a:spcPts val="900"/>
              </a:spcBef>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3" name="Picture Placeholder 2"/>
          <p:cNvSpPr>
            <a:spLocks noGrp="1"/>
          </p:cNvSpPr>
          <p:nvPr>
            <p:ph type="pic" idx="1"/>
          </p:nvPr>
        </p:nvSpPr>
        <p:spPr bwMode="ltGray">
          <a:xfrm>
            <a:off x="6095999" y="519236"/>
            <a:ext cx="5486399" cy="5576764"/>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5" name="Date Placeholder 4"/>
          <p:cNvSpPr>
            <a:spLocks noGrp="1"/>
          </p:cNvSpPr>
          <p:nvPr>
            <p:ph type="dt" sz="half" idx="10"/>
          </p:nvPr>
        </p:nvSpPr>
        <p:spPr/>
        <p:txBody>
          <a:bodyPr/>
          <a:lstStyle/>
          <a:p>
            <a:fld id="{9C259EE5-F25B-4563-AE58-6B042DD986DA}"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61663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0" name="Title 9"/>
          <p:cNvSpPr>
            <a:spLocks noGrp="1"/>
          </p:cNvSpPr>
          <p:nvPr>
            <p:ph type="title"/>
          </p:nvPr>
        </p:nvSpPr>
        <p:spPr>
          <a:xfrm>
            <a:off x="609441" y="519236"/>
            <a:ext cx="10969943" cy="852364"/>
          </a:xfrm>
        </p:spPr>
        <p:txBody>
          <a:bodyPr/>
          <a:lstStyle/>
          <a:p>
            <a:r>
              <a:t>Click to edit Master title style</a:t>
            </a:r>
          </a:p>
        </p:txBody>
      </p:sp>
      <p:sp>
        <p:nvSpPr>
          <p:cNvPr id="3" name="Picture Placeholder 2"/>
          <p:cNvSpPr>
            <a:spLocks noGrp="1"/>
          </p:cNvSpPr>
          <p:nvPr>
            <p:ph type="pic" idx="1"/>
          </p:nvPr>
        </p:nvSpPr>
        <p:spPr bwMode="ltGray">
          <a:xfrm>
            <a:off x="608013"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bwMode="ltGray">
          <a:xfrm>
            <a:off x="60944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8" name="Picture Placeholder 2"/>
          <p:cNvSpPr>
            <a:spLocks noGrp="1"/>
          </p:cNvSpPr>
          <p:nvPr>
            <p:ph type="pic" idx="13"/>
          </p:nvPr>
        </p:nvSpPr>
        <p:spPr bwMode="ltGray">
          <a:xfrm>
            <a:off x="6266720"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9" name="Text Placeholder 3"/>
          <p:cNvSpPr>
            <a:spLocks noGrp="1"/>
          </p:cNvSpPr>
          <p:nvPr>
            <p:ph type="body" sz="half" idx="14"/>
          </p:nvPr>
        </p:nvSpPr>
        <p:spPr bwMode="ltGray">
          <a:xfrm>
            <a:off x="6266720" y="4953000"/>
            <a:ext cx="5312664" cy="1143000"/>
          </a:xfrm>
          <a:solidFill>
            <a:schemeClr val="accent5"/>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F4CAB0D1-A256-4DFA-8583-35D5EE4CD0DF}"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35424016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t>Click to edit Master title style</a:t>
            </a:r>
          </a:p>
        </p:txBody>
      </p:sp>
      <p:sp>
        <p:nvSpPr>
          <p:cNvPr id="3" name="Picture Placeholder 2"/>
          <p:cNvSpPr>
            <a:spLocks noGrp="1"/>
          </p:cNvSpPr>
          <p:nvPr>
            <p:ph type="pic" idx="1"/>
          </p:nvPr>
        </p:nvSpPr>
        <p:spPr bwMode="ltGray">
          <a:xfrm>
            <a:off x="608013"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bwMode="ltGray">
          <a:xfrm>
            <a:off x="60944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8" name="Picture Placeholder 2"/>
          <p:cNvSpPr>
            <a:spLocks noGrp="1"/>
          </p:cNvSpPr>
          <p:nvPr>
            <p:ph type="pic" idx="13"/>
          </p:nvPr>
        </p:nvSpPr>
        <p:spPr bwMode="ltGray">
          <a:xfrm>
            <a:off x="4381500"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9" name="Text Placeholder 3"/>
          <p:cNvSpPr>
            <a:spLocks noGrp="1"/>
          </p:cNvSpPr>
          <p:nvPr>
            <p:ph type="body" sz="half" idx="14"/>
          </p:nvPr>
        </p:nvSpPr>
        <p:spPr bwMode="ltGray">
          <a:xfrm>
            <a:off x="4381500"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10" name="Picture Placeholder 2"/>
          <p:cNvSpPr>
            <a:spLocks noGrp="1"/>
          </p:cNvSpPr>
          <p:nvPr>
            <p:ph type="pic" idx="15"/>
          </p:nvPr>
        </p:nvSpPr>
        <p:spPr bwMode="ltGray">
          <a:xfrm>
            <a:off x="8150384"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11" name="Text Placeholder 3"/>
          <p:cNvSpPr>
            <a:spLocks noGrp="1"/>
          </p:cNvSpPr>
          <p:nvPr>
            <p:ph type="body" sz="half" idx="16"/>
          </p:nvPr>
        </p:nvSpPr>
        <p:spPr bwMode="ltGray">
          <a:xfrm>
            <a:off x="8150384" y="4267200"/>
            <a:ext cx="3429000" cy="1828800"/>
          </a:xfrm>
          <a:solidFill>
            <a:schemeClr val="accent1"/>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B0BBCA58-86AD-4F40-BF66-913A1183EE47}" type="datetime4">
              <a:rPr lang="en-US" smtClean="0">
                <a:solidFill>
                  <a:prstClr val="black"/>
                </a:solidFill>
              </a:rPr>
              <a:pPr/>
              <a:t>January 30, 2019</a:t>
            </a:fld>
            <a:endParaRPr>
              <a:solidFill>
                <a:prstClr val="black"/>
              </a:solidFill>
            </a:endParaRPr>
          </a:p>
        </p:txBody>
      </p:sp>
      <p:sp>
        <p:nvSpPr>
          <p:cNvPr id="6" name="Footer Placeholder 5"/>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7711381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t>Click to edit Master title style</a:t>
            </a:r>
          </a:p>
        </p:txBody>
      </p:sp>
      <p:sp>
        <p:nvSpPr>
          <p:cNvPr id="10" name="Text Placeholder 9"/>
          <p:cNvSpPr>
            <a:spLocks noGrp="1"/>
          </p:cNvSpPr>
          <p:nvPr>
            <p:ph type="body" sz="quarter" idx="13"/>
          </p:nvPr>
        </p:nvSpPr>
        <p:spPr>
          <a:xfrm>
            <a:off x="608013" y="5015893"/>
            <a:ext cx="9141619" cy="1080107"/>
          </a:xfrm>
        </p:spPr>
        <p:txBody>
          <a:bodyPr wrap="square">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t>Click to edit Master text styles</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
        <p:nvSpPr>
          <p:cNvPr id="9" name="Date Placeholder 8"/>
          <p:cNvSpPr>
            <a:spLocks noGrp="1"/>
          </p:cNvSpPr>
          <p:nvPr>
            <p:ph type="dt" sz="half" idx="15"/>
          </p:nvPr>
        </p:nvSpPr>
        <p:spPr/>
        <p:txBody>
          <a:bodyPr/>
          <a:lstStyle/>
          <a:p>
            <a:fld id="{FB395617-A7D9-4AE8-82B6-3D0A191CDCBE}" type="datetime4">
              <a:rPr lang="en-US" smtClean="0">
                <a:solidFill>
                  <a:prstClr val="black"/>
                </a:solidFill>
              </a:rPr>
              <a:pPr/>
              <a:t>January 30, 2019</a:t>
            </a:fld>
            <a:endParaRPr>
              <a:solidFill>
                <a:prstClr val="black"/>
              </a:solidFill>
            </a:endParaRPr>
          </a:p>
        </p:txBody>
      </p:sp>
      <p:sp>
        <p:nvSpPr>
          <p:cNvPr id="12" name="Footer Placeholder 11"/>
          <p:cNvSpPr>
            <a:spLocks noGrp="1"/>
          </p:cNvSpPr>
          <p:nvPr>
            <p:ph type="ftr" sz="quarter" idx="16"/>
          </p:nvPr>
        </p:nvSpPr>
        <p:spPr/>
        <p:txBody>
          <a:bodyPr/>
          <a:lstStyle/>
          <a:p>
            <a:r>
              <a:rPr lang="en-US">
                <a:solidFill>
                  <a:prstClr val="black"/>
                </a:solidFill>
              </a:rPr>
              <a:t>Private | Confidential | Internal Use Only </a:t>
            </a:r>
            <a:endParaRPr>
              <a:solidFill>
                <a:prstClr val="black"/>
              </a:solidFill>
            </a:endParaRPr>
          </a:p>
        </p:txBody>
      </p:sp>
      <p:sp>
        <p:nvSpPr>
          <p:cNvPr id="13" name="Slide Number Placeholder 12"/>
          <p:cNvSpPr>
            <a:spLocks noGrp="1"/>
          </p:cNvSpPr>
          <p:nvPr>
            <p:ph type="sldNum" sz="quarter" idx="17"/>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390924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t>Click to edit Master title style</a:t>
            </a: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a:solidFill>
                  <a:prstClr val="black"/>
                </a:solidFill>
              </a:endParaRPr>
            </a:p>
          </p:txBody>
        </p:sp>
      </p:grpSp>
    </p:spTree>
    <p:extLst>
      <p:ext uri="{BB962C8B-B14F-4D97-AF65-F5344CB8AC3E}">
        <p14:creationId xmlns:p14="http://schemas.microsoft.com/office/powerpoint/2010/main" val="220391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77C6BA28-E443-46F5-AE73-D543F89EF748}"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2625591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3200" y="519236"/>
            <a:ext cx="1219198" cy="5576764"/>
          </a:xfrm>
        </p:spPr>
        <p:txBody>
          <a:bodyPr vert="eaVert"/>
          <a:lstStyle>
            <a:lvl1pPr>
              <a:defRPr/>
            </a:lvl1pPr>
          </a:lstStyle>
          <a:p>
            <a:r>
              <a:t>Click to edit Master title style</a:t>
            </a:r>
          </a:p>
        </p:txBody>
      </p:sp>
      <p:sp>
        <p:nvSpPr>
          <p:cNvPr id="3" name="Vertical Text Placeholder 2"/>
          <p:cNvSpPr>
            <a:spLocks noGrp="1"/>
          </p:cNvSpPr>
          <p:nvPr>
            <p:ph type="body" orient="vert" idx="1"/>
          </p:nvPr>
        </p:nvSpPr>
        <p:spPr>
          <a:xfrm>
            <a:off x="609600" y="519235"/>
            <a:ext cx="9677400" cy="5576765"/>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1452EE1A-1BE0-474E-808D-00D5A7797660}" type="datetime4">
              <a:rPr lang="en-US" smtClean="0">
                <a:solidFill>
                  <a:prstClr val="black"/>
                </a:solidFill>
              </a:rPr>
              <a:pPr/>
              <a:t>January 30, 2019</a:t>
            </a:fld>
            <a:endParaRPr>
              <a:solidFill>
                <a:prstClr val="black"/>
              </a:solidFill>
            </a:endParaRPr>
          </a:p>
        </p:txBody>
      </p:sp>
      <p:sp>
        <p:nvSpPr>
          <p:cNvPr id="5" name="Footer Placeholder 4"/>
          <p:cNvSpPr>
            <a:spLocks noGrp="1"/>
          </p:cNvSpPr>
          <p:nvPr>
            <p:ph type="ftr" sz="quarter" idx="11"/>
          </p:nvPr>
        </p:nvSpPr>
        <p:spPr/>
        <p:txBody>
          <a:bodyPr/>
          <a:lstStyle/>
          <a:p>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617D78"/>
                </a:solidFill>
              </a:rPr>
              <a:pPr/>
              <a:t>‹#›</a:t>
            </a:fld>
            <a:endParaRPr>
              <a:solidFill>
                <a:srgbClr val="617D78"/>
              </a:solidFill>
            </a:endParaRPr>
          </a:p>
        </p:txBody>
      </p:sp>
    </p:spTree>
    <p:extLst>
      <p:ext uri="{BB962C8B-B14F-4D97-AF65-F5344CB8AC3E}">
        <p14:creationId xmlns:p14="http://schemas.microsoft.com/office/powerpoint/2010/main" val="1862203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TA Wheel White Log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F7A8908-8F7D-4671-9CE7-F4C8C33CF3B7}" type="datetime4">
              <a:rPr lang="en-US" smtClean="0">
                <a:solidFill>
                  <a:prstClr val="black"/>
                </a:solidFill>
              </a:rPr>
              <a:pPr/>
              <a:t>January 30, 2019</a:t>
            </a:fld>
            <a:endParaRPr lang="en-US">
              <a:solidFill>
                <a:prstClr val="black"/>
              </a:solidFill>
            </a:endParaRPr>
          </a:p>
        </p:txBody>
      </p:sp>
      <p:sp>
        <p:nvSpPr>
          <p:cNvPr id="4" name="Footer Placeholder 3"/>
          <p:cNvSpPr>
            <a:spLocks noGrp="1"/>
          </p:cNvSpPr>
          <p:nvPr>
            <p:ph type="ftr" sz="quarter" idx="11"/>
          </p:nvPr>
        </p:nvSpPr>
        <p:spPr/>
        <p:txBody>
          <a:bodyPr/>
          <a:lstStyle/>
          <a:p>
            <a:r>
              <a:rPr lang="en-US">
                <a:solidFill>
                  <a:prstClr val="black"/>
                </a:solidFill>
              </a:rPr>
              <a:t>Private | Confidential | Internal Use Only </a:t>
            </a:r>
          </a:p>
        </p:txBody>
      </p:sp>
      <p:sp>
        <p:nvSpPr>
          <p:cNvPr id="5" name="Slide Number Placeholder 4"/>
          <p:cNvSpPr>
            <a:spLocks noGrp="1"/>
          </p:cNvSpPr>
          <p:nvPr>
            <p:ph type="sldNum" sz="quarter" idx="12"/>
          </p:nvPr>
        </p:nvSpPr>
        <p:spPr/>
        <p:txBody>
          <a:bodyPr/>
          <a:lstStyle/>
          <a:p>
            <a:fld id="{B016F8AB-BCEA-4347-8BA6-BE776009BC89}" type="slidenum">
              <a:rPr lang="en-US" smtClean="0">
                <a:solidFill>
                  <a:srgbClr val="617D78"/>
                </a:solidFill>
              </a:rPr>
              <a:pPr/>
              <a:t>‹#›</a:t>
            </a:fld>
            <a:endParaRPr lang="en-US" dirty="0">
              <a:solidFill>
                <a:srgbClr val="617D78"/>
              </a:solidFill>
            </a:endParaRPr>
          </a:p>
        </p:txBody>
      </p:sp>
      <p:pic>
        <p:nvPicPr>
          <p:cNvPr id="6" name="Picture 5"/>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flipH="1">
            <a:off x="0" y="-21"/>
            <a:ext cx="12199172" cy="6906430"/>
          </a:xfrm>
          <a:prstGeom prst="rect">
            <a:avLst/>
          </a:prstGeom>
        </p:spPr>
      </p:pic>
      <p:grpSp>
        <p:nvGrpSpPr>
          <p:cNvPr id="13" name="Group 12"/>
          <p:cNvGrpSpPr/>
          <p:nvPr userDrawn="1"/>
        </p:nvGrpSpPr>
        <p:grpSpPr>
          <a:xfrm>
            <a:off x="613319" y="6246757"/>
            <a:ext cx="969471" cy="390524"/>
            <a:chOff x="3578225" y="1146175"/>
            <a:chExt cx="5038725" cy="2111375"/>
          </a:xfrm>
        </p:grpSpPr>
        <p:sp>
          <p:nvSpPr>
            <p:cNvPr id="14" name="Freeform 13"/>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solidFill>
                  <a:prstClr val="black"/>
                </a:solidFill>
              </a:endParaRPr>
            </a:p>
          </p:txBody>
        </p:sp>
        <p:sp>
          <p:nvSpPr>
            <p:cNvPr id="15" name="Freeform 14"/>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chemeClr val="bg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a:solidFill>
                  <a:prstClr val="black"/>
                </a:solidFill>
              </a:endParaRPr>
            </a:p>
          </p:txBody>
        </p:sp>
      </p:grpSp>
    </p:spTree>
    <p:extLst>
      <p:ext uri="{BB962C8B-B14F-4D97-AF65-F5344CB8AC3E}">
        <p14:creationId xmlns:p14="http://schemas.microsoft.com/office/powerpoint/2010/main" val="3647617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5588819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preserve="1">
  <p:cSld name="Title Slide with Pictur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accent4"/>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rPr dirty="0"/>
              <a:t>Click to add date</a:t>
            </a: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prstClr val="black"/>
                </a:solidFill>
              </a:endParaRPr>
            </a:p>
          </p:txBody>
        </p:sp>
      </p:grpSp>
    </p:spTree>
    <p:extLst>
      <p:ext uri="{BB962C8B-B14F-4D97-AF65-F5344CB8AC3E}">
        <p14:creationId xmlns:p14="http://schemas.microsoft.com/office/powerpoint/2010/main" val="1135550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showMasterSp="0" preserve="1">
  <p:cSld name="Title Slide with Dark Pictur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2" name="Text Placeholder 7"/>
          <p:cNvSpPr>
            <a:spLocks noGrp="1"/>
          </p:cNvSpPr>
          <p:nvPr>
            <p:ph type="body" sz="quarter" idx="13" hasCustomPrompt="1"/>
          </p:nvPr>
        </p:nvSpPr>
        <p:spPr>
          <a:xfrm>
            <a:off x="606423" y="5821835"/>
            <a:ext cx="5489578" cy="339214"/>
          </a:xfrm>
        </p:spPr>
        <p:txBody>
          <a:bodyPr>
            <a:noAutofit/>
          </a:bodyPr>
          <a:lstStyle>
            <a:lvl1pPr marL="0" indent="0">
              <a:spcBef>
                <a:spcPts val="0"/>
              </a:spcBef>
              <a:buNone/>
              <a:defRPr sz="2000" baseline="0">
                <a:solidFill>
                  <a:schemeClr val="tx1"/>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date</a:t>
            </a:r>
          </a:p>
        </p:txBody>
      </p:sp>
      <p:grpSp>
        <p:nvGrpSpPr>
          <p:cNvPr id="7" name="Group 6"/>
          <p:cNvGrpSpPr/>
          <p:nvPr/>
        </p:nvGrpSpPr>
        <p:grpSpPr bwMode="black">
          <a:xfrm>
            <a:off x="606423" y="456997"/>
            <a:ext cx="3027151" cy="1219403"/>
            <a:chOff x="3578225" y="1146175"/>
            <a:chExt cx="5038725" cy="2111375"/>
          </a:xfrm>
          <a:solidFill>
            <a:schemeClr val="tx1"/>
          </a:solidFill>
        </p:grpSpPr>
        <p:sp>
          <p:nvSpPr>
            <p:cNvPr id="8" name="Freeform 5"/>
            <p:cNvSpPr>
              <a:spLocks noEditPoints="1"/>
            </p:cNvSpPr>
            <p:nvPr/>
          </p:nvSpPr>
          <p:spPr bwMode="black">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prstClr val="white"/>
                </a:solidFill>
              </a:endParaRPr>
            </a:p>
          </p:txBody>
        </p:sp>
        <p:sp>
          <p:nvSpPr>
            <p:cNvPr id="9" name="Freeform 6"/>
            <p:cNvSpPr>
              <a:spLocks noEditPoints="1"/>
            </p:cNvSpPr>
            <p:nvPr/>
          </p:nvSpPr>
          <p:spPr bwMode="black">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prstClr val="white"/>
                </a:solidFill>
              </a:endParaRPr>
            </a:p>
          </p:txBody>
        </p:sp>
      </p:grpSp>
    </p:spTree>
    <p:extLst>
      <p:ext uri="{BB962C8B-B14F-4D97-AF65-F5344CB8AC3E}">
        <p14:creationId xmlns:p14="http://schemas.microsoft.com/office/powerpoint/2010/main" val="16659123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Title Slide with Name">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lang="en-US"/>
              <a:t>Click to edit Master title style</a:t>
            </a:r>
            <a:endParaRPr/>
          </a:p>
        </p:txBody>
      </p:sp>
      <p:sp>
        <p:nvSpPr>
          <p:cNvPr id="10" name="Text Placeholder 9"/>
          <p:cNvSpPr>
            <a:spLocks noGrp="1"/>
          </p:cNvSpPr>
          <p:nvPr>
            <p:ph type="body" sz="quarter" idx="13"/>
          </p:nvPr>
        </p:nvSpPr>
        <p:spPr>
          <a:xfrm>
            <a:off x="608013" y="4939693"/>
            <a:ext cx="9141619" cy="699107"/>
          </a:xfrm>
        </p:spPr>
        <p:txBody>
          <a:bodyPr wrap="square">
            <a:noAutofit/>
          </a:bodyPr>
          <a:lstStyle>
            <a:lvl1pPr marL="0" indent="0">
              <a:spcBef>
                <a:spcPts val="0"/>
              </a:spcBef>
              <a:buFontTx/>
              <a:buNone/>
              <a:defRPr sz="44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sp>
        <p:nvSpPr>
          <p:cNvPr id="11" name="Text Placeholder 9"/>
          <p:cNvSpPr>
            <a:spLocks noGrp="1"/>
          </p:cNvSpPr>
          <p:nvPr>
            <p:ph type="body" sz="quarter" idx="14"/>
          </p:nvPr>
        </p:nvSpPr>
        <p:spPr>
          <a:xfrm>
            <a:off x="608013" y="5791200"/>
            <a:ext cx="9141619" cy="457200"/>
          </a:xfrm>
        </p:spPr>
        <p:txBody>
          <a:bodyPr wrap="square">
            <a:noAutofit/>
          </a:bodyPr>
          <a:lstStyle>
            <a:lvl1pPr marL="0" indent="0">
              <a:spcBef>
                <a:spcPts val="0"/>
              </a:spcBef>
              <a:buFontTx/>
              <a:buNone/>
              <a:defRPr sz="28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sp>
        <p:nvSpPr>
          <p:cNvPr id="12" name="Text Placeholder 7"/>
          <p:cNvSpPr>
            <a:spLocks noGrp="1"/>
          </p:cNvSpPr>
          <p:nvPr>
            <p:ph type="body" sz="quarter" idx="15" hasCustomPrompt="1"/>
          </p:nvPr>
        </p:nvSpPr>
        <p:spPr>
          <a:xfrm>
            <a:off x="7935522" y="457200"/>
            <a:ext cx="3646877" cy="354113"/>
          </a:xfrm>
        </p:spPr>
        <p:txBody>
          <a:bodyPr>
            <a:noAutofit/>
          </a:bodyPr>
          <a:lstStyle>
            <a:lvl1pPr marL="0" indent="0" algn="r">
              <a:spcBef>
                <a:spcPts val="0"/>
              </a:spcBef>
              <a:buNone/>
              <a:defRPr sz="2000" baseline="0">
                <a:solidFill>
                  <a:schemeClr val="accent4"/>
                </a:solidFill>
              </a:defRPr>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date</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prstClr val="black"/>
                </a:solidFill>
              </a:endParaRPr>
            </a:p>
          </p:txBody>
        </p:sp>
      </p:grpSp>
    </p:spTree>
    <p:extLst>
      <p:ext uri="{BB962C8B-B14F-4D97-AF65-F5344CB8AC3E}">
        <p14:creationId xmlns:p14="http://schemas.microsoft.com/office/powerpoint/2010/main" val="1048348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8228011" cy="1936016"/>
          </a:xfrm>
        </p:spPr>
        <p:txBody>
          <a:bodyPr anchor="t">
            <a:noAutofit/>
          </a:bodyPr>
          <a:lstStyle>
            <a:lvl1pPr>
              <a:lnSpc>
                <a:spcPct val="80000"/>
              </a:lnSpc>
              <a:defRPr sz="7200"/>
            </a:lvl1pPr>
          </a:lstStyle>
          <a:p>
            <a:r>
              <a:rPr lang="en-US"/>
              <a:t>Click to edit Master title style</a:t>
            </a:r>
            <a:endParaRPr/>
          </a:p>
        </p:txBody>
      </p:sp>
      <p:sp>
        <p:nvSpPr>
          <p:cNvPr id="3" name="Text Placeholder 2"/>
          <p:cNvSpPr>
            <a:spLocks noGrp="1"/>
          </p:cNvSpPr>
          <p:nvPr>
            <p:ph type="body" idx="1"/>
          </p:nvPr>
        </p:nvSpPr>
        <p:spPr>
          <a:xfrm>
            <a:off x="609601" y="2545616"/>
            <a:ext cx="8228011" cy="608426"/>
          </a:xfrm>
        </p:spPr>
        <p:txBody>
          <a:bodyPr>
            <a:noAutofit/>
          </a:bodyPr>
          <a:lstStyle>
            <a:lvl1pPr marL="0" indent="0">
              <a:spcBef>
                <a:spcPts val="600"/>
              </a:spcBef>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654495-4BF5-4727-99D4-DFD1D0597350}" type="datetime4">
              <a:rPr lang="en-US" smtClean="0">
                <a:solidFill>
                  <a:prstClr val="black"/>
                </a:solidFill>
              </a:rPr>
              <a:pPr/>
              <a:t>January 30, 2019</a:t>
            </a:fld>
            <a:endParaRPr dirty="0">
              <a:solidFill>
                <a:prstClr val="black"/>
              </a:solidFill>
            </a:endParaRPr>
          </a:p>
        </p:txBody>
      </p:sp>
      <p:sp>
        <p:nvSpPr>
          <p:cNvPr id="5" name="Footer Placeholder 4"/>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1788194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type="secHead" preserve="1">
  <p:cSld name="Slate Section Header">
    <p:spTree>
      <p:nvGrpSpPr>
        <p:cNvPr id="1" name=""/>
        <p:cNvGrpSpPr/>
        <p:nvPr/>
      </p:nvGrpSpPr>
      <p:grpSpPr>
        <a:xfrm>
          <a:off x="0" y="0"/>
          <a:ext cx="0" cy="0"/>
          <a:chOff x="0" y="0"/>
          <a:chExt cx="0" cy="0"/>
        </a:xfrm>
      </p:grpSpPr>
      <p:sp>
        <p:nvSpPr>
          <p:cNvPr id="7" name="Rectangle 6"/>
          <p:cNvSpPr/>
          <p:nvPr/>
        </p:nvSpPr>
        <p:spPr bwMode="blackWhite">
          <a:xfrm>
            <a:off x="608013" y="608806"/>
            <a:ext cx="10971370" cy="5486400"/>
          </a:xfrm>
          <a:prstGeom prst="rect">
            <a:avLst/>
          </a:prstGeom>
          <a:solidFill>
            <a:srgbClr val="42556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dirty="0">
              <a:solidFill>
                <a:prstClr val="white"/>
              </a:solidFill>
            </a:endParaRPr>
          </a:p>
        </p:txBody>
      </p:sp>
      <p:sp>
        <p:nvSpPr>
          <p:cNvPr id="2" name="Title 1"/>
          <p:cNvSpPr>
            <a:spLocks noGrp="1"/>
          </p:cNvSpPr>
          <p:nvPr>
            <p:ph type="title"/>
          </p:nvPr>
        </p:nvSpPr>
        <p:spPr>
          <a:xfrm>
            <a:off x="989012" y="990599"/>
            <a:ext cx="8228011" cy="603857"/>
          </a:xfrm>
        </p:spPr>
        <p:txBody>
          <a:bodyPr anchor="t">
            <a:noAutofit/>
          </a:bodyPr>
          <a:lstStyle>
            <a:lvl1pPr>
              <a:lnSpc>
                <a:spcPct val="90000"/>
              </a:lnSpc>
              <a:defRPr sz="4000">
                <a:solidFill>
                  <a:schemeClr val="bg1"/>
                </a:solidFill>
              </a:defRPr>
            </a:lvl1pPr>
          </a:lstStyle>
          <a:p>
            <a:r>
              <a:rPr lang="en-US"/>
              <a:t>Click to edit Master title style</a:t>
            </a:r>
            <a:endParaRPr/>
          </a:p>
        </p:txBody>
      </p:sp>
      <p:sp>
        <p:nvSpPr>
          <p:cNvPr id="3" name="Text Placeholder 2"/>
          <p:cNvSpPr>
            <a:spLocks noGrp="1"/>
          </p:cNvSpPr>
          <p:nvPr>
            <p:ph type="body" idx="1"/>
          </p:nvPr>
        </p:nvSpPr>
        <p:spPr>
          <a:xfrm>
            <a:off x="989013" y="1600885"/>
            <a:ext cx="8228011" cy="533400"/>
          </a:xfrm>
        </p:spPr>
        <p:txBody>
          <a:bodyPr>
            <a:noAutofit/>
          </a:bodyPr>
          <a:lstStyle>
            <a:lvl1pPr marL="0" indent="0">
              <a:spcBef>
                <a:spcPts val="0"/>
              </a:spcBef>
              <a:buNone/>
              <a:defRPr sz="32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A90477-F864-462B-BF44-00D67B14D858}" type="datetime4">
              <a:rPr lang="en-US" smtClean="0">
                <a:solidFill>
                  <a:prstClr val="black"/>
                </a:solidFill>
              </a:rPr>
              <a:pPr/>
              <a:t>January 30, 2019</a:t>
            </a:fld>
            <a:endParaRPr dirty="0">
              <a:solidFill>
                <a:prstClr val="black"/>
              </a:solidFill>
            </a:endParaRPr>
          </a:p>
        </p:txBody>
      </p:sp>
      <p:sp>
        <p:nvSpPr>
          <p:cNvPr id="5" name="Footer Placeholder 4"/>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21610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Green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sp>
        <p:nvSpPr>
          <p:cNvPr id="3" name="Date Placeholder 2"/>
          <p:cNvSpPr>
            <a:spLocks noGrp="1"/>
          </p:cNvSpPr>
          <p:nvPr>
            <p:ph type="dt" sz="half" idx="10"/>
          </p:nvPr>
        </p:nvSpPr>
        <p:spPr/>
        <p:txBody>
          <a:bodyPr/>
          <a:lstStyle/>
          <a:p>
            <a:fld id="{16E08157-2DC9-4745-A7A9-7046A8583708}" type="datetime4">
              <a:rPr lang="en-US" smtClean="0">
                <a:solidFill>
                  <a:prstClr val="black"/>
                </a:solidFill>
              </a:rPr>
              <a:pPr/>
              <a:t>January 30, 2019</a:t>
            </a:fld>
            <a:endParaRPr dirty="0">
              <a:solidFill>
                <a:prstClr val="black"/>
              </a:solidFill>
            </a:endParaRPr>
          </a:p>
        </p:txBody>
      </p:sp>
      <p:sp>
        <p:nvSpPr>
          <p:cNvPr id="4" name="Footer Placeholder 3"/>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rgbClr val="01A98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dirty="0">
              <a:solidFill>
                <a:prstClr val="white"/>
              </a:solidFill>
            </a:endParaRPr>
          </a:p>
        </p:txBody>
      </p:sp>
      <p:grpSp>
        <p:nvGrpSpPr>
          <p:cNvPr id="12" name="Group 11"/>
          <p:cNvGrpSpPr/>
          <p:nvPr/>
        </p:nvGrpSpPr>
        <p:grpSpPr>
          <a:xfrm>
            <a:off x="610272" y="6248401"/>
            <a:ext cx="969471" cy="390524"/>
            <a:chOff x="3578225" y="1146175"/>
            <a:chExt cx="5038725" cy="2111375"/>
          </a:xfrm>
        </p:grpSpPr>
        <p:sp>
          <p:nvSpPr>
            <p:cNvPr id="13"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black"/>
                </a:solidFill>
              </a:endParaRPr>
            </a:p>
          </p:txBody>
        </p:sp>
        <p:sp>
          <p:nvSpPr>
            <p:cNvPr id="14"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black"/>
                </a:solidFill>
              </a:endParaRPr>
            </a:p>
          </p:txBody>
        </p:sp>
      </p:grpSp>
    </p:spTree>
    <p:extLst>
      <p:ext uri="{BB962C8B-B14F-4D97-AF65-F5344CB8AC3E}">
        <p14:creationId xmlns:p14="http://schemas.microsoft.com/office/powerpoint/2010/main" val="2957355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p:cSld name="Purple Frame Divider">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sp>
        <p:nvSpPr>
          <p:cNvPr id="3" name="Date Placeholder 2"/>
          <p:cNvSpPr>
            <a:spLocks noGrp="1"/>
          </p:cNvSpPr>
          <p:nvPr>
            <p:ph type="dt" sz="half" idx="10"/>
          </p:nvPr>
        </p:nvSpPr>
        <p:spPr/>
        <p:txBody>
          <a:bodyPr/>
          <a:lstStyle/>
          <a:p>
            <a:fld id="{FDD7D378-E709-4062-9715-39E79557A063}" type="datetime4">
              <a:rPr lang="en-US" smtClean="0">
                <a:solidFill>
                  <a:prstClr val="black"/>
                </a:solidFill>
              </a:rPr>
              <a:pPr/>
              <a:t>January 30, 2019</a:t>
            </a:fld>
            <a:endParaRPr dirty="0">
              <a:solidFill>
                <a:prstClr val="black"/>
              </a:solidFill>
            </a:endParaRPr>
          </a:p>
        </p:txBody>
      </p:sp>
      <p:sp>
        <p:nvSpPr>
          <p:cNvPr id="4" name="Footer Placeholder 3"/>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dirty="0">
              <a:solidFill>
                <a:prstClr val="white"/>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black"/>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black"/>
                </a:solidFill>
              </a:endParaRPr>
            </a:p>
          </p:txBody>
        </p:sp>
      </p:grpSp>
    </p:spTree>
    <p:extLst>
      <p:ext uri="{BB962C8B-B14F-4D97-AF65-F5344CB8AC3E}">
        <p14:creationId xmlns:p14="http://schemas.microsoft.com/office/powerpoint/2010/main" val="2979590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p:cSld name="Slate Turquoise Frame Divider">
    <p:bg>
      <p:bgPr>
        <a:solidFill>
          <a:srgbClr val="42556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white"/>
                </a:solidFill>
              </a:endParaRPr>
            </a:p>
          </p:txBody>
        </p:sp>
      </p:grpSp>
      <p:sp>
        <p:nvSpPr>
          <p:cNvPr id="3" name="Date Placeholder 2"/>
          <p:cNvSpPr>
            <a:spLocks noGrp="1"/>
          </p:cNvSpPr>
          <p:nvPr>
            <p:ph type="dt" sz="half" idx="10"/>
          </p:nvPr>
        </p:nvSpPr>
        <p:spPr/>
        <p:txBody>
          <a:bodyPr/>
          <a:lstStyle/>
          <a:p>
            <a:fld id="{C07C5E14-300D-4720-B5FE-54C7D96D4160}" type="datetime4">
              <a:rPr lang="en-US" smtClean="0">
                <a:solidFill>
                  <a:prstClr val="white"/>
                </a:solidFill>
              </a:rPr>
              <a:pPr/>
              <a:t>January 30, 2019</a:t>
            </a:fld>
            <a:endParaRPr dirty="0">
              <a:solidFill>
                <a:prstClr val="white"/>
              </a:solidFill>
            </a:endParaRPr>
          </a:p>
        </p:txBody>
      </p:sp>
      <p:sp>
        <p:nvSpPr>
          <p:cNvPr id="4" name="Footer Placeholder 3"/>
          <p:cNvSpPr>
            <a:spLocks noGrp="1"/>
          </p:cNvSpPr>
          <p:nvPr>
            <p:ph type="ftr" sz="quarter" idx="11"/>
          </p:nvPr>
        </p:nvSpPr>
        <p:spPr/>
        <p:txBody>
          <a:bodyPr/>
          <a:lstStyle/>
          <a:p>
            <a:r>
              <a:rPr lang="en-US" dirty="0">
                <a:solidFill>
                  <a:prstClr val="white"/>
                </a:solidFill>
              </a:rPr>
              <a:t>Private | Confidential | Internal Use Only </a:t>
            </a:r>
            <a:endParaRPr dirty="0">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dirty="0">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1"/>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dirty="0">
              <a:solidFill>
                <a:prstClr val="white"/>
              </a:solidFill>
            </a:endParaRPr>
          </a:p>
        </p:txBody>
      </p:sp>
    </p:spTree>
    <p:extLst>
      <p:ext uri="{BB962C8B-B14F-4D97-AF65-F5344CB8AC3E}">
        <p14:creationId xmlns:p14="http://schemas.microsoft.com/office/powerpoint/2010/main" val="135845475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p:cSld name="Slate Orange Frame Divider">
    <p:bg>
      <p:bgPr>
        <a:solidFill>
          <a:srgbClr val="42556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08013" y="2571746"/>
            <a:ext cx="8228011" cy="576263"/>
          </a:xfrm>
        </p:spPr>
        <p:txBody>
          <a:bodyPr>
            <a:noAutofit/>
          </a:bodyPr>
          <a:lstStyle>
            <a:lvl1pPr>
              <a:defRPr sz="4000"/>
            </a:lvl1pPr>
          </a:lstStyle>
          <a:p>
            <a:r>
              <a:rPr lang="en-US"/>
              <a:t>Click to edit Master title style</a:t>
            </a:r>
            <a:endParaRPr/>
          </a:p>
        </p:txBody>
      </p:sp>
      <p:sp>
        <p:nvSpPr>
          <p:cNvPr id="11" name="Text Placeholder 9"/>
          <p:cNvSpPr>
            <a:spLocks noGrp="1"/>
          </p:cNvSpPr>
          <p:nvPr>
            <p:ph type="body" sz="quarter" idx="14"/>
          </p:nvPr>
        </p:nvSpPr>
        <p:spPr>
          <a:xfrm>
            <a:off x="608014" y="3149201"/>
            <a:ext cx="8228011" cy="533400"/>
          </a:xfrm>
        </p:spPr>
        <p:txBody>
          <a:bodyPr>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grpSp>
        <p:nvGrpSpPr>
          <p:cNvPr id="8" name="Group 7"/>
          <p:cNvGrpSpPr/>
          <p:nvPr/>
        </p:nvGrpSpPr>
        <p:grpSpPr>
          <a:xfrm>
            <a:off x="610272" y="6248401"/>
            <a:ext cx="969471" cy="390524"/>
            <a:chOff x="3578225" y="1146175"/>
            <a:chExt cx="5038725" cy="2111375"/>
          </a:xfrm>
          <a:solidFill>
            <a:srgbClr val="FFFFFF"/>
          </a:solidFill>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white"/>
                </a:solidFill>
              </a:endParaRPr>
            </a:p>
          </p:txBody>
        </p:sp>
        <p:sp>
          <p:nvSpPr>
            <p:cNvPr id="12"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white"/>
                </a:solidFill>
              </a:endParaRPr>
            </a:p>
          </p:txBody>
        </p:sp>
      </p:grpSp>
      <p:sp>
        <p:nvSpPr>
          <p:cNvPr id="3" name="Date Placeholder 2"/>
          <p:cNvSpPr>
            <a:spLocks noGrp="1"/>
          </p:cNvSpPr>
          <p:nvPr>
            <p:ph type="dt" sz="half" idx="10"/>
          </p:nvPr>
        </p:nvSpPr>
        <p:spPr/>
        <p:txBody>
          <a:bodyPr/>
          <a:lstStyle/>
          <a:p>
            <a:fld id="{BC7BE07D-E945-4DDF-8452-20009392BF2F}" type="datetime4">
              <a:rPr lang="en-US" smtClean="0">
                <a:solidFill>
                  <a:prstClr val="white"/>
                </a:solidFill>
              </a:rPr>
              <a:pPr/>
              <a:t>January 30, 2019</a:t>
            </a:fld>
            <a:endParaRPr dirty="0">
              <a:solidFill>
                <a:prstClr val="white"/>
              </a:solidFill>
            </a:endParaRPr>
          </a:p>
        </p:txBody>
      </p:sp>
      <p:sp>
        <p:nvSpPr>
          <p:cNvPr id="4" name="Footer Placeholder 3"/>
          <p:cNvSpPr>
            <a:spLocks noGrp="1"/>
          </p:cNvSpPr>
          <p:nvPr>
            <p:ph type="ftr" sz="quarter" idx="11"/>
          </p:nvPr>
        </p:nvSpPr>
        <p:spPr/>
        <p:txBody>
          <a:bodyPr/>
          <a:lstStyle/>
          <a:p>
            <a:r>
              <a:rPr lang="en-US" dirty="0">
                <a:solidFill>
                  <a:prstClr val="white"/>
                </a:solidFill>
              </a:rPr>
              <a:t>Private | Confidential | Internal Use Only </a:t>
            </a:r>
            <a:endParaRPr dirty="0">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dirty="0">
              <a:solidFill>
                <a:prstClr val="white"/>
              </a:solidFill>
            </a:endParaRPr>
          </a:p>
        </p:txBody>
      </p:sp>
      <p:sp>
        <p:nvSpPr>
          <p:cNvPr id="10" name="Freeform 9"/>
          <p:cNvSpPr/>
          <p:nvPr/>
        </p:nvSpPr>
        <p:spPr>
          <a:xfrm>
            <a:off x="608013" y="462819"/>
            <a:ext cx="10986134" cy="1957368"/>
          </a:xfrm>
          <a:custGeom>
            <a:avLst/>
            <a:gdLst>
              <a:gd name="connsiteX0" fmla="*/ 188969 w 10986134"/>
              <a:gd name="connsiteY0" fmla="*/ 176957 h 1957368"/>
              <a:gd name="connsiteX1" fmla="*/ 188969 w 10986134"/>
              <a:gd name="connsiteY1" fmla="*/ 1768399 h 1957368"/>
              <a:gd name="connsiteX2" fmla="*/ 10797165 w 10986134"/>
              <a:gd name="connsiteY2" fmla="*/ 1768399 h 1957368"/>
              <a:gd name="connsiteX3" fmla="*/ 10797165 w 10986134"/>
              <a:gd name="connsiteY3" fmla="*/ 176957 h 1957368"/>
              <a:gd name="connsiteX4" fmla="*/ 10797165 w 10986134"/>
              <a:gd name="connsiteY4" fmla="*/ 0 h 1957368"/>
              <a:gd name="connsiteX5" fmla="*/ 10986134 w 10986134"/>
              <a:gd name="connsiteY5" fmla="*/ 0 h 1957368"/>
              <a:gd name="connsiteX6" fmla="*/ 10986134 w 10986134"/>
              <a:gd name="connsiteY6" fmla="*/ 1957368 h 1957368"/>
              <a:gd name="connsiteX7" fmla="*/ 10971369 w 10986134"/>
              <a:gd name="connsiteY7" fmla="*/ 1957368 h 1957368"/>
              <a:gd name="connsiteX8" fmla="*/ 10797165 w 10986134"/>
              <a:gd name="connsiteY8" fmla="*/ 1957368 h 1957368"/>
              <a:gd name="connsiteX9" fmla="*/ 188969 w 10986134"/>
              <a:gd name="connsiteY9" fmla="*/ 1957368 h 1957368"/>
              <a:gd name="connsiteX10" fmla="*/ 14764 w 10986134"/>
              <a:gd name="connsiteY10" fmla="*/ 1957368 h 1957368"/>
              <a:gd name="connsiteX11" fmla="*/ 0 w 10986134"/>
              <a:gd name="connsiteY11" fmla="*/ 1957368 h 1957368"/>
              <a:gd name="connsiteX12" fmla="*/ 0 w 10986134"/>
              <a:gd name="connsiteY12" fmla="*/ 0 h 1957368"/>
              <a:gd name="connsiteX13" fmla="*/ 14764 w 10986134"/>
              <a:gd name="connsiteY13" fmla="*/ 0 h 1957368"/>
              <a:gd name="connsiteX14" fmla="*/ 188969 w 10986134"/>
              <a:gd name="connsiteY14" fmla="*/ 0 h 1957368"/>
              <a:gd name="connsiteX15" fmla="*/ 10797165 w 10986134"/>
              <a:gd name="connsiteY15" fmla="*/ 0 h 1957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986134" h="1957368">
                <a:moveTo>
                  <a:pt x="188969" y="176957"/>
                </a:moveTo>
                <a:lnTo>
                  <a:pt x="188969" y="1768399"/>
                </a:lnTo>
                <a:lnTo>
                  <a:pt x="10797165" y="1768399"/>
                </a:lnTo>
                <a:lnTo>
                  <a:pt x="10797165" y="176957"/>
                </a:lnTo>
                <a:close/>
                <a:moveTo>
                  <a:pt x="10797165" y="0"/>
                </a:moveTo>
                <a:lnTo>
                  <a:pt x="10986134" y="0"/>
                </a:lnTo>
                <a:lnTo>
                  <a:pt x="10986134" y="1957368"/>
                </a:lnTo>
                <a:lnTo>
                  <a:pt x="10971369" y="1957368"/>
                </a:lnTo>
                <a:lnTo>
                  <a:pt x="10797165" y="1957368"/>
                </a:lnTo>
                <a:lnTo>
                  <a:pt x="188969" y="1957368"/>
                </a:lnTo>
                <a:lnTo>
                  <a:pt x="14764" y="1957368"/>
                </a:lnTo>
                <a:lnTo>
                  <a:pt x="0" y="1957368"/>
                </a:lnTo>
                <a:lnTo>
                  <a:pt x="0" y="0"/>
                </a:lnTo>
                <a:lnTo>
                  <a:pt x="14764" y="0"/>
                </a:lnTo>
                <a:lnTo>
                  <a:pt x="188969" y="0"/>
                </a:lnTo>
                <a:lnTo>
                  <a:pt x="10797165" y="0"/>
                </a:lnTo>
                <a:close/>
              </a:path>
            </a:pathLst>
          </a:custGeom>
          <a:solidFill>
            <a:schemeClr val="accent3"/>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914400">
              <a:lnSpc>
                <a:spcPct val="90000"/>
              </a:lnSpc>
            </a:pPr>
            <a:endParaRPr dirty="0">
              <a:solidFill>
                <a:prstClr val="white"/>
              </a:solidFill>
            </a:endParaRPr>
          </a:p>
        </p:txBody>
      </p:sp>
    </p:spTree>
    <p:extLst>
      <p:ext uri="{BB962C8B-B14F-4D97-AF65-F5344CB8AC3E}">
        <p14:creationId xmlns:p14="http://schemas.microsoft.com/office/powerpoint/2010/main" val="377616345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baseline="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dirty="0"/>
              <a:t>Click </a:t>
            </a:r>
            <a:r>
              <a:rPr lang="en-US" dirty="0"/>
              <a:t>to add quoted person’s name, title, company</a:t>
            </a:r>
            <a:endParaRPr dirty="0"/>
          </a:p>
        </p:txBody>
      </p:sp>
      <p:grpSp>
        <p:nvGrpSpPr>
          <p:cNvPr id="7" name="Group 6"/>
          <p:cNvGrpSpPr/>
          <p:nvPr/>
        </p:nvGrpSpPr>
        <p:grpSpPr>
          <a:xfrm>
            <a:off x="610272" y="6248401"/>
            <a:ext cx="969471" cy="390524"/>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black"/>
                </a:solidFill>
              </a:endParaRPr>
            </a:p>
          </p:txBody>
        </p:sp>
      </p:grpSp>
      <p:sp>
        <p:nvSpPr>
          <p:cNvPr id="3" name="Date Placeholder 2"/>
          <p:cNvSpPr>
            <a:spLocks noGrp="1"/>
          </p:cNvSpPr>
          <p:nvPr>
            <p:ph type="dt" sz="half" idx="10"/>
          </p:nvPr>
        </p:nvSpPr>
        <p:spPr/>
        <p:txBody>
          <a:bodyPr/>
          <a:lstStyle/>
          <a:p>
            <a:fld id="{EFA54ACD-BEB7-4258-A5F3-653792456C00}" type="datetime4">
              <a:rPr lang="en-US" smtClean="0">
                <a:solidFill>
                  <a:prstClr val="black"/>
                </a:solidFill>
              </a:rPr>
              <a:pPr/>
              <a:t>January 30, 2019</a:t>
            </a:fld>
            <a:endParaRPr dirty="0">
              <a:solidFill>
                <a:prstClr val="black"/>
              </a:solidFill>
            </a:endParaRPr>
          </a:p>
        </p:txBody>
      </p:sp>
      <p:sp>
        <p:nvSpPr>
          <p:cNvPr id="4" name="Footer Placeholder 3"/>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3410063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p:cSld name="Slate Quote">
    <p:bg>
      <p:bgPr>
        <a:solidFill>
          <a:srgbClr val="42556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03213" y="381000"/>
            <a:ext cx="9456737" cy="2286000"/>
          </a:xfrm>
        </p:spPr>
        <p:txBody>
          <a:bodyPr>
            <a:noAutofit/>
          </a:bodyPr>
          <a:lstStyle>
            <a:lvl1pPr marL="384048" indent="-384048">
              <a:lnSpc>
                <a:spcPct val="80000"/>
              </a:lnSpc>
              <a:defRPr sz="6000"/>
            </a:lvl1pPr>
          </a:lstStyle>
          <a:p>
            <a:r>
              <a:rPr lang="en-US" dirty="0"/>
              <a:t>“Click to add quote here. Type quotation marks before and after text.”</a:t>
            </a:r>
            <a:endParaRPr dirty="0"/>
          </a:p>
        </p:txBody>
      </p:sp>
      <p:sp>
        <p:nvSpPr>
          <p:cNvPr id="6" name="Text Placeholder 9"/>
          <p:cNvSpPr>
            <a:spLocks noGrp="1"/>
          </p:cNvSpPr>
          <p:nvPr>
            <p:ph type="body" sz="quarter" idx="14" hasCustomPrompt="1"/>
          </p:nvPr>
        </p:nvSpPr>
        <p:spPr>
          <a:xfrm>
            <a:off x="728052" y="2819400"/>
            <a:ext cx="9031897" cy="1371600"/>
          </a:xfrm>
        </p:spPr>
        <p:txBody>
          <a:bodyPr>
            <a:noAutofit/>
          </a:bodyPr>
          <a:lstStyle>
            <a:lvl1pPr marL="0" indent="0">
              <a:spcBef>
                <a:spcPts val="0"/>
              </a:spcBef>
              <a:buFontTx/>
              <a:buNone/>
              <a:defRPr sz="20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dirty="0"/>
              <a:t>Click to add quoted person’s name, title, company</a:t>
            </a:r>
          </a:p>
        </p:txBody>
      </p:sp>
      <p:grpSp>
        <p:nvGrpSpPr>
          <p:cNvPr id="7" name="Group 6"/>
          <p:cNvGrpSpPr/>
          <p:nvPr/>
        </p:nvGrpSpPr>
        <p:grpSpPr>
          <a:xfrm>
            <a:off x="608014" y="6248401"/>
            <a:ext cx="969471" cy="390524"/>
            <a:chOff x="3578225" y="1146175"/>
            <a:chExt cx="5038725" cy="2111375"/>
          </a:xfrm>
          <a:solidFill>
            <a:schemeClr val="tx1"/>
          </a:solidFill>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white"/>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white"/>
                </a:solidFill>
              </a:endParaRPr>
            </a:p>
          </p:txBody>
        </p:sp>
      </p:grpSp>
      <p:sp>
        <p:nvSpPr>
          <p:cNvPr id="3" name="Date Placeholder 2"/>
          <p:cNvSpPr>
            <a:spLocks noGrp="1"/>
          </p:cNvSpPr>
          <p:nvPr>
            <p:ph type="dt" sz="half" idx="10"/>
          </p:nvPr>
        </p:nvSpPr>
        <p:spPr/>
        <p:txBody>
          <a:bodyPr/>
          <a:lstStyle/>
          <a:p>
            <a:fld id="{2399C1EB-F401-4F7B-BD9C-AAA165C9F3D7}" type="datetime4">
              <a:rPr lang="en-US" smtClean="0">
                <a:solidFill>
                  <a:prstClr val="white"/>
                </a:solidFill>
              </a:rPr>
              <a:pPr/>
              <a:t>January 30, 2019</a:t>
            </a:fld>
            <a:endParaRPr dirty="0">
              <a:solidFill>
                <a:prstClr val="white"/>
              </a:solidFill>
            </a:endParaRPr>
          </a:p>
        </p:txBody>
      </p:sp>
      <p:sp>
        <p:nvSpPr>
          <p:cNvPr id="4" name="Footer Placeholder 3"/>
          <p:cNvSpPr>
            <a:spLocks noGrp="1"/>
          </p:cNvSpPr>
          <p:nvPr>
            <p:ph type="ftr" sz="quarter" idx="11"/>
          </p:nvPr>
        </p:nvSpPr>
        <p:spPr/>
        <p:txBody>
          <a:bodyPr/>
          <a:lstStyle/>
          <a:p>
            <a:r>
              <a:rPr lang="en-US" dirty="0">
                <a:solidFill>
                  <a:prstClr val="white"/>
                </a:solidFill>
              </a:rPr>
              <a:t>Private | Confidential | Internal Use Only </a:t>
            </a:r>
            <a:endParaRPr dirty="0">
              <a:solidFill>
                <a:prstClr val="white"/>
              </a:solidFill>
            </a:endParaRPr>
          </a:p>
        </p:txBody>
      </p:sp>
      <p:sp>
        <p:nvSpPr>
          <p:cNvPr id="5" name="Slide Number Placeholder 4"/>
          <p:cNvSpPr>
            <a:spLocks noGrp="1"/>
          </p:cNvSpPr>
          <p:nvPr>
            <p:ph type="sldNum" sz="quarter" idx="12"/>
          </p:nvPr>
        </p:nvSpPr>
        <p:spPr/>
        <p:txBody>
          <a:bodyPr/>
          <a:lstStyle>
            <a:lvl1pPr>
              <a:defRPr>
                <a:solidFill>
                  <a:schemeClr val="tx1"/>
                </a:solidFill>
              </a:defRPr>
            </a:lvl1pPr>
          </a:lstStyle>
          <a:p>
            <a:fld id="{B016F8AB-BCEA-4347-8BA6-BE776009BC89}" type="slidenum">
              <a:rPr>
                <a:solidFill>
                  <a:prstClr val="white"/>
                </a:solidFill>
              </a:rPr>
              <a:pPr/>
              <a:t>‹#›</a:t>
            </a:fld>
            <a:endParaRPr dirty="0">
              <a:solidFill>
                <a:prstClr val="white"/>
              </a:solidFill>
            </a:endParaRPr>
          </a:p>
        </p:txBody>
      </p:sp>
    </p:spTree>
    <p:extLst>
      <p:ext uri="{BB962C8B-B14F-4D97-AF65-F5344CB8AC3E}">
        <p14:creationId xmlns:p14="http://schemas.microsoft.com/office/powerpoint/2010/main" val="90425945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2" name="Date Placeholder 1"/>
          <p:cNvSpPr>
            <a:spLocks noGrp="1"/>
          </p:cNvSpPr>
          <p:nvPr>
            <p:ph type="dt" sz="half" idx="10"/>
          </p:nvPr>
        </p:nvSpPr>
        <p:spPr/>
        <p:txBody>
          <a:bodyPr/>
          <a:lstStyle/>
          <a:p>
            <a:fld id="{ECF1CC87-9C4B-4D13-B529-5EAF641302E2}" type="datetime4">
              <a:rPr lang="en-US" smtClean="0">
                <a:solidFill>
                  <a:prstClr val="black"/>
                </a:solidFill>
              </a:rPr>
              <a:pPr/>
              <a:t>January 30, 2019</a:t>
            </a:fld>
            <a:endParaRPr dirty="0">
              <a:solidFill>
                <a:prstClr val="black"/>
              </a:solidFill>
            </a:endParaRPr>
          </a:p>
        </p:txBody>
      </p:sp>
      <p:sp>
        <p:nvSpPr>
          <p:cNvPr id="8" name="Footer Placeholder 7"/>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2860790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Content Placeholder 2"/>
          <p:cNvSpPr>
            <a:spLocks noGrp="1"/>
          </p:cNvSpPr>
          <p:nvPr>
            <p:ph idx="1"/>
          </p:nvPr>
        </p:nvSpPr>
        <p:spPr>
          <a:xfrm>
            <a:off x="609600" y="1524000"/>
            <a:ext cx="10969784" cy="45719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AEFA413A-E630-4377-B30C-3545E98CC867}" type="datetime4">
              <a:rPr lang="en-US" smtClean="0">
                <a:solidFill>
                  <a:prstClr val="black"/>
                </a:solidFill>
              </a:rPr>
              <a:pPr/>
              <a:t>January 30, 2019</a:t>
            </a:fld>
            <a:endParaRPr dirty="0">
              <a:solidFill>
                <a:prstClr val="black"/>
              </a:solidFill>
            </a:endParaRPr>
          </a:p>
        </p:txBody>
      </p:sp>
      <p:sp>
        <p:nvSpPr>
          <p:cNvPr id="5" name="Footer Placeholder 4"/>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1304604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Title, Subtitle, Heading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wrap="square">
            <a:noAutofit/>
          </a:bodyPr>
          <a:lstStyle>
            <a:lvl1pPr>
              <a:defRPr baseline="0"/>
            </a:lvl1pPr>
          </a:lstStyle>
          <a:p>
            <a:r>
              <a:t>Click to add one-line title</a:t>
            </a:r>
          </a:p>
        </p:txBody>
      </p:sp>
      <p:sp>
        <p:nvSpPr>
          <p:cNvPr id="8"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9" name="Text Placeholder 7"/>
          <p:cNvSpPr>
            <a:spLocks noGrp="1"/>
          </p:cNvSpPr>
          <p:nvPr>
            <p:ph type="body" sz="quarter" idx="14" hasCustomPrompt="1"/>
          </p:nvPr>
        </p:nvSpPr>
        <p:spPr>
          <a:xfrm>
            <a:off x="609600" y="1524000"/>
            <a:ext cx="10969943" cy="381000"/>
          </a:xfrm>
        </p:spPr>
        <p:txBody>
          <a:bodyPr>
            <a:noAutofit/>
          </a:bodyPr>
          <a:lstStyle>
            <a:lvl1pPr marL="0" indent="0">
              <a:spcBef>
                <a:spcPts val="0"/>
              </a:spcBef>
              <a:buNone/>
              <a:defRPr sz="2400" b="1"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heading</a:t>
            </a:r>
          </a:p>
        </p:txBody>
      </p:sp>
      <p:sp>
        <p:nvSpPr>
          <p:cNvPr id="3" name="Content Placeholder 2"/>
          <p:cNvSpPr>
            <a:spLocks noGrp="1"/>
          </p:cNvSpPr>
          <p:nvPr>
            <p:ph idx="1"/>
          </p:nvPr>
        </p:nvSpPr>
        <p:spPr>
          <a:xfrm>
            <a:off x="609600" y="1978152"/>
            <a:ext cx="10969784" cy="41178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2D33DC54-2A66-493A-80B5-8303FBA5D0AD}" type="datetime4">
              <a:rPr lang="en-US" smtClean="0">
                <a:solidFill>
                  <a:prstClr val="black"/>
                </a:solidFill>
              </a:rPr>
              <a:pPr/>
              <a:t>January 30, 2019</a:t>
            </a:fld>
            <a:endParaRPr dirty="0">
              <a:solidFill>
                <a:prstClr val="black"/>
              </a:solidFill>
            </a:endParaRPr>
          </a:p>
        </p:txBody>
      </p:sp>
      <p:sp>
        <p:nvSpPr>
          <p:cNvPr id="5" name="Footer Placeholder 4"/>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3031600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mod="1">
    <p:ext uri="{DCECCB84-F9BA-43D5-87BE-67443E8EF086}">
      <p15:sldGuideLst xmlns:p15="http://schemas.microsoft.com/office/powerpoint/2012/main">
        <p15:guide id="1" orient="horz" pos="2160">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26B45FFC-9EEF-4E69-85F5-C8F54747804D}" type="datetime4">
              <a:rPr lang="en-US" smtClean="0">
                <a:solidFill>
                  <a:prstClr val="black"/>
                </a:solidFill>
              </a:rPr>
              <a:pPr/>
              <a:t>January 30, 2019</a:t>
            </a:fld>
            <a:endParaRPr dirty="0">
              <a:solidFill>
                <a:prstClr val="black"/>
              </a:solidFill>
            </a:endParaRPr>
          </a:p>
        </p:txBody>
      </p:sp>
      <p:sp>
        <p:nvSpPr>
          <p:cNvPr id="4" name="Footer Placeholder 3"/>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19457600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7"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Date Placeholder 2"/>
          <p:cNvSpPr>
            <a:spLocks noGrp="1"/>
          </p:cNvSpPr>
          <p:nvPr>
            <p:ph type="dt" sz="half" idx="10"/>
          </p:nvPr>
        </p:nvSpPr>
        <p:spPr/>
        <p:txBody>
          <a:bodyPr/>
          <a:lstStyle/>
          <a:p>
            <a:fld id="{684E3265-88A3-4C30-AE11-BFDF645909E9}" type="datetime4">
              <a:rPr lang="en-US" smtClean="0">
                <a:solidFill>
                  <a:prstClr val="black"/>
                </a:solidFill>
              </a:rPr>
              <a:pPr/>
              <a:t>January 30, 2019</a:t>
            </a:fld>
            <a:endParaRPr dirty="0">
              <a:solidFill>
                <a:prstClr val="black"/>
              </a:solidFill>
            </a:endParaRPr>
          </a:p>
        </p:txBody>
      </p:sp>
      <p:sp>
        <p:nvSpPr>
          <p:cNvPr id="4" name="Footer Placeholder 3"/>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5" name="Slide Number Placeholder 4"/>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1824575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F763D2-AF56-4C60-80C7-7D8FC051005C}" type="datetime4">
              <a:rPr lang="en-US" smtClean="0">
                <a:solidFill>
                  <a:prstClr val="black"/>
                </a:solidFill>
              </a:rPr>
              <a:pPr/>
              <a:t>January 30, 2019</a:t>
            </a:fld>
            <a:endParaRPr dirty="0">
              <a:solidFill>
                <a:prstClr val="black"/>
              </a:solidFill>
            </a:endParaRPr>
          </a:p>
        </p:txBody>
      </p:sp>
      <p:sp>
        <p:nvSpPr>
          <p:cNvPr id="3" name="Footer Placeholder 2"/>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4" name="Slide Number Placeholder 3"/>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3516483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a:t>Click to edit Master title style</a:t>
            </a:r>
            <a:endParaRPr/>
          </a:p>
        </p:txBody>
      </p:sp>
      <p:sp>
        <p:nvSpPr>
          <p:cNvPr id="3" name="Content Placeholder 2"/>
          <p:cNvSpPr>
            <a:spLocks noGrp="1"/>
          </p:cNvSpPr>
          <p:nvPr>
            <p:ph sz="half" idx="1"/>
          </p:nvPr>
        </p:nvSpPr>
        <p:spPr>
          <a:xfrm>
            <a:off x="609441"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275864" y="1524000"/>
            <a:ext cx="530352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905039DC-98B3-47E6-AD46-BA5B72AD8B4A}" type="datetime4">
              <a:rPr lang="en-US" smtClean="0">
                <a:solidFill>
                  <a:prstClr val="black"/>
                </a:solidFill>
              </a:rPr>
              <a:pPr/>
              <a:t>January 30, 2019</a:t>
            </a:fld>
            <a:endParaRPr dirty="0">
              <a:solidFill>
                <a:prstClr val="black"/>
              </a:solidFill>
            </a:endParaRPr>
          </a:p>
        </p:txBody>
      </p:sp>
      <p:sp>
        <p:nvSpPr>
          <p:cNvPr id="6" name="Footer Placeholder 5"/>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3660120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type="twoTxTwoObj" preserve="1">
  <p:cSld name="Two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a:t>Click to edit Master title style</a:t>
            </a:r>
            <a:endParaRPr/>
          </a:p>
        </p:txBody>
      </p:sp>
      <p:sp>
        <p:nvSpPr>
          <p:cNvPr id="3" name="Text Placeholder 2"/>
          <p:cNvSpPr>
            <a:spLocks noGrp="1"/>
          </p:cNvSpPr>
          <p:nvPr>
            <p:ph type="body" idx="1" hasCustomPrompt="1"/>
          </p:nvPr>
        </p:nvSpPr>
        <p:spPr>
          <a:xfrm>
            <a:off x="609600"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4" name="Content Placeholder 3"/>
          <p:cNvSpPr>
            <a:spLocks noGrp="1"/>
          </p:cNvSpPr>
          <p:nvPr>
            <p:ph sz="half" idx="2"/>
          </p:nvPr>
        </p:nvSpPr>
        <p:spPr>
          <a:xfrm>
            <a:off x="609441"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hasCustomPrompt="1"/>
          </p:nvPr>
        </p:nvSpPr>
        <p:spPr>
          <a:xfrm>
            <a:off x="6275864" y="1523999"/>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6" name="Content Placeholder 5"/>
          <p:cNvSpPr>
            <a:spLocks noGrp="1"/>
          </p:cNvSpPr>
          <p:nvPr>
            <p:ph sz="quarter" idx="4"/>
          </p:nvPr>
        </p:nvSpPr>
        <p:spPr>
          <a:xfrm>
            <a:off x="6275864" y="1905000"/>
            <a:ext cx="530352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A48AA38D-5CBD-4E44-A2EB-B3F38A5B8051}" type="datetime4">
              <a:rPr lang="en-US" smtClean="0">
                <a:solidFill>
                  <a:prstClr val="black"/>
                </a:solidFill>
              </a:rPr>
              <a:pPr/>
              <a:t>January 30, 2019</a:t>
            </a:fld>
            <a:endParaRPr dirty="0">
              <a:solidFill>
                <a:prstClr val="black"/>
              </a:solidFill>
            </a:endParaRPr>
          </a:p>
        </p:txBody>
      </p:sp>
      <p:sp>
        <p:nvSpPr>
          <p:cNvPr id="8" name="Footer Placeholder 7"/>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15934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p:cSld name="Two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10"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3" name="Text Placeholder 2"/>
          <p:cNvSpPr>
            <a:spLocks noGrp="1"/>
          </p:cNvSpPr>
          <p:nvPr>
            <p:ph type="body" idx="1" hasCustomPrompt="1"/>
          </p:nvPr>
        </p:nvSpPr>
        <p:spPr>
          <a:xfrm>
            <a:off x="609600"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4" name="Content Placeholder 3"/>
          <p:cNvSpPr>
            <a:spLocks noGrp="1"/>
          </p:cNvSpPr>
          <p:nvPr>
            <p:ph sz="half" idx="2"/>
          </p:nvPr>
        </p:nvSpPr>
        <p:spPr>
          <a:xfrm>
            <a:off x="609441"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hasCustomPrompt="1"/>
          </p:nvPr>
        </p:nvSpPr>
        <p:spPr>
          <a:xfrm>
            <a:off x="6275864" y="1524000"/>
            <a:ext cx="5303520"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6" name="Content Placeholder 5"/>
          <p:cNvSpPr>
            <a:spLocks noGrp="1"/>
          </p:cNvSpPr>
          <p:nvPr>
            <p:ph sz="quarter" idx="4"/>
          </p:nvPr>
        </p:nvSpPr>
        <p:spPr>
          <a:xfrm>
            <a:off x="6275864" y="1906552"/>
            <a:ext cx="5303520" cy="4189448"/>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8F030E74-B79E-47A7-AA1C-BA3D00CC0B4A}" type="datetime4">
              <a:rPr lang="en-US" smtClean="0">
                <a:solidFill>
                  <a:prstClr val="black"/>
                </a:solidFill>
              </a:rPr>
              <a:pPr/>
              <a:t>January 30, 2019</a:t>
            </a:fld>
            <a:endParaRPr dirty="0">
              <a:solidFill>
                <a:prstClr val="black"/>
              </a:solidFill>
            </a:endParaRPr>
          </a:p>
        </p:txBody>
      </p:sp>
      <p:sp>
        <p:nvSpPr>
          <p:cNvPr id="8" name="Footer Placeholder 7"/>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9" name="Slide Number Placeholder 8"/>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27003438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Three Content">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a:t>Click to edit Master title style</a:t>
            </a:r>
            <a:endParaRPr/>
          </a:p>
        </p:txBody>
      </p:sp>
      <p:sp>
        <p:nvSpPr>
          <p:cNvPr id="10" name="Text Placeholder 9"/>
          <p:cNvSpPr>
            <a:spLocks noGrp="1"/>
          </p:cNvSpPr>
          <p:nvPr>
            <p:ph type="body" sz="quarter" idx="14"/>
          </p:nvPr>
        </p:nvSpPr>
        <p:spPr>
          <a:xfrm>
            <a:off x="609441"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Text Placeholder 9"/>
          <p:cNvSpPr>
            <a:spLocks noGrp="1"/>
          </p:cNvSpPr>
          <p:nvPr>
            <p:ph type="body" sz="quarter" idx="15"/>
          </p:nvPr>
        </p:nvSpPr>
        <p:spPr>
          <a:xfrm>
            <a:off x="4381500"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2" name="Text Placeholder 9"/>
          <p:cNvSpPr>
            <a:spLocks noGrp="1"/>
          </p:cNvSpPr>
          <p:nvPr>
            <p:ph type="body" sz="quarter" idx="16"/>
          </p:nvPr>
        </p:nvSpPr>
        <p:spPr>
          <a:xfrm>
            <a:off x="8150384" y="1524000"/>
            <a:ext cx="3429000"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00FDD7F1-9FB6-4CB9-BA1F-25B205B879F3}" type="datetime4">
              <a:rPr lang="en-US" smtClean="0">
                <a:solidFill>
                  <a:prstClr val="black"/>
                </a:solidFill>
              </a:rPr>
              <a:pPr/>
              <a:t>January 30, 2019</a:t>
            </a:fld>
            <a:endParaRPr dirty="0">
              <a:solidFill>
                <a:prstClr val="black"/>
              </a:solidFill>
            </a:endParaRPr>
          </a:p>
        </p:txBody>
      </p:sp>
      <p:sp>
        <p:nvSpPr>
          <p:cNvPr id="6" name="Footer Placeholder 5"/>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2968818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p:cSld name="Three Content and Headings">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10969943" cy="852364"/>
          </a:xfrm>
        </p:spPr>
        <p:txBody>
          <a:bodyPr/>
          <a:lstStyle/>
          <a:p>
            <a:r>
              <a:rPr lang="en-US"/>
              <a:t>Click to edit Master title style</a:t>
            </a:r>
            <a:endParaRP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027D5831-B468-414C-94B5-F04EB43FC0AE}" type="datetime4">
              <a:rPr lang="en-US" smtClean="0">
                <a:solidFill>
                  <a:prstClr val="black"/>
                </a:solidFill>
              </a:rPr>
              <a:pPr/>
              <a:t>January 30, 2019</a:t>
            </a:fld>
            <a:endParaRPr dirty="0">
              <a:solidFill>
                <a:prstClr val="black"/>
              </a:solidFill>
            </a:endParaRPr>
          </a:p>
        </p:txBody>
      </p:sp>
      <p:sp>
        <p:nvSpPr>
          <p:cNvPr id="6" name="Footer Placeholder 5"/>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3554301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p:cSld name="Three Content, Subtitle and Heading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441" y="521208"/>
            <a:ext cx="10969943" cy="411480"/>
          </a:xfrm>
        </p:spPr>
        <p:txBody>
          <a:bodyPr/>
          <a:lstStyle>
            <a:lvl1pPr>
              <a:defRPr/>
            </a:lvl1pPr>
          </a:lstStyle>
          <a:p>
            <a:r>
              <a:t>Click to add one-line title</a:t>
            </a:r>
          </a:p>
        </p:txBody>
      </p:sp>
      <p:sp>
        <p:nvSpPr>
          <p:cNvPr id="15" name="Text Placeholder 7"/>
          <p:cNvSpPr>
            <a:spLocks noGrp="1"/>
          </p:cNvSpPr>
          <p:nvPr>
            <p:ph type="body" sz="quarter" idx="13" hasCustomPrompt="1"/>
          </p:nvPr>
        </p:nvSpPr>
        <p:spPr>
          <a:xfrm>
            <a:off x="609440" y="934240"/>
            <a:ext cx="10969943" cy="381000"/>
          </a:xfrm>
        </p:spPr>
        <p:txBody>
          <a:bodyPr>
            <a:noAutofit/>
          </a:bodyPr>
          <a:lstStyle>
            <a:lvl1pPr marL="0" indent="0">
              <a:spcBef>
                <a:spcPts val="0"/>
              </a:spcBef>
              <a:buNone/>
              <a:defRPr sz="2400" baseline="0"/>
            </a:lvl1pPr>
            <a:lvl2pPr marL="0" indent="0">
              <a:spcBef>
                <a:spcPts val="0"/>
              </a:spcBef>
              <a:buNone/>
              <a:defRPr sz="2400"/>
            </a:lvl2pPr>
            <a:lvl3pPr marL="0" indent="0">
              <a:spcBef>
                <a:spcPts val="0"/>
              </a:spcBef>
              <a:buNone/>
              <a:defRPr sz="2400"/>
            </a:lvl3pPr>
            <a:lvl4pPr marL="0" indent="0">
              <a:spcBef>
                <a:spcPts val="0"/>
              </a:spcBef>
              <a:buNone/>
              <a:defRPr sz="2400"/>
            </a:lvl4pPr>
            <a:lvl5pPr marL="0" indent="0">
              <a:spcBef>
                <a:spcPts val="0"/>
              </a:spcBef>
              <a:buNone/>
              <a:defRPr sz="2400"/>
            </a:lvl5pPr>
            <a:lvl6pPr marL="0" indent="0">
              <a:spcBef>
                <a:spcPts val="0"/>
              </a:spcBef>
              <a:buNone/>
              <a:defRPr sz="2400"/>
            </a:lvl6pPr>
            <a:lvl7pPr marL="0" indent="0">
              <a:spcBef>
                <a:spcPts val="0"/>
              </a:spcBef>
              <a:buNone/>
              <a:defRPr sz="2400"/>
            </a:lvl7pPr>
            <a:lvl8pPr marL="0" indent="0">
              <a:spcBef>
                <a:spcPts val="0"/>
              </a:spcBef>
              <a:buNone/>
              <a:defRPr sz="2400"/>
            </a:lvl8pPr>
            <a:lvl9pPr marL="0" indent="0">
              <a:spcBef>
                <a:spcPts val="0"/>
              </a:spcBef>
              <a:buNone/>
              <a:defRPr sz="2400"/>
            </a:lvl9pPr>
          </a:lstStyle>
          <a:p>
            <a:pPr lvl="0"/>
            <a:r>
              <a:t>Click to add one-line subtitle</a:t>
            </a:r>
          </a:p>
        </p:txBody>
      </p:sp>
      <p:sp>
        <p:nvSpPr>
          <p:cNvPr id="9" name="Text Placeholder 2"/>
          <p:cNvSpPr>
            <a:spLocks noGrp="1"/>
          </p:cNvSpPr>
          <p:nvPr>
            <p:ph type="body" idx="1" hasCustomPrompt="1"/>
          </p:nvPr>
        </p:nvSpPr>
        <p:spPr>
          <a:xfrm>
            <a:off x="609600"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dirty="0"/>
              <a:t>Click to add heading</a:t>
            </a:r>
          </a:p>
        </p:txBody>
      </p:sp>
      <p:sp>
        <p:nvSpPr>
          <p:cNvPr id="10" name="Text Placeholder 9"/>
          <p:cNvSpPr>
            <a:spLocks noGrp="1"/>
          </p:cNvSpPr>
          <p:nvPr>
            <p:ph type="body" sz="quarter" idx="14"/>
          </p:nvPr>
        </p:nvSpPr>
        <p:spPr>
          <a:xfrm>
            <a:off x="609441"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3" name="Text Placeholder 2"/>
          <p:cNvSpPr>
            <a:spLocks noGrp="1"/>
          </p:cNvSpPr>
          <p:nvPr>
            <p:ph type="body" idx="17" hasCustomPrompt="1"/>
          </p:nvPr>
        </p:nvSpPr>
        <p:spPr>
          <a:xfrm>
            <a:off x="43816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1" name="Text Placeholder 9"/>
          <p:cNvSpPr>
            <a:spLocks noGrp="1"/>
          </p:cNvSpPr>
          <p:nvPr>
            <p:ph type="body" sz="quarter" idx="15"/>
          </p:nvPr>
        </p:nvSpPr>
        <p:spPr>
          <a:xfrm>
            <a:off x="4381500"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4" name="Text Placeholder 2"/>
          <p:cNvSpPr>
            <a:spLocks noGrp="1"/>
          </p:cNvSpPr>
          <p:nvPr>
            <p:ph type="body" idx="18" hasCustomPrompt="1"/>
          </p:nvPr>
        </p:nvSpPr>
        <p:spPr>
          <a:xfrm>
            <a:off x="8153559" y="1523999"/>
            <a:ext cx="3428841" cy="320040"/>
          </a:xfrm>
        </p:spPr>
        <p:txBody>
          <a:bodyPr anchor="t">
            <a:noAutofit/>
          </a:bodyPr>
          <a:lstStyle>
            <a:lvl1pPr marL="0" indent="0">
              <a:spcBef>
                <a:spcPts val="0"/>
              </a:spcBef>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add heading</a:t>
            </a:r>
          </a:p>
        </p:txBody>
      </p:sp>
      <p:sp>
        <p:nvSpPr>
          <p:cNvPr id="12" name="Text Placeholder 9"/>
          <p:cNvSpPr>
            <a:spLocks noGrp="1"/>
          </p:cNvSpPr>
          <p:nvPr>
            <p:ph type="body" sz="quarter" idx="16"/>
          </p:nvPr>
        </p:nvSpPr>
        <p:spPr>
          <a:xfrm>
            <a:off x="8150384" y="1905000"/>
            <a:ext cx="3429000" cy="4191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727A18C6-3F10-4266-96C9-5D014F3025B2}" type="datetime4">
              <a:rPr lang="en-US" smtClean="0">
                <a:solidFill>
                  <a:prstClr val="black"/>
                </a:solidFill>
              </a:rPr>
              <a:pPr/>
              <a:t>January 30, 2019</a:t>
            </a:fld>
            <a:endParaRPr dirty="0">
              <a:solidFill>
                <a:prstClr val="black"/>
              </a:solidFill>
            </a:endParaRPr>
          </a:p>
        </p:txBody>
      </p:sp>
      <p:sp>
        <p:nvSpPr>
          <p:cNvPr id="6" name="Footer Placeholder 5"/>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2250618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a:xfrm>
            <a:off x="609600" y="1524000"/>
            <a:ext cx="7848600" cy="45720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bwMode="ltGray">
          <a:xfrm>
            <a:off x="8610600" y="1524000"/>
            <a:ext cx="2968784" cy="4572000"/>
          </a:xfrm>
          <a:solidFill>
            <a:schemeClr val="accent5"/>
          </a:solidFill>
        </p:spPr>
        <p:txBody>
          <a:bodyPr lIns="91440" tIns="91440" rIns="91440" bIns="91440">
            <a:noAutofit/>
          </a:bodyPr>
          <a:lstStyle>
            <a:lvl1pPr marL="0" indent="0">
              <a:spcBef>
                <a:spcPts val="9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6CB1722-4B46-4353-B583-721651D61489}" type="datetime4">
              <a:rPr lang="en-US" smtClean="0">
                <a:solidFill>
                  <a:prstClr val="black"/>
                </a:solidFill>
              </a:rPr>
              <a:pPr/>
              <a:t>January 30, 2019</a:t>
            </a:fld>
            <a:endParaRPr dirty="0">
              <a:solidFill>
                <a:prstClr val="black"/>
              </a:solidFill>
            </a:endParaRPr>
          </a:p>
        </p:txBody>
      </p:sp>
      <p:sp>
        <p:nvSpPr>
          <p:cNvPr id="6" name="Footer Placeholder 5"/>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2177477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p:cSld name="Picture with Content">
    <p:spTree>
      <p:nvGrpSpPr>
        <p:cNvPr id="1" name=""/>
        <p:cNvGrpSpPr/>
        <p:nvPr/>
      </p:nvGrpSpPr>
      <p:grpSpPr>
        <a:xfrm>
          <a:off x="0" y="0"/>
          <a:ext cx="0" cy="0"/>
          <a:chOff x="0" y="0"/>
          <a:chExt cx="0" cy="0"/>
        </a:xfrm>
      </p:grpSpPr>
      <p:sp>
        <p:nvSpPr>
          <p:cNvPr id="9" name="Title 8"/>
          <p:cNvSpPr>
            <a:spLocks noGrp="1"/>
          </p:cNvSpPr>
          <p:nvPr>
            <p:ph type="title"/>
          </p:nvPr>
        </p:nvSpPr>
        <p:spPr/>
        <p:txBody>
          <a:bodyPr/>
          <a:lstStyle/>
          <a:p>
            <a:r>
              <a:rPr lang="en-US"/>
              <a:t>Click to edit Master title style</a:t>
            </a:r>
            <a:endParaRP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8" name="Text Placeholder 9"/>
          <p:cNvSpPr>
            <a:spLocks noGrp="1"/>
          </p:cNvSpPr>
          <p:nvPr>
            <p:ph type="body" sz="quarter" idx="16"/>
          </p:nvPr>
        </p:nvSpPr>
        <p:spPr>
          <a:xfrm>
            <a:off x="7467600" y="1524000"/>
            <a:ext cx="4111784" cy="457200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8B8B1958-F972-48E2-B30C-3D9C71EE7ED1}" type="datetime4">
              <a:rPr lang="en-US" smtClean="0">
                <a:solidFill>
                  <a:prstClr val="black"/>
                </a:solidFill>
              </a:rPr>
              <a:pPr/>
              <a:t>January 30, 2019</a:t>
            </a:fld>
            <a:endParaRPr dirty="0">
              <a:solidFill>
                <a:prstClr val="black"/>
              </a:solidFill>
            </a:endParaRPr>
          </a:p>
        </p:txBody>
      </p:sp>
      <p:sp>
        <p:nvSpPr>
          <p:cNvPr id="6" name="Footer Placeholder 5"/>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1449639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a:p>
        </p:txBody>
      </p:sp>
      <p:sp>
        <p:nvSpPr>
          <p:cNvPr id="3" name="Picture Placeholder 2"/>
          <p:cNvSpPr>
            <a:spLocks noGrp="1"/>
          </p:cNvSpPr>
          <p:nvPr>
            <p:ph type="pic" idx="1"/>
          </p:nvPr>
        </p:nvSpPr>
        <p:spPr bwMode="ltGray">
          <a:xfrm>
            <a:off x="609440" y="1524000"/>
            <a:ext cx="6705760" cy="4572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bwMode="ltGray">
          <a:xfrm>
            <a:off x="7467601" y="1524000"/>
            <a:ext cx="4111784" cy="4572000"/>
          </a:xfrm>
          <a:solidFill>
            <a:srgbClr val="425563"/>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F2CF142-9C82-4C83-9B6A-8077B879C1B8}" type="datetime4">
              <a:rPr lang="en-US" smtClean="0">
                <a:solidFill>
                  <a:prstClr val="black"/>
                </a:solidFill>
              </a:rPr>
              <a:pPr/>
              <a:t>January 30, 2019</a:t>
            </a:fld>
            <a:endParaRPr dirty="0">
              <a:solidFill>
                <a:prstClr val="black"/>
              </a:solidFill>
            </a:endParaRPr>
          </a:p>
        </p:txBody>
      </p:sp>
      <p:sp>
        <p:nvSpPr>
          <p:cNvPr id="6" name="Footer Placeholder 5"/>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358659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p:cSld name="Picture Righ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1" y="519236"/>
            <a:ext cx="5257800" cy="852364"/>
          </a:xfrm>
        </p:spPr>
        <p:txBody>
          <a:bodyPr anchor="t"/>
          <a:lstStyle>
            <a:lvl1pPr>
              <a:defRPr sz="2800"/>
            </a:lvl1pPr>
          </a:lstStyle>
          <a:p>
            <a:r>
              <a:rPr lang="en-US"/>
              <a:t>Click to edit Master title style</a:t>
            </a:r>
            <a:endParaRPr/>
          </a:p>
        </p:txBody>
      </p:sp>
      <p:sp>
        <p:nvSpPr>
          <p:cNvPr id="4" name="Text Placeholder 3"/>
          <p:cNvSpPr>
            <a:spLocks noGrp="1"/>
          </p:cNvSpPr>
          <p:nvPr>
            <p:ph type="body" sz="half" idx="2"/>
          </p:nvPr>
        </p:nvSpPr>
        <p:spPr>
          <a:xfrm>
            <a:off x="609441" y="2819400"/>
            <a:ext cx="3657600" cy="1981200"/>
          </a:xfrm>
          <a:noFill/>
        </p:spPr>
        <p:txBody>
          <a:bodyPr lIns="0" tIns="0" rIns="0" bIns="0">
            <a:noAutofit/>
          </a:bodyPr>
          <a:lstStyle>
            <a:lvl1pPr marL="0" indent="0">
              <a:spcBef>
                <a:spcPts val="900"/>
              </a:spcBef>
              <a:buNone/>
              <a:defRPr sz="18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p:cNvSpPr>
            <a:spLocks noGrp="1"/>
          </p:cNvSpPr>
          <p:nvPr>
            <p:ph type="pic" idx="1"/>
          </p:nvPr>
        </p:nvSpPr>
        <p:spPr bwMode="ltGray">
          <a:xfrm>
            <a:off x="6095999" y="519236"/>
            <a:ext cx="5486399" cy="5576764"/>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5" name="Date Placeholder 4"/>
          <p:cNvSpPr>
            <a:spLocks noGrp="1"/>
          </p:cNvSpPr>
          <p:nvPr>
            <p:ph type="dt" sz="half" idx="10"/>
          </p:nvPr>
        </p:nvSpPr>
        <p:spPr/>
        <p:txBody>
          <a:bodyPr/>
          <a:lstStyle/>
          <a:p>
            <a:fld id="{9C259EE5-F25B-4563-AE58-6B042DD986DA}" type="datetime4">
              <a:rPr lang="en-US" smtClean="0">
                <a:solidFill>
                  <a:prstClr val="black"/>
                </a:solidFill>
              </a:rPr>
              <a:pPr/>
              <a:t>January 30, 2019</a:t>
            </a:fld>
            <a:endParaRPr dirty="0">
              <a:solidFill>
                <a:prstClr val="black"/>
              </a:solidFill>
            </a:endParaRPr>
          </a:p>
        </p:txBody>
      </p:sp>
      <p:sp>
        <p:nvSpPr>
          <p:cNvPr id="6" name="Footer Placeholder 5"/>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3831462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p:cSld name="Two Pictures with Captions">
    <p:spTree>
      <p:nvGrpSpPr>
        <p:cNvPr id="1" name=""/>
        <p:cNvGrpSpPr/>
        <p:nvPr/>
      </p:nvGrpSpPr>
      <p:grpSpPr>
        <a:xfrm>
          <a:off x="0" y="0"/>
          <a:ext cx="0" cy="0"/>
          <a:chOff x="0" y="0"/>
          <a:chExt cx="0" cy="0"/>
        </a:xfrm>
      </p:grpSpPr>
      <p:sp>
        <p:nvSpPr>
          <p:cNvPr id="10" name="Title 9"/>
          <p:cNvSpPr>
            <a:spLocks noGrp="1"/>
          </p:cNvSpPr>
          <p:nvPr>
            <p:ph type="title"/>
          </p:nvPr>
        </p:nvSpPr>
        <p:spPr>
          <a:xfrm>
            <a:off x="609441" y="519236"/>
            <a:ext cx="10969943" cy="852364"/>
          </a:xfrm>
        </p:spPr>
        <p:txBody>
          <a:bodyPr/>
          <a:lstStyle/>
          <a:p>
            <a:r>
              <a:rPr lang="en-US"/>
              <a:t>Click to edit Master title style</a:t>
            </a:r>
            <a:endParaRPr/>
          </a:p>
        </p:txBody>
      </p:sp>
      <p:sp>
        <p:nvSpPr>
          <p:cNvPr id="3" name="Picture Placeholder 2"/>
          <p:cNvSpPr>
            <a:spLocks noGrp="1"/>
          </p:cNvSpPr>
          <p:nvPr>
            <p:ph type="pic" idx="1"/>
          </p:nvPr>
        </p:nvSpPr>
        <p:spPr bwMode="ltGray">
          <a:xfrm>
            <a:off x="608013"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bwMode="ltGray">
          <a:xfrm>
            <a:off x="609440" y="4953000"/>
            <a:ext cx="5312664" cy="1143000"/>
          </a:xfrm>
          <a:solidFill>
            <a:schemeClr val="accent4"/>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2"/>
          <p:cNvSpPr>
            <a:spLocks noGrp="1"/>
          </p:cNvSpPr>
          <p:nvPr>
            <p:ph type="pic" idx="13"/>
          </p:nvPr>
        </p:nvSpPr>
        <p:spPr bwMode="ltGray">
          <a:xfrm>
            <a:off x="6266720" y="1524000"/>
            <a:ext cx="5312664" cy="33528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9" name="Text Placeholder 3"/>
          <p:cNvSpPr>
            <a:spLocks noGrp="1"/>
          </p:cNvSpPr>
          <p:nvPr>
            <p:ph type="body" sz="half" idx="14"/>
          </p:nvPr>
        </p:nvSpPr>
        <p:spPr bwMode="ltGray">
          <a:xfrm>
            <a:off x="6266720" y="4953000"/>
            <a:ext cx="5312664" cy="1143000"/>
          </a:xfrm>
          <a:solidFill>
            <a:schemeClr val="accent4"/>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4CAB0D1-A256-4DFA-8583-35D5EE4CD0DF}" type="datetime4">
              <a:rPr lang="en-US" smtClean="0">
                <a:solidFill>
                  <a:prstClr val="black"/>
                </a:solidFill>
              </a:rPr>
              <a:pPr/>
              <a:t>January 30, 2019</a:t>
            </a:fld>
            <a:endParaRPr dirty="0">
              <a:solidFill>
                <a:prstClr val="black"/>
              </a:solidFill>
            </a:endParaRPr>
          </a:p>
        </p:txBody>
      </p:sp>
      <p:sp>
        <p:nvSpPr>
          <p:cNvPr id="6" name="Footer Placeholder 5"/>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1499375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p:cSld name="Three Pictures with Captions">
    <p:spTree>
      <p:nvGrpSpPr>
        <p:cNvPr id="1" name=""/>
        <p:cNvGrpSpPr/>
        <p:nvPr/>
      </p:nvGrpSpPr>
      <p:grpSpPr>
        <a:xfrm>
          <a:off x="0" y="0"/>
          <a:ext cx="0" cy="0"/>
          <a:chOff x="0" y="0"/>
          <a:chExt cx="0" cy="0"/>
        </a:xfrm>
      </p:grpSpPr>
      <p:sp>
        <p:nvSpPr>
          <p:cNvPr id="12" name="Title 11"/>
          <p:cNvSpPr>
            <a:spLocks noGrp="1"/>
          </p:cNvSpPr>
          <p:nvPr>
            <p:ph type="title"/>
          </p:nvPr>
        </p:nvSpPr>
        <p:spPr/>
        <p:txBody>
          <a:bodyPr/>
          <a:lstStyle/>
          <a:p>
            <a:r>
              <a:rPr lang="en-US"/>
              <a:t>Click to edit Master title style</a:t>
            </a:r>
            <a:endParaRPr/>
          </a:p>
        </p:txBody>
      </p:sp>
      <p:sp>
        <p:nvSpPr>
          <p:cNvPr id="3" name="Picture Placeholder 2"/>
          <p:cNvSpPr>
            <a:spLocks noGrp="1"/>
          </p:cNvSpPr>
          <p:nvPr>
            <p:ph type="pic" idx="1"/>
          </p:nvPr>
        </p:nvSpPr>
        <p:spPr bwMode="ltGray">
          <a:xfrm>
            <a:off x="608013"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4" name="Text Placeholder 3"/>
          <p:cNvSpPr>
            <a:spLocks noGrp="1"/>
          </p:cNvSpPr>
          <p:nvPr>
            <p:ph type="body" sz="half" idx="2"/>
          </p:nvPr>
        </p:nvSpPr>
        <p:spPr bwMode="ltGray">
          <a:xfrm>
            <a:off x="609440" y="4267200"/>
            <a:ext cx="3429000" cy="1828800"/>
          </a:xfrm>
          <a:solidFill>
            <a:srgbClr val="425563"/>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Picture Placeholder 2"/>
          <p:cNvSpPr>
            <a:spLocks noGrp="1"/>
          </p:cNvSpPr>
          <p:nvPr>
            <p:ph type="pic" idx="13"/>
          </p:nvPr>
        </p:nvSpPr>
        <p:spPr bwMode="ltGray">
          <a:xfrm>
            <a:off x="4381500"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9" name="Text Placeholder 3"/>
          <p:cNvSpPr>
            <a:spLocks noGrp="1"/>
          </p:cNvSpPr>
          <p:nvPr>
            <p:ph type="body" sz="half" idx="14"/>
          </p:nvPr>
        </p:nvSpPr>
        <p:spPr bwMode="ltGray">
          <a:xfrm>
            <a:off x="4381500" y="4267200"/>
            <a:ext cx="3429000" cy="1828800"/>
          </a:xfrm>
          <a:solidFill>
            <a:srgbClr val="425563"/>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2"/>
          <p:cNvSpPr>
            <a:spLocks noGrp="1"/>
          </p:cNvSpPr>
          <p:nvPr>
            <p:ph type="pic" idx="15"/>
          </p:nvPr>
        </p:nvSpPr>
        <p:spPr bwMode="ltGray">
          <a:xfrm>
            <a:off x="8150384" y="1524000"/>
            <a:ext cx="3429000" cy="2667000"/>
          </a:xfrm>
        </p:spPr>
        <p:txBody>
          <a:bodyPr lIns="0" tIns="457200">
            <a:normAutofit/>
          </a:bodyPr>
          <a:lstStyle>
            <a:lvl1pPr marL="0" indent="0" algn="ct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dirty="0"/>
          </a:p>
        </p:txBody>
      </p:sp>
      <p:sp>
        <p:nvSpPr>
          <p:cNvPr id="11" name="Text Placeholder 3"/>
          <p:cNvSpPr>
            <a:spLocks noGrp="1"/>
          </p:cNvSpPr>
          <p:nvPr>
            <p:ph type="body" sz="half" idx="16"/>
          </p:nvPr>
        </p:nvSpPr>
        <p:spPr bwMode="ltGray">
          <a:xfrm>
            <a:off x="8150384" y="4267200"/>
            <a:ext cx="3429000" cy="1828800"/>
          </a:xfrm>
          <a:solidFill>
            <a:srgbClr val="425563"/>
          </a:solidFill>
        </p:spPr>
        <p:txBody>
          <a:bodyPr lIns="91440" tIns="91440" rIns="91440" bIns="91440">
            <a:noAutofit/>
          </a:bodyPr>
          <a:lstStyle>
            <a:lvl1pPr marL="0" indent="0">
              <a:spcBef>
                <a:spcPts val="900"/>
              </a:spcBef>
              <a:buNone/>
              <a:defRPr sz="18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BBCA58-86AD-4F40-BF66-913A1183EE47}" type="datetime4">
              <a:rPr lang="en-US" smtClean="0">
                <a:solidFill>
                  <a:prstClr val="black"/>
                </a:solidFill>
              </a:rPr>
              <a:pPr/>
              <a:t>January 30, 2019</a:t>
            </a:fld>
            <a:endParaRPr dirty="0">
              <a:solidFill>
                <a:prstClr val="black"/>
              </a:solidFill>
            </a:endParaRPr>
          </a:p>
        </p:txBody>
      </p:sp>
      <p:sp>
        <p:nvSpPr>
          <p:cNvPr id="6" name="Footer Placeholder 5"/>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7" name="Slide Number Placeholder 6"/>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310259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p:cSld name="Thank You">
    <p:spTree>
      <p:nvGrpSpPr>
        <p:cNvPr id="1" name=""/>
        <p:cNvGrpSpPr/>
        <p:nvPr/>
      </p:nvGrpSpPr>
      <p:grpSpPr>
        <a:xfrm>
          <a:off x="0" y="0"/>
          <a:ext cx="0" cy="0"/>
          <a:chOff x="0" y="0"/>
          <a:chExt cx="0" cy="0"/>
        </a:xfrm>
      </p:grpSpPr>
      <p:sp>
        <p:nvSpPr>
          <p:cNvPr id="2" name="Title 1"/>
          <p:cNvSpPr>
            <a:spLocks noGrp="1"/>
          </p:cNvSpPr>
          <p:nvPr>
            <p:ph type="title"/>
          </p:nvPr>
        </p:nvSpPr>
        <p:spPr>
          <a:xfrm>
            <a:off x="609441" y="2667000"/>
            <a:ext cx="9141619" cy="2286000"/>
          </a:xfrm>
        </p:spPr>
        <p:txBody>
          <a:bodyPr anchor="b">
            <a:noAutofit/>
          </a:bodyPr>
          <a:lstStyle>
            <a:lvl1pPr>
              <a:lnSpc>
                <a:spcPct val="80000"/>
              </a:lnSpc>
              <a:defRPr sz="8000"/>
            </a:lvl1pPr>
          </a:lstStyle>
          <a:p>
            <a:r>
              <a:rPr lang="en-US"/>
              <a:t>Click to edit Master title style</a:t>
            </a:r>
            <a:endParaRPr/>
          </a:p>
        </p:txBody>
      </p:sp>
      <p:sp>
        <p:nvSpPr>
          <p:cNvPr id="10" name="Text Placeholder 9"/>
          <p:cNvSpPr>
            <a:spLocks noGrp="1"/>
          </p:cNvSpPr>
          <p:nvPr>
            <p:ph type="body" sz="quarter" idx="13"/>
          </p:nvPr>
        </p:nvSpPr>
        <p:spPr>
          <a:xfrm>
            <a:off x="608013" y="5015893"/>
            <a:ext cx="9141619" cy="1080107"/>
          </a:xfrm>
        </p:spPr>
        <p:txBody>
          <a:bodyPr wrap="square">
            <a:noAutofit/>
          </a:bodyPr>
          <a:lstStyle>
            <a:lvl1pPr marL="0" indent="0">
              <a:spcBef>
                <a:spcPts val="0"/>
              </a:spcBef>
              <a:buFontTx/>
              <a:buNone/>
              <a:defRPr sz="3200"/>
            </a:lvl1pPr>
            <a:lvl2pPr marL="0" indent="0">
              <a:spcBef>
                <a:spcPts val="0"/>
              </a:spcBef>
              <a:buFontTx/>
              <a:buNone/>
              <a:defRPr sz="2000"/>
            </a:lvl2pPr>
            <a:lvl3pPr marL="0" indent="0">
              <a:spcBef>
                <a:spcPts val="0"/>
              </a:spcBef>
              <a:buFontTx/>
              <a:buNone/>
              <a:defRPr sz="2000"/>
            </a:lvl3pPr>
            <a:lvl4pPr marL="0" indent="0">
              <a:spcBef>
                <a:spcPts val="0"/>
              </a:spcBef>
              <a:buFontTx/>
              <a:buNone/>
              <a:defRPr sz="2000"/>
            </a:lvl4pPr>
            <a:lvl5pPr marL="0" indent="0">
              <a:spcBef>
                <a:spcPts val="0"/>
              </a:spcBef>
              <a:buFontTx/>
              <a:buNone/>
              <a:defRPr sz="2000"/>
            </a:lvl5pPr>
            <a:lvl6pPr marL="0" indent="0">
              <a:spcBef>
                <a:spcPts val="0"/>
              </a:spcBef>
              <a:buFontTx/>
              <a:buNone/>
              <a:defRPr sz="2000"/>
            </a:lvl6pPr>
            <a:lvl7pPr marL="0" indent="0">
              <a:spcBef>
                <a:spcPts val="0"/>
              </a:spcBef>
              <a:buFontTx/>
              <a:buNone/>
              <a:defRPr sz="2000"/>
            </a:lvl7pPr>
            <a:lvl8pPr marL="0" indent="0">
              <a:spcBef>
                <a:spcPts val="0"/>
              </a:spcBef>
              <a:buFontTx/>
              <a:buNone/>
              <a:defRPr sz="2000"/>
            </a:lvl8pPr>
            <a:lvl9pPr marL="0" indent="0">
              <a:spcBef>
                <a:spcPts val="0"/>
              </a:spcBef>
              <a:buFontTx/>
              <a:buNone/>
              <a:defRPr sz="2000"/>
            </a:lvl9pPr>
          </a:lstStyle>
          <a:p>
            <a:pPr lvl="0"/>
            <a:r>
              <a:rPr lang="en-US"/>
              <a:t>Click to edit Master text styles</a:t>
            </a:r>
          </a:p>
        </p:txBody>
      </p:sp>
      <p:grpSp>
        <p:nvGrpSpPr>
          <p:cNvPr id="6" name="Group 5"/>
          <p:cNvGrpSpPr/>
          <p:nvPr/>
        </p:nvGrpSpPr>
        <p:grpSpPr>
          <a:xfrm>
            <a:off x="606423" y="456997"/>
            <a:ext cx="3027151" cy="1219403"/>
            <a:chOff x="3578225" y="1146175"/>
            <a:chExt cx="5038725" cy="2111375"/>
          </a:xfrm>
        </p:grpSpPr>
        <p:sp>
          <p:nvSpPr>
            <p:cNvPr id="7"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prstClr val="black"/>
                </a:solidFill>
              </a:endParaRPr>
            </a:p>
          </p:txBody>
        </p:sp>
        <p:sp>
          <p:nvSpPr>
            <p:cNvPr id="8"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prstClr val="black"/>
                </a:solidFill>
              </a:endParaRPr>
            </a:p>
          </p:txBody>
        </p:sp>
      </p:grpSp>
      <p:sp>
        <p:nvSpPr>
          <p:cNvPr id="9" name="Date Placeholder 8"/>
          <p:cNvSpPr>
            <a:spLocks noGrp="1"/>
          </p:cNvSpPr>
          <p:nvPr>
            <p:ph type="dt" sz="half" idx="15"/>
          </p:nvPr>
        </p:nvSpPr>
        <p:spPr/>
        <p:txBody>
          <a:bodyPr/>
          <a:lstStyle/>
          <a:p>
            <a:fld id="{FB395617-A7D9-4AE8-82B6-3D0A191CDCBE}" type="datetime4">
              <a:rPr lang="en-US" smtClean="0">
                <a:solidFill>
                  <a:prstClr val="black"/>
                </a:solidFill>
              </a:rPr>
              <a:pPr/>
              <a:t>January 30, 2019</a:t>
            </a:fld>
            <a:endParaRPr dirty="0">
              <a:solidFill>
                <a:prstClr val="black"/>
              </a:solidFill>
            </a:endParaRPr>
          </a:p>
        </p:txBody>
      </p:sp>
      <p:sp>
        <p:nvSpPr>
          <p:cNvPr id="12" name="Footer Placeholder 11"/>
          <p:cNvSpPr>
            <a:spLocks noGrp="1"/>
          </p:cNvSpPr>
          <p:nvPr>
            <p:ph type="ftr" sz="quarter" idx="16"/>
          </p:nvPr>
        </p:nvSpPr>
        <p:spPr/>
        <p:txBody>
          <a:bodyPr/>
          <a:lstStyle/>
          <a:p>
            <a:r>
              <a:rPr lang="en-US" dirty="0">
                <a:solidFill>
                  <a:prstClr val="black"/>
                </a:solidFill>
              </a:rPr>
              <a:t>Private | Confidential | Internal Use Only </a:t>
            </a:r>
            <a:endParaRPr dirty="0">
              <a:solidFill>
                <a:prstClr val="black"/>
              </a:solidFill>
            </a:endParaRPr>
          </a:p>
        </p:txBody>
      </p:sp>
      <p:sp>
        <p:nvSpPr>
          <p:cNvPr id="13" name="Slide Number Placeholder 12"/>
          <p:cNvSpPr>
            <a:spLocks noGrp="1"/>
          </p:cNvSpPr>
          <p:nvPr>
            <p:ph type="sldNum" sz="quarter" idx="17"/>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1390662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p:cSld name="Title Slide">
    <p:bg>
      <p:bgPr>
        <a:solidFill>
          <a:schemeClr val="bg1"/>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610393" y="2209800"/>
            <a:ext cx="8229600" cy="1905000"/>
          </a:xfrm>
        </p:spPr>
        <p:txBody>
          <a:bodyPr anchor="b"/>
          <a:lstStyle>
            <a:lvl1pPr>
              <a:lnSpc>
                <a:spcPct val="80000"/>
              </a:lnSpc>
              <a:defRPr sz="6600"/>
            </a:lvl1pPr>
          </a:lstStyle>
          <a:p>
            <a:r>
              <a:rPr lang="en-US"/>
              <a:t>Click to edit Master title style</a:t>
            </a:r>
            <a:endParaRPr/>
          </a:p>
        </p:txBody>
      </p:sp>
      <p:sp>
        <p:nvSpPr>
          <p:cNvPr id="3" name="Subtitle 2"/>
          <p:cNvSpPr>
            <a:spLocks noGrp="1"/>
          </p:cNvSpPr>
          <p:nvPr>
            <p:ph type="subTitle" idx="1"/>
          </p:nvPr>
        </p:nvSpPr>
        <p:spPr>
          <a:xfrm>
            <a:off x="608013" y="4267200"/>
            <a:ext cx="8229600" cy="914400"/>
          </a:xfrm>
        </p:spPr>
        <p:txBody>
          <a:bodyPr>
            <a:noAutofit/>
          </a:bodyPr>
          <a:lstStyle>
            <a:lvl1pPr marL="0" indent="0" algn="l">
              <a:spcBef>
                <a:spcPts val="0"/>
              </a:spcBef>
              <a:buNone/>
              <a:defRPr sz="3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grpSp>
        <p:nvGrpSpPr>
          <p:cNvPr id="7" name="Group 6"/>
          <p:cNvGrpSpPr/>
          <p:nvPr/>
        </p:nvGrpSpPr>
        <p:grpSpPr>
          <a:xfrm>
            <a:off x="606423" y="456997"/>
            <a:ext cx="3027151" cy="1219403"/>
            <a:chOff x="3578225" y="1146175"/>
            <a:chExt cx="5038725" cy="2111375"/>
          </a:xfrm>
        </p:grpSpPr>
        <p:sp>
          <p:nvSpPr>
            <p:cNvPr id="8"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prstClr val="black"/>
                </a:solidFill>
              </a:endParaRPr>
            </a:p>
          </p:txBody>
        </p:sp>
        <p:sp>
          <p:nvSpPr>
            <p:cNvPr id="9"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400"/>
              <a:endParaRPr dirty="0">
                <a:solidFill>
                  <a:prstClr val="black"/>
                </a:solidFill>
              </a:endParaRPr>
            </a:p>
          </p:txBody>
        </p:sp>
      </p:grpSp>
    </p:spTree>
    <p:extLst>
      <p:ext uri="{BB962C8B-B14F-4D97-AF65-F5344CB8AC3E}">
        <p14:creationId xmlns:p14="http://schemas.microsoft.com/office/powerpoint/2010/main" val="3927291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77C6BA28-E443-46F5-AE73-D543F89EF748}" type="datetime4">
              <a:rPr lang="en-US" smtClean="0">
                <a:solidFill>
                  <a:prstClr val="black"/>
                </a:solidFill>
              </a:rPr>
              <a:pPr/>
              <a:t>January 30, 2019</a:t>
            </a:fld>
            <a:endParaRPr dirty="0">
              <a:solidFill>
                <a:prstClr val="black"/>
              </a:solidFill>
            </a:endParaRPr>
          </a:p>
        </p:txBody>
      </p:sp>
      <p:sp>
        <p:nvSpPr>
          <p:cNvPr id="5" name="Footer Placeholder 4"/>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3070267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363200" y="519236"/>
            <a:ext cx="1219198" cy="5576764"/>
          </a:xfrm>
        </p:spPr>
        <p:txBody>
          <a:bodyPr vert="eaVert"/>
          <a:lstStyle>
            <a:lvl1pPr>
              <a:defRPr/>
            </a:lvl1pPr>
          </a:lstStyle>
          <a:p>
            <a:r>
              <a:rPr lang="en-US"/>
              <a:t>Click to edit Master title style</a:t>
            </a:r>
            <a:endParaRPr/>
          </a:p>
        </p:txBody>
      </p:sp>
      <p:sp>
        <p:nvSpPr>
          <p:cNvPr id="3" name="Vertical Text Placeholder 2"/>
          <p:cNvSpPr>
            <a:spLocks noGrp="1"/>
          </p:cNvSpPr>
          <p:nvPr>
            <p:ph type="body" orient="vert" idx="1"/>
          </p:nvPr>
        </p:nvSpPr>
        <p:spPr>
          <a:xfrm>
            <a:off x="609600" y="519235"/>
            <a:ext cx="9677400" cy="55767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1452EE1A-1BE0-474E-808D-00D5A7797660}" type="datetime4">
              <a:rPr lang="en-US" smtClean="0">
                <a:solidFill>
                  <a:prstClr val="black"/>
                </a:solidFill>
              </a:rPr>
              <a:pPr/>
              <a:t>January 30, 2019</a:t>
            </a:fld>
            <a:endParaRPr dirty="0">
              <a:solidFill>
                <a:prstClr val="black"/>
              </a:solidFill>
            </a:endParaRPr>
          </a:p>
        </p:txBody>
      </p:sp>
      <p:sp>
        <p:nvSpPr>
          <p:cNvPr id="5" name="Footer Placeholder 4"/>
          <p:cNvSpPr>
            <a:spLocks noGrp="1"/>
          </p:cNvSpPr>
          <p:nvPr>
            <p:ph type="ftr" sz="quarter" idx="11"/>
          </p:nvPr>
        </p:nvSpPr>
        <p:spPr/>
        <p:txBody>
          <a:bodyPr/>
          <a:lstStyle/>
          <a:p>
            <a:r>
              <a:rPr lang="en-US" dirty="0">
                <a:solidFill>
                  <a:prstClr val="black"/>
                </a:solidFill>
              </a:rPr>
              <a:t>Private | Confidential | Internal Use Only </a:t>
            </a:r>
            <a:endParaRPr dirty="0">
              <a:solidFill>
                <a:prstClr val="black"/>
              </a:solidFill>
            </a:endParaRPr>
          </a:p>
        </p:txBody>
      </p:sp>
      <p:sp>
        <p:nvSpPr>
          <p:cNvPr id="6" name="Slide Number Placeholder 5"/>
          <p:cNvSpPr>
            <a:spLocks noGrp="1"/>
          </p:cNvSpPr>
          <p:nvPr>
            <p:ph type="sldNum" sz="quarter" idx="12"/>
          </p:nvPr>
        </p:nvSpPr>
        <p:spPr/>
        <p:txBody>
          <a:bodyPr/>
          <a:lstStyle/>
          <a:p>
            <a:fld id="{B016F8AB-BCEA-4347-8BA6-BE776009BC89}" type="slidenum">
              <a:rPr>
                <a:solidFill>
                  <a:srgbClr val="5F7A76"/>
                </a:solidFill>
              </a:rPr>
              <a:pPr/>
              <a:t>‹#›</a:t>
            </a:fld>
            <a:endParaRPr dirty="0">
              <a:solidFill>
                <a:srgbClr val="5F7A76"/>
              </a:solidFill>
            </a:endParaRPr>
          </a:p>
        </p:txBody>
      </p:sp>
    </p:spTree>
    <p:extLst>
      <p:ext uri="{BB962C8B-B14F-4D97-AF65-F5344CB8AC3E}">
        <p14:creationId xmlns:p14="http://schemas.microsoft.com/office/powerpoint/2010/main" val="1411970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userDrawn="1">
  <p:cSld name="Blue divider slide">
    <p:bg>
      <p:bgPr>
        <a:solidFill>
          <a:schemeClr val="tx2"/>
        </a:solidFill>
        <a:effectLst/>
      </p:bgPr>
    </p:bg>
    <p:spTree>
      <p:nvGrpSpPr>
        <p:cNvPr id="1" name=""/>
        <p:cNvGrpSpPr/>
        <p:nvPr/>
      </p:nvGrpSpPr>
      <p:grpSpPr>
        <a:xfrm>
          <a:off x="0" y="0"/>
          <a:ext cx="0" cy="0"/>
          <a:chOff x="0" y="0"/>
          <a:chExt cx="0" cy="0"/>
        </a:xfrm>
      </p:grpSpPr>
      <p:sp>
        <p:nvSpPr>
          <p:cNvPr id="16" name="Title 1"/>
          <p:cNvSpPr>
            <a:spLocks noGrp="1"/>
          </p:cNvSpPr>
          <p:nvPr>
            <p:ph type="ctrTitle" hasCustomPrompt="1"/>
          </p:nvPr>
        </p:nvSpPr>
        <p:spPr bwMode="black">
          <a:xfrm>
            <a:off x="438912" y="317771"/>
            <a:ext cx="9629803" cy="2675604"/>
          </a:xfrm>
          <a:prstGeom prst="rect">
            <a:avLst/>
          </a:prstGeom>
        </p:spPr>
        <p:txBody>
          <a:bodyPr wrap="square" lIns="0" tIns="0" rIns="0" bIns="0" anchor="t" anchorCtr="0">
            <a:noAutofit/>
          </a:bodyPr>
          <a:lstStyle>
            <a:lvl1pPr algn="l">
              <a:lnSpc>
                <a:spcPct val="90000"/>
              </a:lnSpc>
              <a:defRPr sz="5333" b="1" i="0" spc="-133" baseline="0">
                <a:solidFill>
                  <a:schemeClr val="bg1"/>
                </a:solidFill>
                <a:latin typeface="HP Simplified" pitchFamily="34" charset="0"/>
                <a:cs typeface="HP Simplified" pitchFamily="34" charset="0"/>
              </a:defRPr>
            </a:lvl1pPr>
          </a:lstStyle>
          <a:p>
            <a:r>
              <a:rPr lang="en-US" noProof="0" dirty="0"/>
              <a:t>Click to edit </a:t>
            </a:r>
            <a:br>
              <a:rPr lang="en-US" noProof="0" dirty="0"/>
            </a:br>
            <a:r>
              <a:rPr lang="en-US" noProof="0" dirty="0"/>
              <a:t>master </a:t>
            </a:r>
            <a:br>
              <a:rPr lang="en-US" noProof="0" dirty="0"/>
            </a:br>
            <a:r>
              <a:rPr lang="en-US" noProof="0" dirty="0"/>
              <a:t>title style</a:t>
            </a:r>
          </a:p>
        </p:txBody>
      </p:sp>
      <p:pic>
        <p:nvPicPr>
          <p:cNvPr id="7" name="Picture 6" descr="HP_White_RGB_150_SM.png"/>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40285" y="6047232"/>
            <a:ext cx="487648" cy="487648"/>
          </a:xfrm>
          <a:prstGeom prst="rect">
            <a:avLst/>
          </a:prstGeom>
        </p:spPr>
      </p:pic>
      <p:sp>
        <p:nvSpPr>
          <p:cNvPr id="6" name="TextBox 5"/>
          <p:cNvSpPr txBox="1"/>
          <p:nvPr userDrawn="1"/>
        </p:nvSpPr>
        <p:spPr>
          <a:xfrm>
            <a:off x="438913" y="6345071"/>
            <a:ext cx="10683393" cy="304800"/>
          </a:xfrm>
          <a:prstGeom prst="rect">
            <a:avLst/>
          </a:prstGeom>
          <a:noFill/>
        </p:spPr>
        <p:txBody>
          <a:bodyPr wrap="square" lIns="0" rtlCol="0">
            <a:noAutofit/>
          </a:bodyPr>
          <a:lstStyle/>
          <a:p>
            <a:pPr defTabSz="609585">
              <a:defRPr/>
            </a:pPr>
            <a:r>
              <a:rPr lang="en-US" sz="933" dirty="0">
                <a:solidFill>
                  <a:prstClr val="white"/>
                </a:solidFill>
                <a:latin typeface="HP Simplified"/>
                <a:cs typeface="HP Simplified"/>
              </a:rPr>
              <a:t>© Copyright 2014 Hewlett-Packard Development Company, L.P.  The information contained herein is subject to change without notice.</a:t>
            </a:r>
          </a:p>
        </p:txBody>
      </p:sp>
    </p:spTree>
    <p:extLst>
      <p:ext uri="{BB962C8B-B14F-4D97-AF65-F5344CB8AC3E}">
        <p14:creationId xmlns:p14="http://schemas.microsoft.com/office/powerpoint/2010/main" val="1256456086"/>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userDrawn="1">
  <p:cSld name="Title with 2 columns">
    <p:spTree>
      <p:nvGrpSpPr>
        <p:cNvPr id="1" name=""/>
        <p:cNvGrpSpPr/>
        <p:nvPr/>
      </p:nvGrpSpPr>
      <p:grpSpPr>
        <a:xfrm>
          <a:off x="0" y="0"/>
          <a:ext cx="0" cy="0"/>
          <a:chOff x="0" y="0"/>
          <a:chExt cx="0" cy="0"/>
        </a:xfrm>
      </p:grpSpPr>
      <p:sp>
        <p:nvSpPr>
          <p:cNvPr id="13" name="Title Placeholder 1"/>
          <p:cNvSpPr>
            <a:spLocks noGrp="1"/>
          </p:cNvSpPr>
          <p:nvPr>
            <p:ph type="title" hasCustomPrompt="1"/>
          </p:nvPr>
        </p:nvSpPr>
        <p:spPr bwMode="black">
          <a:xfrm>
            <a:off x="438912" y="313419"/>
            <a:ext cx="10822941" cy="387798"/>
          </a:xfrm>
          <a:prstGeom prst="rect">
            <a:avLst/>
          </a:prstGeom>
          <a:ln>
            <a:noFill/>
          </a:ln>
        </p:spPr>
        <p:txBody>
          <a:bodyPr vert="horz" wrap="square" lIns="0" tIns="0" rIns="0" bIns="0" rtlCol="0" anchor="t" anchorCtr="0">
            <a:spAutoFit/>
          </a:bodyPr>
          <a:lstStyle>
            <a:lvl1pPr>
              <a:defRPr>
                <a:solidFill>
                  <a:srgbClr val="000000"/>
                </a:solidFill>
              </a:defRPr>
            </a:lvl1pPr>
          </a:lstStyle>
          <a:p>
            <a:r>
              <a:rPr lang="en-US" noProof="0" dirty="0"/>
              <a:t>Click to edit master title style</a:t>
            </a:r>
          </a:p>
        </p:txBody>
      </p:sp>
      <p:sp>
        <p:nvSpPr>
          <p:cNvPr id="8" name="Content Placeholder 7"/>
          <p:cNvSpPr>
            <a:spLocks noGrp="1"/>
          </p:cNvSpPr>
          <p:nvPr>
            <p:ph sz="quarter" idx="16"/>
          </p:nvPr>
        </p:nvSpPr>
        <p:spPr>
          <a:xfrm>
            <a:off x="438912" y="1584961"/>
            <a:ext cx="5374216" cy="4293025"/>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9"/>
          <p:cNvSpPr>
            <a:spLocks noGrp="1"/>
          </p:cNvSpPr>
          <p:nvPr>
            <p:ph sz="quarter" idx="17"/>
          </p:nvPr>
        </p:nvSpPr>
        <p:spPr>
          <a:xfrm>
            <a:off x="6091767" y="1584960"/>
            <a:ext cx="5171019" cy="4296832"/>
          </a:xfrm>
        </p:spPr>
        <p:txBody>
          <a:bodyPr/>
          <a:lstStyle>
            <a:lvl2pPr>
              <a:defRPr>
                <a:solidFill>
                  <a:srgbClr val="000000"/>
                </a:solidFill>
              </a:defRPr>
            </a:lvl2pPr>
            <a:lvl3pPr>
              <a:defRPr>
                <a:solidFill>
                  <a:srgbClr val="000000"/>
                </a:solidFill>
              </a:defRPr>
            </a:lvl3pPr>
            <a:lvl4pPr>
              <a:defRPr>
                <a:solidFill>
                  <a:srgbClr val="000000"/>
                </a:solidFill>
              </a:defRPr>
            </a:lvl4pPr>
            <a:lvl5pPr>
              <a:defRPr>
                <a:solidFill>
                  <a:srgbClr val="00000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05085211"/>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slideLayout" Target="../slideLayouts/slideLayout68.xml"/><Relationship Id="rId18" Type="http://schemas.openxmlformats.org/officeDocument/2006/relationships/slideLayout" Target="../slideLayouts/slideLayout73.xml"/><Relationship Id="rId26" Type="http://schemas.openxmlformats.org/officeDocument/2006/relationships/slideLayout" Target="../slideLayouts/slideLayout81.xml"/><Relationship Id="rId3" Type="http://schemas.openxmlformats.org/officeDocument/2006/relationships/slideLayout" Target="../slideLayouts/slideLayout58.xml"/><Relationship Id="rId21" Type="http://schemas.openxmlformats.org/officeDocument/2006/relationships/slideLayout" Target="../slideLayouts/slideLayout76.xml"/><Relationship Id="rId34" Type="http://schemas.openxmlformats.org/officeDocument/2006/relationships/slideLayout" Target="../slideLayouts/slideLayout89.xml"/><Relationship Id="rId7" Type="http://schemas.openxmlformats.org/officeDocument/2006/relationships/slideLayout" Target="../slideLayouts/slideLayout62.xml"/><Relationship Id="rId12" Type="http://schemas.openxmlformats.org/officeDocument/2006/relationships/slideLayout" Target="../slideLayouts/slideLayout67.xml"/><Relationship Id="rId17" Type="http://schemas.openxmlformats.org/officeDocument/2006/relationships/slideLayout" Target="../slideLayouts/slideLayout72.xml"/><Relationship Id="rId25" Type="http://schemas.openxmlformats.org/officeDocument/2006/relationships/slideLayout" Target="../slideLayouts/slideLayout80.xml"/><Relationship Id="rId33" Type="http://schemas.openxmlformats.org/officeDocument/2006/relationships/slideLayout" Target="../slideLayouts/slideLayout88.xml"/><Relationship Id="rId2" Type="http://schemas.openxmlformats.org/officeDocument/2006/relationships/slideLayout" Target="../slideLayouts/slideLayout57.xml"/><Relationship Id="rId16" Type="http://schemas.openxmlformats.org/officeDocument/2006/relationships/slideLayout" Target="../slideLayouts/slideLayout71.xml"/><Relationship Id="rId20" Type="http://schemas.openxmlformats.org/officeDocument/2006/relationships/slideLayout" Target="../slideLayouts/slideLayout75.xml"/><Relationship Id="rId29" Type="http://schemas.openxmlformats.org/officeDocument/2006/relationships/slideLayout" Target="../slideLayouts/slideLayout84.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24" Type="http://schemas.openxmlformats.org/officeDocument/2006/relationships/slideLayout" Target="../slideLayouts/slideLayout79.xml"/><Relationship Id="rId32" Type="http://schemas.openxmlformats.org/officeDocument/2006/relationships/slideLayout" Target="../slideLayouts/slideLayout87.xml"/><Relationship Id="rId5" Type="http://schemas.openxmlformats.org/officeDocument/2006/relationships/slideLayout" Target="../slideLayouts/slideLayout60.xml"/><Relationship Id="rId15" Type="http://schemas.openxmlformats.org/officeDocument/2006/relationships/slideLayout" Target="../slideLayouts/slideLayout70.xml"/><Relationship Id="rId23" Type="http://schemas.openxmlformats.org/officeDocument/2006/relationships/slideLayout" Target="../slideLayouts/slideLayout78.xml"/><Relationship Id="rId28" Type="http://schemas.openxmlformats.org/officeDocument/2006/relationships/slideLayout" Target="../slideLayouts/slideLayout83.xml"/><Relationship Id="rId10" Type="http://schemas.openxmlformats.org/officeDocument/2006/relationships/slideLayout" Target="../slideLayouts/slideLayout65.xml"/><Relationship Id="rId19" Type="http://schemas.openxmlformats.org/officeDocument/2006/relationships/slideLayout" Target="../slideLayouts/slideLayout74.xml"/><Relationship Id="rId31" Type="http://schemas.openxmlformats.org/officeDocument/2006/relationships/slideLayout" Target="../slideLayouts/slideLayout86.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slideLayout" Target="../slideLayouts/slideLayout69.xml"/><Relationship Id="rId22" Type="http://schemas.openxmlformats.org/officeDocument/2006/relationships/slideLayout" Target="../slideLayouts/slideLayout77.xml"/><Relationship Id="rId27" Type="http://schemas.openxmlformats.org/officeDocument/2006/relationships/slideLayout" Target="../slideLayouts/slideLayout82.xml"/><Relationship Id="rId30" Type="http://schemas.openxmlformats.org/officeDocument/2006/relationships/slideLayout" Target="../slideLayouts/slideLayout85.xml"/><Relationship Id="rId3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slideLayout" Target="../slideLayouts/slideLayout102.xml"/><Relationship Id="rId18" Type="http://schemas.openxmlformats.org/officeDocument/2006/relationships/slideLayout" Target="../slideLayouts/slideLayout107.xml"/><Relationship Id="rId26" Type="http://schemas.openxmlformats.org/officeDocument/2006/relationships/slideLayout" Target="../slideLayouts/slideLayout115.xml"/><Relationship Id="rId3" Type="http://schemas.openxmlformats.org/officeDocument/2006/relationships/slideLayout" Target="../slideLayouts/slideLayout92.xml"/><Relationship Id="rId21" Type="http://schemas.openxmlformats.org/officeDocument/2006/relationships/slideLayout" Target="../slideLayouts/slideLayout110.xml"/><Relationship Id="rId34" Type="http://schemas.openxmlformats.org/officeDocument/2006/relationships/slideLayout" Target="../slideLayouts/slideLayout123.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17" Type="http://schemas.openxmlformats.org/officeDocument/2006/relationships/slideLayout" Target="../slideLayouts/slideLayout106.xml"/><Relationship Id="rId25" Type="http://schemas.openxmlformats.org/officeDocument/2006/relationships/slideLayout" Target="../slideLayouts/slideLayout114.xml"/><Relationship Id="rId33" Type="http://schemas.openxmlformats.org/officeDocument/2006/relationships/slideLayout" Target="../slideLayouts/slideLayout122.xml"/><Relationship Id="rId2" Type="http://schemas.openxmlformats.org/officeDocument/2006/relationships/slideLayout" Target="../slideLayouts/slideLayout91.xml"/><Relationship Id="rId16" Type="http://schemas.openxmlformats.org/officeDocument/2006/relationships/slideLayout" Target="../slideLayouts/slideLayout105.xml"/><Relationship Id="rId20" Type="http://schemas.openxmlformats.org/officeDocument/2006/relationships/slideLayout" Target="../slideLayouts/slideLayout109.xml"/><Relationship Id="rId29" Type="http://schemas.openxmlformats.org/officeDocument/2006/relationships/slideLayout" Target="../slideLayouts/slideLayout118.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24" Type="http://schemas.openxmlformats.org/officeDocument/2006/relationships/slideLayout" Target="../slideLayouts/slideLayout113.xml"/><Relationship Id="rId32" Type="http://schemas.openxmlformats.org/officeDocument/2006/relationships/slideLayout" Target="../slideLayouts/slideLayout121.xml"/><Relationship Id="rId5" Type="http://schemas.openxmlformats.org/officeDocument/2006/relationships/slideLayout" Target="../slideLayouts/slideLayout94.xml"/><Relationship Id="rId15" Type="http://schemas.openxmlformats.org/officeDocument/2006/relationships/slideLayout" Target="../slideLayouts/slideLayout104.xml"/><Relationship Id="rId23" Type="http://schemas.openxmlformats.org/officeDocument/2006/relationships/slideLayout" Target="../slideLayouts/slideLayout112.xml"/><Relationship Id="rId28" Type="http://schemas.openxmlformats.org/officeDocument/2006/relationships/slideLayout" Target="../slideLayouts/slideLayout117.xml"/><Relationship Id="rId36" Type="http://schemas.openxmlformats.org/officeDocument/2006/relationships/theme" Target="../theme/theme3.xml"/><Relationship Id="rId10" Type="http://schemas.openxmlformats.org/officeDocument/2006/relationships/slideLayout" Target="../slideLayouts/slideLayout99.xml"/><Relationship Id="rId19" Type="http://schemas.openxmlformats.org/officeDocument/2006/relationships/slideLayout" Target="../slideLayouts/slideLayout108.xml"/><Relationship Id="rId31" Type="http://schemas.openxmlformats.org/officeDocument/2006/relationships/slideLayout" Target="../slideLayouts/slideLayout120.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slideLayout" Target="../slideLayouts/slideLayout103.xml"/><Relationship Id="rId22" Type="http://schemas.openxmlformats.org/officeDocument/2006/relationships/slideLayout" Target="../slideLayouts/slideLayout111.xml"/><Relationship Id="rId27" Type="http://schemas.openxmlformats.org/officeDocument/2006/relationships/slideLayout" Target="../slideLayouts/slideLayout116.xml"/><Relationship Id="rId30" Type="http://schemas.openxmlformats.org/officeDocument/2006/relationships/slideLayout" Target="../slideLayouts/slideLayout119.xml"/><Relationship Id="rId35" Type="http://schemas.openxmlformats.org/officeDocument/2006/relationships/slideLayout" Target="../slideLayouts/slideLayout12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32.xml"/><Relationship Id="rId13" Type="http://schemas.openxmlformats.org/officeDocument/2006/relationships/slideLayout" Target="../slideLayouts/slideLayout137.xml"/><Relationship Id="rId18" Type="http://schemas.openxmlformats.org/officeDocument/2006/relationships/slideLayout" Target="../slideLayouts/slideLayout142.xml"/><Relationship Id="rId26" Type="http://schemas.openxmlformats.org/officeDocument/2006/relationships/slideLayout" Target="../slideLayouts/slideLayout150.xml"/><Relationship Id="rId3" Type="http://schemas.openxmlformats.org/officeDocument/2006/relationships/slideLayout" Target="../slideLayouts/slideLayout127.xml"/><Relationship Id="rId21" Type="http://schemas.openxmlformats.org/officeDocument/2006/relationships/slideLayout" Target="../slideLayouts/slideLayout145.xml"/><Relationship Id="rId34" Type="http://schemas.openxmlformats.org/officeDocument/2006/relationships/slideLayout" Target="../slideLayouts/slideLayout158.xml"/><Relationship Id="rId7" Type="http://schemas.openxmlformats.org/officeDocument/2006/relationships/slideLayout" Target="../slideLayouts/slideLayout131.xml"/><Relationship Id="rId12" Type="http://schemas.openxmlformats.org/officeDocument/2006/relationships/slideLayout" Target="../slideLayouts/slideLayout136.xml"/><Relationship Id="rId17" Type="http://schemas.openxmlformats.org/officeDocument/2006/relationships/slideLayout" Target="../slideLayouts/slideLayout141.xml"/><Relationship Id="rId25" Type="http://schemas.openxmlformats.org/officeDocument/2006/relationships/slideLayout" Target="../slideLayouts/slideLayout149.xml"/><Relationship Id="rId33" Type="http://schemas.openxmlformats.org/officeDocument/2006/relationships/slideLayout" Target="../slideLayouts/slideLayout157.xml"/><Relationship Id="rId2" Type="http://schemas.openxmlformats.org/officeDocument/2006/relationships/slideLayout" Target="../slideLayouts/slideLayout126.xml"/><Relationship Id="rId16" Type="http://schemas.openxmlformats.org/officeDocument/2006/relationships/slideLayout" Target="../slideLayouts/slideLayout140.xml"/><Relationship Id="rId20" Type="http://schemas.openxmlformats.org/officeDocument/2006/relationships/slideLayout" Target="../slideLayouts/slideLayout144.xml"/><Relationship Id="rId29" Type="http://schemas.openxmlformats.org/officeDocument/2006/relationships/slideLayout" Target="../slideLayouts/slideLayout153.xml"/><Relationship Id="rId1" Type="http://schemas.openxmlformats.org/officeDocument/2006/relationships/slideLayout" Target="../slideLayouts/slideLayout125.xml"/><Relationship Id="rId6" Type="http://schemas.openxmlformats.org/officeDocument/2006/relationships/slideLayout" Target="../slideLayouts/slideLayout130.xml"/><Relationship Id="rId11" Type="http://schemas.openxmlformats.org/officeDocument/2006/relationships/slideLayout" Target="../slideLayouts/slideLayout135.xml"/><Relationship Id="rId24" Type="http://schemas.openxmlformats.org/officeDocument/2006/relationships/slideLayout" Target="../slideLayouts/slideLayout148.xml"/><Relationship Id="rId32" Type="http://schemas.openxmlformats.org/officeDocument/2006/relationships/slideLayout" Target="../slideLayouts/slideLayout156.xml"/><Relationship Id="rId5" Type="http://schemas.openxmlformats.org/officeDocument/2006/relationships/slideLayout" Target="../slideLayouts/slideLayout129.xml"/><Relationship Id="rId15" Type="http://schemas.openxmlformats.org/officeDocument/2006/relationships/slideLayout" Target="../slideLayouts/slideLayout139.xml"/><Relationship Id="rId23" Type="http://schemas.openxmlformats.org/officeDocument/2006/relationships/slideLayout" Target="../slideLayouts/slideLayout147.xml"/><Relationship Id="rId28" Type="http://schemas.openxmlformats.org/officeDocument/2006/relationships/slideLayout" Target="../slideLayouts/slideLayout152.xml"/><Relationship Id="rId36" Type="http://schemas.openxmlformats.org/officeDocument/2006/relationships/theme" Target="../theme/theme4.xml"/><Relationship Id="rId10" Type="http://schemas.openxmlformats.org/officeDocument/2006/relationships/slideLayout" Target="../slideLayouts/slideLayout134.xml"/><Relationship Id="rId19" Type="http://schemas.openxmlformats.org/officeDocument/2006/relationships/slideLayout" Target="../slideLayouts/slideLayout143.xml"/><Relationship Id="rId31" Type="http://schemas.openxmlformats.org/officeDocument/2006/relationships/slideLayout" Target="../slideLayouts/slideLayout155.xml"/><Relationship Id="rId4" Type="http://schemas.openxmlformats.org/officeDocument/2006/relationships/slideLayout" Target="../slideLayouts/slideLayout128.xml"/><Relationship Id="rId9" Type="http://schemas.openxmlformats.org/officeDocument/2006/relationships/slideLayout" Target="../slideLayouts/slideLayout133.xml"/><Relationship Id="rId14" Type="http://schemas.openxmlformats.org/officeDocument/2006/relationships/slideLayout" Target="../slideLayouts/slideLayout138.xml"/><Relationship Id="rId22" Type="http://schemas.openxmlformats.org/officeDocument/2006/relationships/slideLayout" Target="../slideLayouts/slideLayout146.xml"/><Relationship Id="rId27" Type="http://schemas.openxmlformats.org/officeDocument/2006/relationships/slideLayout" Target="../slideLayouts/slideLayout151.xml"/><Relationship Id="rId30" Type="http://schemas.openxmlformats.org/officeDocument/2006/relationships/slideLayout" Target="../slideLayouts/slideLayout154.xml"/><Relationship Id="rId35" Type="http://schemas.openxmlformats.org/officeDocument/2006/relationships/slideLayout" Target="../slideLayouts/slideLayout15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946786" y="429273"/>
            <a:ext cx="10311765" cy="1080000"/>
          </a:xfrm>
          <a:prstGeom prst="rect">
            <a:avLst/>
          </a:prstGeom>
        </p:spPr>
        <p:txBody>
          <a:bodyPr vert="horz" lIns="0" tIns="45720" rIns="91440" bIns="45720" rtlCol="0" anchor="t">
            <a:noAutofit/>
          </a:bodyPr>
          <a:lstStyle/>
          <a:p>
            <a:r>
              <a:rPr lang="en-US" dirty="0"/>
              <a:t>Title Text</a:t>
            </a:r>
            <a:br>
              <a:rPr lang="en-US" dirty="0"/>
            </a:br>
            <a:r>
              <a:rPr lang="en-US" dirty="0"/>
              <a:t>with up to two lines</a:t>
            </a:r>
          </a:p>
        </p:txBody>
      </p:sp>
      <p:sp>
        <p:nvSpPr>
          <p:cNvPr id="3" name="Text Placeholder"/>
          <p:cNvSpPr>
            <a:spLocks noGrp="1"/>
          </p:cNvSpPr>
          <p:nvPr>
            <p:ph type="body" idx="1"/>
          </p:nvPr>
        </p:nvSpPr>
        <p:spPr>
          <a:xfrm>
            <a:off x="946786" y="1728000"/>
            <a:ext cx="10311765" cy="4452138"/>
          </a:xfrm>
          <a:prstGeom prst="rect">
            <a:avLst/>
          </a:prstGeom>
        </p:spPr>
        <p:txBody>
          <a:bodyPr vert="horz" lIns="0" tIns="45720" rIns="91440" bIns="45720" rtlCol="0">
            <a:noAutofit/>
          </a:bodyPr>
          <a:lstStyle/>
          <a:p>
            <a:pPr lvl="0"/>
            <a:r>
              <a:rPr lang="en-US" dirty="0"/>
              <a:t>First level 28 </a:t>
            </a:r>
            <a:r>
              <a:rPr lang="en-US" dirty="0" err="1"/>
              <a:t>pt</a:t>
            </a:r>
            <a:endParaRPr lang="en-US" dirty="0"/>
          </a:p>
          <a:p>
            <a:pPr lvl="1"/>
            <a:r>
              <a:rPr lang="en-US" dirty="0"/>
              <a:t>Second level 20 </a:t>
            </a:r>
            <a:r>
              <a:rPr lang="en-US" dirty="0" err="1"/>
              <a:t>pt</a:t>
            </a:r>
            <a:endParaRPr lang="en-US" dirty="0"/>
          </a:p>
          <a:p>
            <a:pPr lvl="2"/>
            <a:r>
              <a:rPr lang="en-US" dirty="0"/>
              <a:t>Third level 18 </a:t>
            </a:r>
            <a:r>
              <a:rPr lang="en-US" dirty="0" err="1"/>
              <a:t>pt</a:t>
            </a:r>
            <a:endParaRPr lang="en-US" dirty="0"/>
          </a:p>
          <a:p>
            <a:pPr lvl="3"/>
            <a:r>
              <a:rPr lang="en-US" dirty="0"/>
              <a:t>Fourth level 16 </a:t>
            </a:r>
            <a:r>
              <a:rPr lang="en-US" dirty="0" err="1"/>
              <a:t>pt</a:t>
            </a:r>
            <a:endParaRPr lang="en-US" dirty="0"/>
          </a:p>
          <a:p>
            <a:pPr lvl="4"/>
            <a:r>
              <a:rPr lang="en-US" dirty="0"/>
              <a:t>Fifth level – avoid as too small</a:t>
            </a:r>
          </a:p>
        </p:txBody>
      </p:sp>
      <p:sp>
        <p:nvSpPr>
          <p:cNvPr id="24" name="Slide Number Placeholder"/>
          <p:cNvSpPr>
            <a:spLocks noGrp="1"/>
          </p:cNvSpPr>
          <p:nvPr>
            <p:ph type="sldNum" sz="quarter" idx="4"/>
          </p:nvPr>
        </p:nvSpPr>
        <p:spPr>
          <a:xfrm>
            <a:off x="182880" y="6409944"/>
            <a:ext cx="365760" cy="274320"/>
          </a:xfrm>
          <a:prstGeom prst="rect">
            <a:avLst/>
          </a:prstGeom>
        </p:spPr>
        <p:txBody>
          <a:bodyPr wrap="none" anchor="ctr"/>
          <a:lstStyle>
            <a:lvl1pPr>
              <a:defRPr sz="1100">
                <a:solidFill>
                  <a:schemeClr val="bg1">
                    <a:lumMod val="75000"/>
                  </a:schemeClr>
                </a:solidFill>
              </a:defRPr>
            </a:lvl1pPr>
          </a:lstStyle>
          <a:p>
            <a:fld id="{0FB999A9-77CE-4AD1-9911-24A29F08BC34}" type="slidenum">
              <a:rPr lang="en-US" smtClean="0"/>
              <a:pPr/>
              <a:t>‹#›</a:t>
            </a:fld>
            <a:endParaRPr lang="en-US" dirty="0"/>
          </a:p>
        </p:txBody>
      </p:sp>
      <p:grpSp>
        <p:nvGrpSpPr>
          <p:cNvPr id="54" name="Logo"/>
          <p:cNvGrpSpPr>
            <a:grpSpLocks noChangeAspect="1"/>
          </p:cNvGrpSpPr>
          <p:nvPr userDrawn="1"/>
        </p:nvGrpSpPr>
        <p:grpSpPr>
          <a:xfrm>
            <a:off x="11051812" y="6398865"/>
            <a:ext cx="875755" cy="212246"/>
            <a:chOff x="941528" y="4056809"/>
            <a:chExt cx="1454151" cy="352425"/>
          </a:xfrm>
          <a:solidFill>
            <a:schemeClr val="bg1">
              <a:lumMod val="75000"/>
            </a:schemeClr>
          </a:solidFill>
        </p:grpSpPr>
        <p:sp>
          <p:nvSpPr>
            <p:cNvPr id="55" name="Freeform 5"/>
            <p:cNvSpPr>
              <a:spLocks/>
            </p:cNvSpPr>
            <p:nvPr/>
          </p:nvSpPr>
          <p:spPr bwMode="auto">
            <a:xfrm>
              <a:off x="1009791" y="4056809"/>
              <a:ext cx="282575" cy="282575"/>
            </a:xfrm>
            <a:custGeom>
              <a:avLst/>
              <a:gdLst>
                <a:gd name="T0" fmla="*/ 178 w 178"/>
                <a:gd name="T1" fmla="*/ 0 h 178"/>
                <a:gd name="T2" fmla="*/ 178 w 178"/>
                <a:gd name="T3" fmla="*/ 178 h 178"/>
                <a:gd name="T4" fmla="*/ 135 w 178"/>
                <a:gd name="T5" fmla="*/ 178 h 178"/>
                <a:gd name="T6" fmla="*/ 135 w 178"/>
                <a:gd name="T7" fmla="*/ 43 h 178"/>
                <a:gd name="T8" fmla="*/ 0 w 178"/>
                <a:gd name="T9" fmla="*/ 43 h 178"/>
                <a:gd name="T10" fmla="*/ 0 w 178"/>
                <a:gd name="T11" fmla="*/ 0 h 178"/>
                <a:gd name="T12" fmla="*/ 178 w 178"/>
                <a:gd name="T13" fmla="*/ 0 h 178"/>
              </a:gdLst>
              <a:ahLst/>
              <a:cxnLst>
                <a:cxn ang="0">
                  <a:pos x="T0" y="T1"/>
                </a:cxn>
                <a:cxn ang="0">
                  <a:pos x="T2" y="T3"/>
                </a:cxn>
                <a:cxn ang="0">
                  <a:pos x="T4" y="T5"/>
                </a:cxn>
                <a:cxn ang="0">
                  <a:pos x="T6" y="T7"/>
                </a:cxn>
                <a:cxn ang="0">
                  <a:pos x="T8" y="T9"/>
                </a:cxn>
                <a:cxn ang="0">
                  <a:pos x="T10" y="T11"/>
                </a:cxn>
                <a:cxn ang="0">
                  <a:pos x="T12" y="T13"/>
                </a:cxn>
              </a:cxnLst>
              <a:rect l="0" t="0" r="r" b="b"/>
              <a:pathLst>
                <a:path w="178" h="178">
                  <a:moveTo>
                    <a:pt x="178" y="0"/>
                  </a:moveTo>
                  <a:lnTo>
                    <a:pt x="178" y="178"/>
                  </a:lnTo>
                  <a:lnTo>
                    <a:pt x="135" y="178"/>
                  </a:lnTo>
                  <a:lnTo>
                    <a:pt x="135" y="43"/>
                  </a:lnTo>
                  <a:lnTo>
                    <a:pt x="0" y="43"/>
                  </a:lnTo>
                  <a:lnTo>
                    <a:pt x="0" y="0"/>
                  </a:lnTo>
                  <a:lnTo>
                    <a:pt x="178" y="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56" name="Freeform 6"/>
            <p:cNvSpPr>
              <a:spLocks/>
            </p:cNvSpPr>
            <p:nvPr/>
          </p:nvSpPr>
          <p:spPr bwMode="auto">
            <a:xfrm>
              <a:off x="941528" y="4125071"/>
              <a:ext cx="282575" cy="284163"/>
            </a:xfrm>
            <a:custGeom>
              <a:avLst/>
              <a:gdLst>
                <a:gd name="T0" fmla="*/ 178 w 178"/>
                <a:gd name="T1" fmla="*/ 135 h 179"/>
                <a:gd name="T2" fmla="*/ 178 w 178"/>
                <a:gd name="T3" fmla="*/ 179 h 179"/>
                <a:gd name="T4" fmla="*/ 0 w 178"/>
                <a:gd name="T5" fmla="*/ 179 h 179"/>
                <a:gd name="T6" fmla="*/ 0 w 178"/>
                <a:gd name="T7" fmla="*/ 0 h 179"/>
                <a:gd name="T8" fmla="*/ 43 w 178"/>
                <a:gd name="T9" fmla="*/ 0 h 179"/>
                <a:gd name="T10" fmla="*/ 43 w 178"/>
                <a:gd name="T11" fmla="*/ 135 h 179"/>
                <a:gd name="T12" fmla="*/ 178 w 178"/>
                <a:gd name="T13" fmla="*/ 135 h 179"/>
              </a:gdLst>
              <a:ahLst/>
              <a:cxnLst>
                <a:cxn ang="0">
                  <a:pos x="T0" y="T1"/>
                </a:cxn>
                <a:cxn ang="0">
                  <a:pos x="T2" y="T3"/>
                </a:cxn>
                <a:cxn ang="0">
                  <a:pos x="T4" y="T5"/>
                </a:cxn>
                <a:cxn ang="0">
                  <a:pos x="T6" y="T7"/>
                </a:cxn>
                <a:cxn ang="0">
                  <a:pos x="T8" y="T9"/>
                </a:cxn>
                <a:cxn ang="0">
                  <a:pos x="T10" y="T11"/>
                </a:cxn>
                <a:cxn ang="0">
                  <a:pos x="T12" y="T13"/>
                </a:cxn>
              </a:cxnLst>
              <a:rect l="0" t="0" r="r" b="b"/>
              <a:pathLst>
                <a:path w="178" h="179">
                  <a:moveTo>
                    <a:pt x="178" y="135"/>
                  </a:moveTo>
                  <a:lnTo>
                    <a:pt x="178" y="179"/>
                  </a:lnTo>
                  <a:lnTo>
                    <a:pt x="0" y="179"/>
                  </a:lnTo>
                  <a:lnTo>
                    <a:pt x="0" y="0"/>
                  </a:lnTo>
                  <a:lnTo>
                    <a:pt x="43" y="0"/>
                  </a:lnTo>
                  <a:lnTo>
                    <a:pt x="43" y="135"/>
                  </a:lnTo>
                  <a:lnTo>
                    <a:pt x="178" y="135"/>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57" name="Freeform 7"/>
            <p:cNvSpPr>
              <a:spLocks/>
            </p:cNvSpPr>
            <p:nvPr/>
          </p:nvSpPr>
          <p:spPr bwMode="auto">
            <a:xfrm>
              <a:off x="1374916" y="4056809"/>
              <a:ext cx="163513" cy="152400"/>
            </a:xfrm>
            <a:custGeom>
              <a:avLst/>
              <a:gdLst>
                <a:gd name="T0" fmla="*/ 103 w 103"/>
                <a:gd name="T1" fmla="*/ 96 h 96"/>
                <a:gd name="T2" fmla="*/ 103 w 103"/>
                <a:gd name="T3" fmla="*/ 0 h 96"/>
                <a:gd name="T4" fmla="*/ 85 w 103"/>
                <a:gd name="T5" fmla="*/ 0 h 96"/>
                <a:gd name="T6" fmla="*/ 52 w 103"/>
                <a:gd name="T7" fmla="*/ 48 h 96"/>
                <a:gd name="T8" fmla="*/ 19 w 103"/>
                <a:gd name="T9" fmla="*/ 0 h 96"/>
                <a:gd name="T10" fmla="*/ 0 w 103"/>
                <a:gd name="T11" fmla="*/ 0 h 96"/>
                <a:gd name="T12" fmla="*/ 0 w 103"/>
                <a:gd name="T13" fmla="*/ 96 h 96"/>
                <a:gd name="T14" fmla="*/ 19 w 103"/>
                <a:gd name="T15" fmla="*/ 96 h 96"/>
                <a:gd name="T16" fmla="*/ 19 w 103"/>
                <a:gd name="T17" fmla="*/ 33 h 96"/>
                <a:gd name="T18" fmla="*/ 46 w 103"/>
                <a:gd name="T19" fmla="*/ 73 h 96"/>
                <a:gd name="T20" fmla="*/ 57 w 103"/>
                <a:gd name="T21" fmla="*/ 73 h 96"/>
                <a:gd name="T22" fmla="*/ 84 w 103"/>
                <a:gd name="T23" fmla="*/ 33 h 96"/>
                <a:gd name="T24" fmla="*/ 84 w 103"/>
                <a:gd name="T25" fmla="*/ 96 h 96"/>
                <a:gd name="T26" fmla="*/ 103 w 103"/>
                <a:gd name="T27" fmla="*/ 96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3" h="96">
                  <a:moveTo>
                    <a:pt x="103" y="96"/>
                  </a:moveTo>
                  <a:lnTo>
                    <a:pt x="103" y="0"/>
                  </a:lnTo>
                  <a:lnTo>
                    <a:pt x="85" y="0"/>
                  </a:lnTo>
                  <a:lnTo>
                    <a:pt x="52" y="48"/>
                  </a:lnTo>
                  <a:lnTo>
                    <a:pt x="19" y="0"/>
                  </a:lnTo>
                  <a:lnTo>
                    <a:pt x="0" y="0"/>
                  </a:lnTo>
                  <a:lnTo>
                    <a:pt x="0" y="96"/>
                  </a:lnTo>
                  <a:lnTo>
                    <a:pt x="19" y="96"/>
                  </a:lnTo>
                  <a:lnTo>
                    <a:pt x="19" y="33"/>
                  </a:lnTo>
                  <a:lnTo>
                    <a:pt x="46" y="73"/>
                  </a:lnTo>
                  <a:lnTo>
                    <a:pt x="57" y="73"/>
                  </a:lnTo>
                  <a:lnTo>
                    <a:pt x="84" y="33"/>
                  </a:lnTo>
                  <a:lnTo>
                    <a:pt x="84" y="96"/>
                  </a:lnTo>
                  <a:lnTo>
                    <a:pt x="103" y="96"/>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58" name="Rectangle 8"/>
            <p:cNvSpPr>
              <a:spLocks noChangeArrowheads="1"/>
            </p:cNvSpPr>
            <p:nvPr/>
          </p:nvSpPr>
          <p:spPr bwMode="auto">
            <a:xfrm>
              <a:off x="1614628" y="4056809"/>
              <a:ext cx="28575" cy="152400"/>
            </a:xfrm>
            <a:prstGeom prst="rect">
              <a:avLst/>
            </a:pr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59" name="Freeform 9"/>
            <p:cNvSpPr>
              <a:spLocks/>
            </p:cNvSpPr>
            <p:nvPr/>
          </p:nvSpPr>
          <p:spPr bwMode="auto">
            <a:xfrm>
              <a:off x="1720991" y="4056809"/>
              <a:ext cx="147638" cy="152400"/>
            </a:xfrm>
            <a:custGeom>
              <a:avLst/>
              <a:gdLst>
                <a:gd name="T0" fmla="*/ 193 w 193"/>
                <a:gd name="T1" fmla="*/ 178 h 198"/>
                <a:gd name="T2" fmla="*/ 193 w 193"/>
                <a:gd name="T3" fmla="*/ 134 h 198"/>
                <a:gd name="T4" fmla="*/ 154 w 193"/>
                <a:gd name="T5" fmla="*/ 134 h 198"/>
                <a:gd name="T6" fmla="*/ 154 w 193"/>
                <a:gd name="T7" fmla="*/ 160 h 198"/>
                <a:gd name="T8" fmla="*/ 37 w 193"/>
                <a:gd name="T9" fmla="*/ 160 h 198"/>
                <a:gd name="T10" fmla="*/ 37 w 193"/>
                <a:gd name="T11" fmla="*/ 38 h 198"/>
                <a:gd name="T12" fmla="*/ 154 w 193"/>
                <a:gd name="T13" fmla="*/ 38 h 198"/>
                <a:gd name="T14" fmla="*/ 154 w 193"/>
                <a:gd name="T15" fmla="*/ 64 h 198"/>
                <a:gd name="T16" fmla="*/ 193 w 193"/>
                <a:gd name="T17" fmla="*/ 64 h 198"/>
                <a:gd name="T18" fmla="*/ 193 w 193"/>
                <a:gd name="T19" fmla="*/ 20 h 198"/>
                <a:gd name="T20" fmla="*/ 173 w 193"/>
                <a:gd name="T21" fmla="*/ 0 h 198"/>
                <a:gd name="T22" fmla="*/ 18 w 193"/>
                <a:gd name="T23" fmla="*/ 0 h 198"/>
                <a:gd name="T24" fmla="*/ 0 w 193"/>
                <a:gd name="T25" fmla="*/ 20 h 198"/>
                <a:gd name="T26" fmla="*/ 0 w 193"/>
                <a:gd name="T27" fmla="*/ 178 h 198"/>
                <a:gd name="T28" fmla="*/ 18 w 193"/>
                <a:gd name="T29" fmla="*/ 198 h 198"/>
                <a:gd name="T30" fmla="*/ 174 w 193"/>
                <a:gd name="T31" fmla="*/ 198 h 198"/>
                <a:gd name="T32" fmla="*/ 193 w 193"/>
                <a:gd name="T33" fmla="*/ 178 h 198"/>
                <a:gd name="T34" fmla="*/ 193 w 193"/>
                <a:gd name="T35" fmla="*/ 17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3" h="198">
                  <a:moveTo>
                    <a:pt x="193" y="178"/>
                  </a:moveTo>
                  <a:lnTo>
                    <a:pt x="193" y="134"/>
                  </a:lnTo>
                  <a:lnTo>
                    <a:pt x="154" y="134"/>
                  </a:lnTo>
                  <a:lnTo>
                    <a:pt x="154" y="160"/>
                  </a:lnTo>
                  <a:lnTo>
                    <a:pt x="37" y="160"/>
                  </a:lnTo>
                  <a:lnTo>
                    <a:pt x="37" y="38"/>
                  </a:lnTo>
                  <a:lnTo>
                    <a:pt x="154" y="38"/>
                  </a:lnTo>
                  <a:lnTo>
                    <a:pt x="154" y="64"/>
                  </a:lnTo>
                  <a:lnTo>
                    <a:pt x="193" y="64"/>
                  </a:ln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78"/>
                  </a:cubicBezTo>
                  <a:lnTo>
                    <a:pt x="193" y="178"/>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0" name="Freeform 10"/>
            <p:cNvSpPr>
              <a:spLocks noEditPoints="1"/>
            </p:cNvSpPr>
            <p:nvPr/>
          </p:nvSpPr>
          <p:spPr bwMode="auto">
            <a:xfrm>
              <a:off x="1944828" y="4056809"/>
              <a:ext cx="149225" cy="152400"/>
            </a:xfrm>
            <a:custGeom>
              <a:avLst/>
              <a:gdLst>
                <a:gd name="T0" fmla="*/ 195 w 195"/>
                <a:gd name="T1" fmla="*/ 200 h 200"/>
                <a:gd name="T2" fmla="*/ 136 w 195"/>
                <a:gd name="T3" fmla="*/ 120 h 200"/>
                <a:gd name="T4" fmla="*/ 175 w 195"/>
                <a:gd name="T5" fmla="*/ 120 h 200"/>
                <a:gd name="T6" fmla="*/ 195 w 195"/>
                <a:gd name="T7" fmla="*/ 100 h 200"/>
                <a:gd name="T8" fmla="*/ 195 w 195"/>
                <a:gd name="T9" fmla="*/ 20 h 200"/>
                <a:gd name="T10" fmla="*/ 175 w 195"/>
                <a:gd name="T11" fmla="*/ 0 h 200"/>
                <a:gd name="T12" fmla="*/ 0 w 195"/>
                <a:gd name="T13" fmla="*/ 0 h 200"/>
                <a:gd name="T14" fmla="*/ 0 w 195"/>
                <a:gd name="T15" fmla="*/ 199 h 200"/>
                <a:gd name="T16" fmla="*/ 39 w 195"/>
                <a:gd name="T17" fmla="*/ 199 h 200"/>
                <a:gd name="T18" fmla="*/ 39 w 195"/>
                <a:gd name="T19" fmla="*/ 119 h 200"/>
                <a:gd name="T20" fmla="*/ 87 w 195"/>
                <a:gd name="T21" fmla="*/ 119 h 200"/>
                <a:gd name="T22" fmla="*/ 145 w 195"/>
                <a:gd name="T23" fmla="*/ 199 h 200"/>
                <a:gd name="T24" fmla="*/ 195 w 195"/>
                <a:gd name="T25" fmla="*/ 199 h 200"/>
                <a:gd name="T26" fmla="*/ 195 w 195"/>
                <a:gd name="T27" fmla="*/ 200 h 200"/>
                <a:gd name="T28" fmla="*/ 39 w 195"/>
                <a:gd name="T29" fmla="*/ 40 h 200"/>
                <a:gd name="T30" fmla="*/ 156 w 195"/>
                <a:gd name="T31" fmla="*/ 40 h 200"/>
                <a:gd name="T32" fmla="*/ 156 w 195"/>
                <a:gd name="T33" fmla="*/ 82 h 200"/>
                <a:gd name="T34" fmla="*/ 39 w 195"/>
                <a:gd name="T35" fmla="*/ 82 h 200"/>
                <a:gd name="T36" fmla="*/ 39 w 195"/>
                <a:gd name="T37" fmla="*/ 40 h 200"/>
                <a:gd name="T38" fmla="*/ 39 w 195"/>
                <a:gd name="T39" fmla="*/ 4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95" h="200">
                  <a:moveTo>
                    <a:pt x="195" y="200"/>
                  </a:moveTo>
                  <a:lnTo>
                    <a:pt x="136" y="120"/>
                  </a:lnTo>
                  <a:lnTo>
                    <a:pt x="175" y="120"/>
                  </a:lnTo>
                  <a:cubicBezTo>
                    <a:pt x="185" y="120"/>
                    <a:pt x="195" y="112"/>
                    <a:pt x="195" y="100"/>
                  </a:cubicBezTo>
                  <a:lnTo>
                    <a:pt x="195" y="20"/>
                  </a:lnTo>
                  <a:cubicBezTo>
                    <a:pt x="195" y="8"/>
                    <a:pt x="187" y="0"/>
                    <a:pt x="175" y="0"/>
                  </a:cubicBezTo>
                  <a:lnTo>
                    <a:pt x="0" y="0"/>
                  </a:lnTo>
                  <a:lnTo>
                    <a:pt x="0" y="199"/>
                  </a:lnTo>
                  <a:lnTo>
                    <a:pt x="39" y="199"/>
                  </a:lnTo>
                  <a:lnTo>
                    <a:pt x="39" y="119"/>
                  </a:lnTo>
                  <a:lnTo>
                    <a:pt x="87" y="119"/>
                  </a:lnTo>
                  <a:lnTo>
                    <a:pt x="145" y="199"/>
                  </a:lnTo>
                  <a:lnTo>
                    <a:pt x="195" y="199"/>
                  </a:lnTo>
                  <a:lnTo>
                    <a:pt x="195" y="200"/>
                  </a:lnTo>
                  <a:close/>
                  <a:moveTo>
                    <a:pt x="39" y="40"/>
                  </a:moveTo>
                  <a:lnTo>
                    <a:pt x="156" y="40"/>
                  </a:lnTo>
                  <a:lnTo>
                    <a:pt x="156" y="82"/>
                  </a:lnTo>
                  <a:lnTo>
                    <a:pt x="39" y="82"/>
                  </a:lnTo>
                  <a:lnTo>
                    <a:pt x="39" y="40"/>
                  </a:lnTo>
                  <a:lnTo>
                    <a:pt x="39" y="4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1" name="Freeform 11"/>
            <p:cNvSpPr>
              <a:spLocks noEditPoints="1"/>
            </p:cNvSpPr>
            <p:nvPr/>
          </p:nvSpPr>
          <p:spPr bwMode="auto">
            <a:xfrm>
              <a:off x="2170253" y="4056809"/>
              <a:ext cx="147638" cy="152400"/>
            </a:xfrm>
            <a:custGeom>
              <a:avLst/>
              <a:gdLst>
                <a:gd name="T0" fmla="*/ 194 w 194"/>
                <a:gd name="T1" fmla="*/ 178 h 198"/>
                <a:gd name="T2" fmla="*/ 194 w 194"/>
                <a:gd name="T3" fmla="*/ 20 h 198"/>
                <a:gd name="T4" fmla="*/ 174 w 194"/>
                <a:gd name="T5" fmla="*/ 0 h 198"/>
                <a:gd name="T6" fmla="*/ 18 w 194"/>
                <a:gd name="T7" fmla="*/ 0 h 198"/>
                <a:gd name="T8" fmla="*/ 0 w 194"/>
                <a:gd name="T9" fmla="*/ 20 h 198"/>
                <a:gd name="T10" fmla="*/ 0 w 194"/>
                <a:gd name="T11" fmla="*/ 178 h 198"/>
                <a:gd name="T12" fmla="*/ 18 w 194"/>
                <a:gd name="T13" fmla="*/ 198 h 198"/>
                <a:gd name="T14" fmla="*/ 176 w 194"/>
                <a:gd name="T15" fmla="*/ 198 h 198"/>
                <a:gd name="T16" fmla="*/ 194 w 194"/>
                <a:gd name="T17" fmla="*/ 178 h 198"/>
                <a:gd name="T18" fmla="*/ 194 w 194"/>
                <a:gd name="T19" fmla="*/ 178 h 198"/>
                <a:gd name="T20" fmla="*/ 38 w 194"/>
                <a:gd name="T21" fmla="*/ 38 h 198"/>
                <a:gd name="T22" fmla="*/ 156 w 194"/>
                <a:gd name="T23" fmla="*/ 38 h 198"/>
                <a:gd name="T24" fmla="*/ 156 w 194"/>
                <a:gd name="T25" fmla="*/ 160 h 198"/>
                <a:gd name="T26" fmla="*/ 38 w 194"/>
                <a:gd name="T27" fmla="*/ 160 h 198"/>
                <a:gd name="T28" fmla="*/ 38 w 194"/>
                <a:gd name="T29" fmla="*/ 38 h 198"/>
                <a:gd name="T30" fmla="*/ 38 w 194"/>
                <a:gd name="T31" fmla="*/ 38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4" h="198">
                  <a:moveTo>
                    <a:pt x="194" y="178"/>
                  </a:moveTo>
                  <a:lnTo>
                    <a:pt x="194" y="20"/>
                  </a:lnTo>
                  <a:cubicBezTo>
                    <a:pt x="194" y="8"/>
                    <a:pt x="186" y="0"/>
                    <a:pt x="174" y="0"/>
                  </a:cubicBezTo>
                  <a:lnTo>
                    <a:pt x="18" y="0"/>
                  </a:lnTo>
                  <a:cubicBezTo>
                    <a:pt x="8" y="0"/>
                    <a:pt x="0" y="8"/>
                    <a:pt x="0" y="20"/>
                  </a:cubicBezTo>
                  <a:lnTo>
                    <a:pt x="0" y="178"/>
                  </a:lnTo>
                  <a:cubicBezTo>
                    <a:pt x="0" y="189"/>
                    <a:pt x="8" y="198"/>
                    <a:pt x="18" y="198"/>
                  </a:cubicBezTo>
                  <a:lnTo>
                    <a:pt x="176" y="198"/>
                  </a:lnTo>
                  <a:cubicBezTo>
                    <a:pt x="186" y="198"/>
                    <a:pt x="194" y="190"/>
                    <a:pt x="194" y="178"/>
                  </a:cubicBezTo>
                  <a:lnTo>
                    <a:pt x="194" y="178"/>
                  </a:lnTo>
                  <a:close/>
                  <a:moveTo>
                    <a:pt x="38" y="38"/>
                  </a:moveTo>
                  <a:lnTo>
                    <a:pt x="156" y="38"/>
                  </a:lnTo>
                  <a:lnTo>
                    <a:pt x="156" y="160"/>
                  </a:lnTo>
                  <a:lnTo>
                    <a:pt x="38" y="160"/>
                  </a:lnTo>
                  <a:lnTo>
                    <a:pt x="38" y="38"/>
                  </a:lnTo>
                  <a:lnTo>
                    <a:pt x="38" y="38"/>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2" name="Freeform 12"/>
            <p:cNvSpPr>
              <a:spLocks/>
            </p:cNvSpPr>
            <p:nvPr/>
          </p:nvSpPr>
          <p:spPr bwMode="auto">
            <a:xfrm>
              <a:off x="1374916" y="4256834"/>
              <a:ext cx="149225" cy="150813"/>
            </a:xfrm>
            <a:custGeom>
              <a:avLst/>
              <a:gdLst>
                <a:gd name="T0" fmla="*/ 94 w 94"/>
                <a:gd name="T1" fmla="*/ 19 h 95"/>
                <a:gd name="T2" fmla="*/ 94 w 94"/>
                <a:gd name="T3" fmla="*/ 0 h 95"/>
                <a:gd name="T4" fmla="*/ 0 w 94"/>
                <a:gd name="T5" fmla="*/ 0 h 95"/>
                <a:gd name="T6" fmla="*/ 0 w 94"/>
                <a:gd name="T7" fmla="*/ 95 h 95"/>
                <a:gd name="T8" fmla="*/ 19 w 94"/>
                <a:gd name="T9" fmla="*/ 95 h 95"/>
                <a:gd name="T10" fmla="*/ 19 w 94"/>
                <a:gd name="T11" fmla="*/ 57 h 95"/>
                <a:gd name="T12" fmla="*/ 75 w 94"/>
                <a:gd name="T13" fmla="*/ 57 h 95"/>
                <a:gd name="T14" fmla="*/ 75 w 94"/>
                <a:gd name="T15" fmla="*/ 38 h 95"/>
                <a:gd name="T16" fmla="*/ 19 w 94"/>
                <a:gd name="T17" fmla="*/ 38 h 95"/>
                <a:gd name="T18" fmla="*/ 19 w 94"/>
                <a:gd name="T19" fmla="*/ 19 h 95"/>
                <a:gd name="T20" fmla="*/ 94 w 94"/>
                <a:gd name="T21" fmla="*/ 19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4" h="95">
                  <a:moveTo>
                    <a:pt x="94" y="19"/>
                  </a:moveTo>
                  <a:lnTo>
                    <a:pt x="94" y="0"/>
                  </a:lnTo>
                  <a:lnTo>
                    <a:pt x="0" y="0"/>
                  </a:lnTo>
                  <a:lnTo>
                    <a:pt x="0" y="95"/>
                  </a:lnTo>
                  <a:lnTo>
                    <a:pt x="19" y="95"/>
                  </a:lnTo>
                  <a:lnTo>
                    <a:pt x="19" y="57"/>
                  </a:lnTo>
                  <a:lnTo>
                    <a:pt x="75" y="57"/>
                  </a:lnTo>
                  <a:lnTo>
                    <a:pt x="75" y="38"/>
                  </a:lnTo>
                  <a:lnTo>
                    <a:pt x="19" y="38"/>
                  </a:lnTo>
                  <a:lnTo>
                    <a:pt x="19" y="19"/>
                  </a:lnTo>
                  <a:lnTo>
                    <a:pt x="94" y="1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3" name="Freeform 13"/>
            <p:cNvSpPr>
              <a:spLocks noEditPoints="1"/>
            </p:cNvSpPr>
            <p:nvPr/>
          </p:nvSpPr>
          <p:spPr bwMode="auto">
            <a:xfrm>
              <a:off x="1565416" y="4256834"/>
              <a:ext cx="147638" cy="150813"/>
            </a:xfrm>
            <a:custGeom>
              <a:avLst/>
              <a:gdLst>
                <a:gd name="T0" fmla="*/ 193 w 193"/>
                <a:gd name="T1" fmla="*/ 180 h 198"/>
                <a:gd name="T2" fmla="*/ 193 w 193"/>
                <a:gd name="T3" fmla="*/ 20 h 198"/>
                <a:gd name="T4" fmla="*/ 173 w 193"/>
                <a:gd name="T5" fmla="*/ 0 h 198"/>
                <a:gd name="T6" fmla="*/ 18 w 193"/>
                <a:gd name="T7" fmla="*/ 0 h 198"/>
                <a:gd name="T8" fmla="*/ 0 w 193"/>
                <a:gd name="T9" fmla="*/ 20 h 198"/>
                <a:gd name="T10" fmla="*/ 0 w 193"/>
                <a:gd name="T11" fmla="*/ 178 h 198"/>
                <a:gd name="T12" fmla="*/ 18 w 193"/>
                <a:gd name="T13" fmla="*/ 198 h 198"/>
                <a:gd name="T14" fmla="*/ 174 w 193"/>
                <a:gd name="T15" fmla="*/ 198 h 198"/>
                <a:gd name="T16" fmla="*/ 193 w 193"/>
                <a:gd name="T17" fmla="*/ 180 h 198"/>
                <a:gd name="T18" fmla="*/ 193 w 193"/>
                <a:gd name="T19" fmla="*/ 180 h 198"/>
                <a:gd name="T20" fmla="*/ 38 w 193"/>
                <a:gd name="T21" fmla="*/ 40 h 198"/>
                <a:gd name="T22" fmla="*/ 154 w 193"/>
                <a:gd name="T23" fmla="*/ 40 h 198"/>
                <a:gd name="T24" fmla="*/ 154 w 193"/>
                <a:gd name="T25" fmla="*/ 161 h 198"/>
                <a:gd name="T26" fmla="*/ 37 w 193"/>
                <a:gd name="T27" fmla="*/ 161 h 198"/>
                <a:gd name="T28" fmla="*/ 37 w 193"/>
                <a:gd name="T29" fmla="*/ 40 h 198"/>
                <a:gd name="T30" fmla="*/ 38 w 193"/>
                <a:gd name="T31" fmla="*/ 4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93" h="198">
                  <a:moveTo>
                    <a:pt x="193" y="180"/>
                  </a:moveTo>
                  <a:lnTo>
                    <a:pt x="193" y="20"/>
                  </a:lnTo>
                  <a:cubicBezTo>
                    <a:pt x="193" y="8"/>
                    <a:pt x="185" y="0"/>
                    <a:pt x="173" y="0"/>
                  </a:cubicBezTo>
                  <a:lnTo>
                    <a:pt x="18" y="0"/>
                  </a:lnTo>
                  <a:cubicBezTo>
                    <a:pt x="8" y="0"/>
                    <a:pt x="0" y="8"/>
                    <a:pt x="0" y="20"/>
                  </a:cubicBezTo>
                  <a:lnTo>
                    <a:pt x="0" y="178"/>
                  </a:lnTo>
                  <a:cubicBezTo>
                    <a:pt x="0" y="189"/>
                    <a:pt x="8" y="198"/>
                    <a:pt x="18" y="198"/>
                  </a:cubicBezTo>
                  <a:lnTo>
                    <a:pt x="174" y="198"/>
                  </a:lnTo>
                  <a:cubicBezTo>
                    <a:pt x="185" y="198"/>
                    <a:pt x="193" y="190"/>
                    <a:pt x="193" y="180"/>
                  </a:cubicBezTo>
                  <a:lnTo>
                    <a:pt x="193" y="180"/>
                  </a:lnTo>
                  <a:close/>
                  <a:moveTo>
                    <a:pt x="38" y="40"/>
                  </a:moveTo>
                  <a:lnTo>
                    <a:pt x="154" y="40"/>
                  </a:lnTo>
                  <a:lnTo>
                    <a:pt x="154" y="161"/>
                  </a:lnTo>
                  <a:lnTo>
                    <a:pt x="37" y="161"/>
                  </a:lnTo>
                  <a:lnTo>
                    <a:pt x="37" y="40"/>
                  </a:lnTo>
                  <a:lnTo>
                    <a:pt x="38" y="4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4" name="Freeform 14"/>
            <p:cNvSpPr>
              <a:spLocks/>
            </p:cNvSpPr>
            <p:nvPr/>
          </p:nvSpPr>
          <p:spPr bwMode="auto">
            <a:xfrm>
              <a:off x="1767028" y="4256834"/>
              <a:ext cx="147638" cy="152400"/>
            </a:xfrm>
            <a:custGeom>
              <a:avLst/>
              <a:gdLst>
                <a:gd name="T0" fmla="*/ 194 w 194"/>
                <a:gd name="T1" fmla="*/ 179 h 199"/>
                <a:gd name="T2" fmla="*/ 194 w 194"/>
                <a:gd name="T3" fmla="*/ 135 h 199"/>
                <a:gd name="T4" fmla="*/ 156 w 194"/>
                <a:gd name="T5" fmla="*/ 135 h 199"/>
                <a:gd name="T6" fmla="*/ 156 w 194"/>
                <a:gd name="T7" fmla="*/ 160 h 199"/>
                <a:gd name="T8" fmla="*/ 38 w 194"/>
                <a:gd name="T9" fmla="*/ 160 h 199"/>
                <a:gd name="T10" fmla="*/ 38 w 194"/>
                <a:gd name="T11" fmla="*/ 39 h 199"/>
                <a:gd name="T12" fmla="*/ 156 w 194"/>
                <a:gd name="T13" fmla="*/ 39 h 199"/>
                <a:gd name="T14" fmla="*/ 156 w 194"/>
                <a:gd name="T15" fmla="*/ 64 h 199"/>
                <a:gd name="T16" fmla="*/ 194 w 194"/>
                <a:gd name="T17" fmla="*/ 64 h 199"/>
                <a:gd name="T18" fmla="*/ 194 w 194"/>
                <a:gd name="T19" fmla="*/ 20 h 199"/>
                <a:gd name="T20" fmla="*/ 174 w 194"/>
                <a:gd name="T21" fmla="*/ 0 h 199"/>
                <a:gd name="T22" fmla="*/ 18 w 194"/>
                <a:gd name="T23" fmla="*/ 0 h 199"/>
                <a:gd name="T24" fmla="*/ 0 w 194"/>
                <a:gd name="T25" fmla="*/ 20 h 199"/>
                <a:gd name="T26" fmla="*/ 0 w 194"/>
                <a:gd name="T27" fmla="*/ 179 h 199"/>
                <a:gd name="T28" fmla="*/ 18 w 194"/>
                <a:gd name="T29" fmla="*/ 199 h 199"/>
                <a:gd name="T30" fmla="*/ 174 w 194"/>
                <a:gd name="T31" fmla="*/ 199 h 199"/>
                <a:gd name="T32" fmla="*/ 194 w 194"/>
                <a:gd name="T33" fmla="*/ 179 h 199"/>
                <a:gd name="T34" fmla="*/ 194 w 194"/>
                <a:gd name="T35" fmla="*/ 17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94" h="199">
                  <a:moveTo>
                    <a:pt x="194" y="179"/>
                  </a:moveTo>
                  <a:lnTo>
                    <a:pt x="194" y="135"/>
                  </a:lnTo>
                  <a:lnTo>
                    <a:pt x="156" y="135"/>
                  </a:lnTo>
                  <a:lnTo>
                    <a:pt x="156" y="160"/>
                  </a:lnTo>
                  <a:lnTo>
                    <a:pt x="38" y="160"/>
                  </a:lnTo>
                  <a:lnTo>
                    <a:pt x="38" y="39"/>
                  </a:lnTo>
                  <a:lnTo>
                    <a:pt x="156" y="39"/>
                  </a:lnTo>
                  <a:lnTo>
                    <a:pt x="156" y="64"/>
                  </a:lnTo>
                  <a:lnTo>
                    <a:pt x="194" y="64"/>
                  </a:lnTo>
                  <a:lnTo>
                    <a:pt x="194" y="20"/>
                  </a:lnTo>
                  <a:cubicBezTo>
                    <a:pt x="194" y="8"/>
                    <a:pt x="186" y="0"/>
                    <a:pt x="174" y="0"/>
                  </a:cubicBezTo>
                  <a:lnTo>
                    <a:pt x="18" y="0"/>
                  </a:lnTo>
                  <a:cubicBezTo>
                    <a:pt x="8" y="0"/>
                    <a:pt x="0" y="8"/>
                    <a:pt x="0" y="20"/>
                  </a:cubicBezTo>
                  <a:lnTo>
                    <a:pt x="0" y="179"/>
                  </a:lnTo>
                  <a:cubicBezTo>
                    <a:pt x="0" y="189"/>
                    <a:pt x="8" y="199"/>
                    <a:pt x="18" y="199"/>
                  </a:cubicBezTo>
                  <a:lnTo>
                    <a:pt x="174" y="199"/>
                  </a:lnTo>
                  <a:cubicBezTo>
                    <a:pt x="185" y="197"/>
                    <a:pt x="194" y="189"/>
                    <a:pt x="194" y="179"/>
                  </a:cubicBezTo>
                  <a:lnTo>
                    <a:pt x="194" y="17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5" name="Freeform 15"/>
            <p:cNvSpPr>
              <a:spLocks/>
            </p:cNvSpPr>
            <p:nvPr/>
          </p:nvSpPr>
          <p:spPr bwMode="auto">
            <a:xfrm>
              <a:off x="1968641" y="4256834"/>
              <a:ext cx="147638" cy="150813"/>
            </a:xfrm>
            <a:custGeom>
              <a:avLst/>
              <a:gdLst>
                <a:gd name="T0" fmla="*/ 194 w 194"/>
                <a:gd name="T1" fmla="*/ 180 h 198"/>
                <a:gd name="T2" fmla="*/ 194 w 194"/>
                <a:gd name="T3" fmla="*/ 0 h 198"/>
                <a:gd name="T4" fmla="*/ 156 w 194"/>
                <a:gd name="T5" fmla="*/ 0 h 198"/>
                <a:gd name="T6" fmla="*/ 156 w 194"/>
                <a:gd name="T7" fmla="*/ 160 h 198"/>
                <a:gd name="T8" fmla="*/ 38 w 194"/>
                <a:gd name="T9" fmla="*/ 160 h 198"/>
                <a:gd name="T10" fmla="*/ 38 w 194"/>
                <a:gd name="T11" fmla="*/ 0 h 198"/>
                <a:gd name="T12" fmla="*/ 0 w 194"/>
                <a:gd name="T13" fmla="*/ 0 h 198"/>
                <a:gd name="T14" fmla="*/ 0 w 194"/>
                <a:gd name="T15" fmla="*/ 178 h 198"/>
                <a:gd name="T16" fmla="*/ 18 w 194"/>
                <a:gd name="T17" fmla="*/ 198 h 198"/>
                <a:gd name="T18" fmla="*/ 174 w 194"/>
                <a:gd name="T19" fmla="*/ 198 h 198"/>
                <a:gd name="T20" fmla="*/ 194 w 194"/>
                <a:gd name="T21" fmla="*/ 180 h 198"/>
                <a:gd name="T22" fmla="*/ 194 w 194"/>
                <a:gd name="T23" fmla="*/ 180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4" h="198">
                  <a:moveTo>
                    <a:pt x="194" y="180"/>
                  </a:moveTo>
                  <a:lnTo>
                    <a:pt x="194" y="0"/>
                  </a:lnTo>
                  <a:lnTo>
                    <a:pt x="156" y="0"/>
                  </a:lnTo>
                  <a:lnTo>
                    <a:pt x="156" y="160"/>
                  </a:lnTo>
                  <a:lnTo>
                    <a:pt x="38" y="160"/>
                  </a:lnTo>
                  <a:lnTo>
                    <a:pt x="38" y="0"/>
                  </a:lnTo>
                  <a:lnTo>
                    <a:pt x="0" y="0"/>
                  </a:lnTo>
                  <a:lnTo>
                    <a:pt x="0" y="178"/>
                  </a:lnTo>
                  <a:cubicBezTo>
                    <a:pt x="0" y="189"/>
                    <a:pt x="8" y="198"/>
                    <a:pt x="18" y="198"/>
                  </a:cubicBezTo>
                  <a:lnTo>
                    <a:pt x="174" y="198"/>
                  </a:lnTo>
                  <a:cubicBezTo>
                    <a:pt x="186" y="198"/>
                    <a:pt x="194" y="190"/>
                    <a:pt x="194" y="180"/>
                  </a:cubicBezTo>
                  <a:lnTo>
                    <a:pt x="194" y="180"/>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6" name="Freeform 16"/>
            <p:cNvSpPr>
              <a:spLocks/>
            </p:cNvSpPr>
            <p:nvPr/>
          </p:nvSpPr>
          <p:spPr bwMode="auto">
            <a:xfrm>
              <a:off x="2168666" y="4256834"/>
              <a:ext cx="149225" cy="152400"/>
            </a:xfrm>
            <a:custGeom>
              <a:avLst/>
              <a:gdLst>
                <a:gd name="T0" fmla="*/ 196 w 196"/>
                <a:gd name="T1" fmla="*/ 179 h 200"/>
                <a:gd name="T2" fmla="*/ 196 w 196"/>
                <a:gd name="T3" fmla="*/ 100 h 200"/>
                <a:gd name="T4" fmla="*/ 176 w 196"/>
                <a:gd name="T5" fmla="*/ 80 h 200"/>
                <a:gd name="T6" fmla="*/ 40 w 196"/>
                <a:gd name="T7" fmla="*/ 80 h 200"/>
                <a:gd name="T8" fmla="*/ 40 w 196"/>
                <a:gd name="T9" fmla="*/ 39 h 200"/>
                <a:gd name="T10" fmla="*/ 158 w 196"/>
                <a:gd name="T11" fmla="*/ 39 h 200"/>
                <a:gd name="T12" fmla="*/ 158 w 196"/>
                <a:gd name="T13" fmla="*/ 60 h 200"/>
                <a:gd name="T14" fmla="*/ 196 w 196"/>
                <a:gd name="T15" fmla="*/ 60 h 200"/>
                <a:gd name="T16" fmla="*/ 196 w 196"/>
                <a:gd name="T17" fmla="*/ 20 h 200"/>
                <a:gd name="T18" fmla="*/ 176 w 196"/>
                <a:gd name="T19" fmla="*/ 0 h 200"/>
                <a:gd name="T20" fmla="*/ 20 w 196"/>
                <a:gd name="T21" fmla="*/ 0 h 200"/>
                <a:gd name="T22" fmla="*/ 2 w 196"/>
                <a:gd name="T23" fmla="*/ 20 h 200"/>
                <a:gd name="T24" fmla="*/ 2 w 196"/>
                <a:gd name="T25" fmla="*/ 99 h 200"/>
                <a:gd name="T26" fmla="*/ 20 w 196"/>
                <a:gd name="T27" fmla="*/ 119 h 200"/>
                <a:gd name="T28" fmla="*/ 156 w 196"/>
                <a:gd name="T29" fmla="*/ 119 h 200"/>
                <a:gd name="T30" fmla="*/ 156 w 196"/>
                <a:gd name="T31" fmla="*/ 160 h 200"/>
                <a:gd name="T32" fmla="*/ 39 w 196"/>
                <a:gd name="T33" fmla="*/ 160 h 200"/>
                <a:gd name="T34" fmla="*/ 39 w 196"/>
                <a:gd name="T35" fmla="*/ 140 h 200"/>
                <a:gd name="T36" fmla="*/ 0 w 196"/>
                <a:gd name="T37" fmla="*/ 140 h 200"/>
                <a:gd name="T38" fmla="*/ 0 w 196"/>
                <a:gd name="T39" fmla="*/ 180 h 200"/>
                <a:gd name="T40" fmla="*/ 19 w 196"/>
                <a:gd name="T41" fmla="*/ 200 h 200"/>
                <a:gd name="T42" fmla="*/ 175 w 196"/>
                <a:gd name="T43" fmla="*/ 200 h 200"/>
                <a:gd name="T44" fmla="*/ 196 w 196"/>
                <a:gd name="T45" fmla="*/ 179 h 200"/>
                <a:gd name="T46" fmla="*/ 196 w 196"/>
                <a:gd name="T47" fmla="*/ 17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96" h="200">
                  <a:moveTo>
                    <a:pt x="196" y="179"/>
                  </a:moveTo>
                  <a:lnTo>
                    <a:pt x="196" y="100"/>
                  </a:lnTo>
                  <a:cubicBezTo>
                    <a:pt x="196" y="89"/>
                    <a:pt x="188" y="80"/>
                    <a:pt x="176" y="80"/>
                  </a:cubicBezTo>
                  <a:lnTo>
                    <a:pt x="40" y="80"/>
                  </a:lnTo>
                  <a:lnTo>
                    <a:pt x="40" y="39"/>
                  </a:lnTo>
                  <a:lnTo>
                    <a:pt x="158" y="39"/>
                  </a:lnTo>
                  <a:lnTo>
                    <a:pt x="158" y="60"/>
                  </a:lnTo>
                  <a:lnTo>
                    <a:pt x="196" y="60"/>
                  </a:lnTo>
                  <a:lnTo>
                    <a:pt x="196" y="20"/>
                  </a:lnTo>
                  <a:cubicBezTo>
                    <a:pt x="196" y="8"/>
                    <a:pt x="188" y="0"/>
                    <a:pt x="176" y="0"/>
                  </a:cubicBezTo>
                  <a:lnTo>
                    <a:pt x="20" y="0"/>
                  </a:lnTo>
                  <a:cubicBezTo>
                    <a:pt x="10" y="0"/>
                    <a:pt x="2" y="8"/>
                    <a:pt x="2" y="20"/>
                  </a:cubicBezTo>
                  <a:lnTo>
                    <a:pt x="2" y="99"/>
                  </a:lnTo>
                  <a:cubicBezTo>
                    <a:pt x="2" y="109"/>
                    <a:pt x="10" y="119"/>
                    <a:pt x="20" y="119"/>
                  </a:cubicBezTo>
                  <a:lnTo>
                    <a:pt x="156" y="119"/>
                  </a:lnTo>
                  <a:lnTo>
                    <a:pt x="156" y="160"/>
                  </a:lnTo>
                  <a:lnTo>
                    <a:pt x="39" y="160"/>
                  </a:lnTo>
                  <a:lnTo>
                    <a:pt x="39" y="140"/>
                  </a:lnTo>
                  <a:lnTo>
                    <a:pt x="0" y="140"/>
                  </a:lnTo>
                  <a:lnTo>
                    <a:pt x="0" y="180"/>
                  </a:lnTo>
                  <a:cubicBezTo>
                    <a:pt x="0" y="191"/>
                    <a:pt x="8" y="200"/>
                    <a:pt x="19" y="200"/>
                  </a:cubicBezTo>
                  <a:lnTo>
                    <a:pt x="175" y="200"/>
                  </a:lnTo>
                  <a:cubicBezTo>
                    <a:pt x="188" y="197"/>
                    <a:pt x="196" y="189"/>
                    <a:pt x="196" y="179"/>
                  </a:cubicBezTo>
                  <a:lnTo>
                    <a:pt x="196" y="179"/>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sp>
          <p:nvSpPr>
            <p:cNvPr id="67" name="Freeform 17"/>
            <p:cNvSpPr>
              <a:spLocks noEditPoints="1"/>
            </p:cNvSpPr>
            <p:nvPr/>
          </p:nvSpPr>
          <p:spPr bwMode="auto">
            <a:xfrm>
              <a:off x="2340116" y="4058396"/>
              <a:ext cx="55563" cy="55563"/>
            </a:xfrm>
            <a:custGeom>
              <a:avLst/>
              <a:gdLst>
                <a:gd name="T0" fmla="*/ 36 w 72"/>
                <a:gd name="T1" fmla="*/ 72 h 72"/>
                <a:gd name="T2" fmla="*/ 0 w 72"/>
                <a:gd name="T3" fmla="*/ 36 h 72"/>
                <a:gd name="T4" fmla="*/ 36 w 72"/>
                <a:gd name="T5" fmla="*/ 0 h 72"/>
                <a:gd name="T6" fmla="*/ 72 w 72"/>
                <a:gd name="T7" fmla="*/ 36 h 72"/>
                <a:gd name="T8" fmla="*/ 36 w 72"/>
                <a:gd name="T9" fmla="*/ 72 h 72"/>
                <a:gd name="T10" fmla="*/ 36 w 72"/>
                <a:gd name="T11" fmla="*/ 3 h 72"/>
                <a:gd name="T12" fmla="*/ 2 w 72"/>
                <a:gd name="T13" fmla="*/ 36 h 72"/>
                <a:gd name="T14" fmla="*/ 36 w 72"/>
                <a:gd name="T15" fmla="*/ 68 h 72"/>
                <a:gd name="T16" fmla="*/ 68 w 72"/>
                <a:gd name="T17" fmla="*/ 36 h 72"/>
                <a:gd name="T18" fmla="*/ 36 w 72"/>
                <a:gd name="T19" fmla="*/ 3 h 72"/>
                <a:gd name="T20" fmla="*/ 45 w 72"/>
                <a:gd name="T21" fmla="*/ 59 h 72"/>
                <a:gd name="T22" fmla="*/ 36 w 72"/>
                <a:gd name="T23" fmla="*/ 39 h 72"/>
                <a:gd name="T24" fmla="*/ 28 w 72"/>
                <a:gd name="T25" fmla="*/ 39 h 72"/>
                <a:gd name="T26" fmla="*/ 28 w 72"/>
                <a:gd name="T27" fmla="*/ 59 h 72"/>
                <a:gd name="T28" fmla="*/ 22 w 72"/>
                <a:gd name="T29" fmla="*/ 59 h 72"/>
                <a:gd name="T30" fmla="*/ 22 w 72"/>
                <a:gd name="T31" fmla="*/ 14 h 72"/>
                <a:gd name="T32" fmla="*/ 36 w 72"/>
                <a:gd name="T33" fmla="*/ 14 h 72"/>
                <a:gd name="T34" fmla="*/ 50 w 72"/>
                <a:gd name="T35" fmla="*/ 27 h 72"/>
                <a:gd name="T36" fmla="*/ 41 w 72"/>
                <a:gd name="T37" fmla="*/ 39 h 72"/>
                <a:gd name="T38" fmla="*/ 50 w 72"/>
                <a:gd name="T39" fmla="*/ 59 h 72"/>
                <a:gd name="T40" fmla="*/ 45 w 72"/>
                <a:gd name="T41" fmla="*/ 59 h 72"/>
                <a:gd name="T42" fmla="*/ 28 w 72"/>
                <a:gd name="T43" fmla="*/ 34 h 72"/>
                <a:gd name="T44" fmla="*/ 36 w 72"/>
                <a:gd name="T45" fmla="*/ 34 h 72"/>
                <a:gd name="T46" fmla="*/ 45 w 72"/>
                <a:gd name="T47" fmla="*/ 26 h 72"/>
                <a:gd name="T48" fmla="*/ 36 w 72"/>
                <a:gd name="T49" fmla="*/ 18 h 72"/>
                <a:gd name="T50" fmla="*/ 29 w 72"/>
                <a:gd name="T51" fmla="*/ 18 h 72"/>
                <a:gd name="T52" fmla="*/ 29 w 72"/>
                <a:gd name="T53" fmla="*/ 34 h 72"/>
                <a:gd name="T54" fmla="*/ 28 w 72"/>
                <a:gd name="T55" fmla="*/ 34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2" h="72">
                  <a:moveTo>
                    <a:pt x="36" y="72"/>
                  </a:moveTo>
                  <a:cubicBezTo>
                    <a:pt x="16" y="72"/>
                    <a:pt x="0" y="56"/>
                    <a:pt x="0" y="36"/>
                  </a:cubicBezTo>
                  <a:cubicBezTo>
                    <a:pt x="0" y="16"/>
                    <a:pt x="16" y="0"/>
                    <a:pt x="36" y="0"/>
                  </a:cubicBezTo>
                  <a:cubicBezTo>
                    <a:pt x="56" y="0"/>
                    <a:pt x="72" y="16"/>
                    <a:pt x="72" y="36"/>
                  </a:cubicBezTo>
                  <a:cubicBezTo>
                    <a:pt x="72" y="56"/>
                    <a:pt x="56" y="72"/>
                    <a:pt x="36" y="72"/>
                  </a:cubicBezTo>
                  <a:close/>
                  <a:moveTo>
                    <a:pt x="36" y="3"/>
                  </a:moveTo>
                  <a:cubicBezTo>
                    <a:pt x="17" y="3"/>
                    <a:pt x="2" y="18"/>
                    <a:pt x="2" y="36"/>
                  </a:cubicBezTo>
                  <a:cubicBezTo>
                    <a:pt x="2" y="55"/>
                    <a:pt x="17" y="68"/>
                    <a:pt x="36" y="68"/>
                  </a:cubicBezTo>
                  <a:cubicBezTo>
                    <a:pt x="54" y="68"/>
                    <a:pt x="68" y="54"/>
                    <a:pt x="68" y="36"/>
                  </a:cubicBezTo>
                  <a:cubicBezTo>
                    <a:pt x="68" y="18"/>
                    <a:pt x="54" y="3"/>
                    <a:pt x="36" y="3"/>
                  </a:cubicBezTo>
                  <a:close/>
                  <a:moveTo>
                    <a:pt x="45" y="59"/>
                  </a:moveTo>
                  <a:lnTo>
                    <a:pt x="36" y="39"/>
                  </a:lnTo>
                  <a:lnTo>
                    <a:pt x="28" y="39"/>
                  </a:lnTo>
                  <a:lnTo>
                    <a:pt x="28" y="59"/>
                  </a:lnTo>
                  <a:lnTo>
                    <a:pt x="22" y="59"/>
                  </a:lnTo>
                  <a:lnTo>
                    <a:pt x="22" y="14"/>
                  </a:lnTo>
                  <a:lnTo>
                    <a:pt x="36" y="14"/>
                  </a:lnTo>
                  <a:cubicBezTo>
                    <a:pt x="46" y="14"/>
                    <a:pt x="50" y="18"/>
                    <a:pt x="50" y="27"/>
                  </a:cubicBezTo>
                  <a:cubicBezTo>
                    <a:pt x="50" y="34"/>
                    <a:pt x="48" y="38"/>
                    <a:pt x="41" y="39"/>
                  </a:cubicBezTo>
                  <a:lnTo>
                    <a:pt x="50" y="59"/>
                  </a:lnTo>
                  <a:lnTo>
                    <a:pt x="45" y="59"/>
                  </a:lnTo>
                  <a:close/>
                  <a:moveTo>
                    <a:pt x="28" y="34"/>
                  </a:moveTo>
                  <a:lnTo>
                    <a:pt x="36" y="34"/>
                  </a:lnTo>
                  <a:cubicBezTo>
                    <a:pt x="42" y="34"/>
                    <a:pt x="45" y="31"/>
                    <a:pt x="45" y="26"/>
                  </a:cubicBezTo>
                  <a:cubicBezTo>
                    <a:pt x="45" y="20"/>
                    <a:pt x="42" y="18"/>
                    <a:pt x="36" y="18"/>
                  </a:cubicBezTo>
                  <a:lnTo>
                    <a:pt x="29" y="18"/>
                  </a:lnTo>
                  <a:lnTo>
                    <a:pt x="29" y="34"/>
                  </a:lnTo>
                  <a:lnTo>
                    <a:pt x="28" y="34"/>
                  </a:lnTo>
                  <a:close/>
                </a:path>
              </a:pathLst>
            </a:custGeom>
            <a:grpFill/>
            <a:ln>
              <a:noFill/>
            </a:ln>
          </p:spPr>
          <p:txBody>
            <a:bodyPr vert="horz" wrap="square" lIns="121920" tIns="60960" rIns="121920" bIns="60960" numCol="1" anchor="t" anchorCtr="0" compatLnSpc="1">
              <a:prstTxWarp prst="textNoShape">
                <a:avLst/>
              </a:prstTxWarp>
            </a:bodyPr>
            <a:lstStyle/>
            <a:p>
              <a:endParaRPr lang="en-US" sz="2400"/>
            </a:p>
          </p:txBody>
        </p:sp>
      </p:grpSp>
      <p:sp>
        <p:nvSpPr>
          <p:cNvPr id="21" name="Blue bar"/>
          <p:cNvSpPr/>
          <p:nvPr userDrawn="1"/>
        </p:nvSpPr>
        <p:spPr>
          <a:xfrm>
            <a:off x="944563" y="0"/>
            <a:ext cx="1799696" cy="151844"/>
          </a:xfrm>
          <a:prstGeom prst="rect">
            <a:avLst/>
          </a:prstGeom>
          <a:solidFill>
            <a:srgbClr val="0079EF"/>
          </a:solidFill>
          <a:ln w="12700">
            <a:miter lim="400000"/>
          </a:ln>
        </p:spPr>
        <p:txBody>
          <a:bodyPr lIns="45719" rIns="45719" anchor="ctr"/>
          <a:lstStyle/>
          <a:p>
            <a:pPr algn="ctr">
              <a:defRPr>
                <a:solidFill>
                  <a:srgbClr val="FFFFFF"/>
                </a:solidFill>
              </a:defRPr>
            </a:pPr>
            <a:endParaRPr/>
          </a:p>
        </p:txBody>
      </p:sp>
      <p:sp>
        <p:nvSpPr>
          <p:cNvPr id="4" name="Footer Placeholde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Tree>
    <p:extLst>
      <p:ext uri="{BB962C8B-B14F-4D97-AF65-F5344CB8AC3E}">
        <p14:creationId xmlns:p14="http://schemas.microsoft.com/office/powerpoint/2010/main" val="1838940517"/>
      </p:ext>
    </p:extLst>
  </p:cSld>
  <p:clrMap bg1="lt1" tx1="dk1" bg2="lt2" tx2="dk2" accent1="accent1" accent2="accent2" accent3="accent3" accent4="accent4" accent5="accent5" accent6="accent6" hlink="hlink" folHlink="folHlink"/>
  <p:sldLayoutIdLst>
    <p:sldLayoutId id="2147483920" r:id="rId1"/>
    <p:sldLayoutId id="2147483894" r:id="rId2"/>
    <p:sldLayoutId id="2147483910" r:id="rId3"/>
    <p:sldLayoutId id="2147483896" r:id="rId4"/>
    <p:sldLayoutId id="2147483895" r:id="rId5"/>
    <p:sldLayoutId id="2147483860" r:id="rId6"/>
    <p:sldLayoutId id="2147483886" r:id="rId7"/>
    <p:sldLayoutId id="2147483861" r:id="rId8"/>
    <p:sldLayoutId id="2147483890" r:id="rId9"/>
    <p:sldLayoutId id="2147483863" r:id="rId10"/>
    <p:sldLayoutId id="2147483885" r:id="rId11"/>
    <p:sldLayoutId id="2147483864" r:id="rId12"/>
    <p:sldLayoutId id="2147483866" r:id="rId13"/>
    <p:sldLayoutId id="2147483884" r:id="rId14"/>
    <p:sldLayoutId id="2147483865" r:id="rId15"/>
    <p:sldLayoutId id="2147483897" r:id="rId16"/>
    <p:sldLayoutId id="2147483867" r:id="rId17"/>
    <p:sldLayoutId id="2147483883" r:id="rId18"/>
    <p:sldLayoutId id="2147483893" r:id="rId19"/>
    <p:sldLayoutId id="2147483898" r:id="rId20"/>
    <p:sldLayoutId id="2147483868" r:id="rId21"/>
    <p:sldLayoutId id="2147483888" r:id="rId22"/>
    <p:sldLayoutId id="2147483891" r:id="rId23"/>
    <p:sldLayoutId id="2147483869" r:id="rId24"/>
    <p:sldLayoutId id="2147483889" r:id="rId25"/>
    <p:sldLayoutId id="2147483892" r:id="rId26"/>
    <p:sldLayoutId id="2147483870" r:id="rId27"/>
    <p:sldLayoutId id="2147483871" r:id="rId28"/>
    <p:sldLayoutId id="2147483872" r:id="rId29"/>
    <p:sldLayoutId id="2147483873" r:id="rId30"/>
    <p:sldLayoutId id="2147483874" r:id="rId31"/>
    <p:sldLayoutId id="2147483908" r:id="rId32"/>
    <p:sldLayoutId id="2147483876" r:id="rId33"/>
    <p:sldLayoutId id="2147483875" r:id="rId34"/>
    <p:sldLayoutId id="2147483899" r:id="rId35"/>
    <p:sldLayoutId id="2147483900" r:id="rId36"/>
    <p:sldLayoutId id="2147483901" r:id="rId37"/>
    <p:sldLayoutId id="2147483902" r:id="rId38"/>
    <p:sldLayoutId id="2147483909" r:id="rId39"/>
    <p:sldLayoutId id="2147483906" r:id="rId40"/>
    <p:sldLayoutId id="2147483904" r:id="rId41"/>
    <p:sldLayoutId id="2147483905" r:id="rId42"/>
    <p:sldLayoutId id="2147483907" r:id="rId43"/>
    <p:sldLayoutId id="2147483916" r:id="rId44"/>
    <p:sldLayoutId id="2147483903" r:id="rId45"/>
    <p:sldLayoutId id="2147483915" r:id="rId46"/>
    <p:sldLayoutId id="2147483914" r:id="rId47"/>
    <p:sldLayoutId id="2147483913" r:id="rId48"/>
    <p:sldLayoutId id="2147483912" r:id="rId49"/>
    <p:sldLayoutId id="2147483911" r:id="rId50"/>
    <p:sldLayoutId id="2147483917" r:id="rId51"/>
    <p:sldLayoutId id="2147483881" r:id="rId52"/>
    <p:sldLayoutId id="2147484192" r:id="rId53"/>
    <p:sldLayoutId id="2147484206" r:id="rId54"/>
    <p:sldLayoutId id="2147484207" r:id="rId5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377" rtl="0" eaLnBrk="1" latinLnBrk="0" hangingPunct="1">
        <a:lnSpc>
          <a:spcPct val="90000"/>
        </a:lnSpc>
        <a:spcBef>
          <a:spcPct val="0"/>
        </a:spcBef>
        <a:buNone/>
        <a:defRPr sz="3600" b="1" kern="1200" baseline="0">
          <a:solidFill>
            <a:schemeClr val="tx1"/>
          </a:solidFill>
          <a:latin typeface="+mj-lt"/>
          <a:ea typeface="+mj-ea"/>
          <a:cs typeface="+mj-cs"/>
        </a:defRPr>
      </a:lvl1pPr>
    </p:titleStyle>
    <p:bodyStyle>
      <a:lvl1pPr marL="287338" indent="-287338"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2800" kern="1200">
          <a:solidFill>
            <a:schemeClr val="tx1"/>
          </a:solidFill>
          <a:latin typeface="+mn-lt"/>
          <a:ea typeface="+mn-ea"/>
          <a:cs typeface="+mn-cs"/>
        </a:defRPr>
      </a:lvl1pPr>
      <a:lvl2pPr marL="574675" indent="-22860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2000" kern="1200">
          <a:solidFill>
            <a:schemeClr val="tx1"/>
          </a:solidFill>
          <a:latin typeface="+mn-lt"/>
          <a:ea typeface="+mn-ea"/>
          <a:cs typeface="+mn-cs"/>
        </a:defRPr>
      </a:lvl2pPr>
      <a:lvl3pPr marL="744538" indent="-169863"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800" kern="1200">
          <a:solidFill>
            <a:schemeClr val="tx1"/>
          </a:solidFill>
          <a:latin typeface="+mn-lt"/>
          <a:ea typeface="+mn-ea"/>
          <a:cs typeface="+mn-cs"/>
        </a:defRPr>
      </a:lvl3pPr>
      <a:lvl4pPr marL="922338" indent="-17780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600" kern="1200">
          <a:solidFill>
            <a:schemeClr val="tx1"/>
          </a:solidFill>
          <a:latin typeface="+mn-lt"/>
          <a:ea typeface="+mn-ea"/>
          <a:cs typeface="+mn-cs"/>
        </a:defRPr>
      </a:lvl4pPr>
      <a:lvl5pPr marL="1079500" indent="-15875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3" pos="7092">
          <p15:clr>
            <a:srgbClr val="F26B43"/>
          </p15:clr>
        </p15:guide>
        <p15:guide id="4" pos="595">
          <p15:clr>
            <a:srgbClr val="F26B43"/>
          </p15:clr>
        </p15:guide>
        <p15:guide id="5" orient="horz" pos="540">
          <p15:clr>
            <a:srgbClr val="F26B43"/>
          </p15:clr>
        </p15:guide>
        <p15:guide id="6" orient="horz" pos="96">
          <p15:clr>
            <a:srgbClr val="F26B43"/>
          </p15:clr>
        </p15:guide>
        <p15:guide id="7" orient="horz" pos="4224">
          <p15:clr>
            <a:srgbClr val="F26B43"/>
          </p15:clr>
        </p15:guide>
        <p15:guide id="8" orient="horz" pos="1094" userDrawn="1">
          <p15:clr>
            <a:srgbClr val="F26B43"/>
          </p15:clr>
        </p15:guide>
        <p15:guide id="0" pos="3840" userDrawn="1">
          <p15:clr>
            <a:srgbClr val="F26B43"/>
          </p15:clr>
        </p15:guide>
        <p15:guide id="9" orient="horz" pos="3893" userDrawn="1">
          <p15:clr>
            <a:srgbClr val="F26B43"/>
          </p15:clr>
        </p15:guide>
        <p15:guide id="10" orient="horz" pos="1389" userDrawn="1">
          <p15:clr>
            <a:srgbClr val="547EBF"/>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519236"/>
            <a:ext cx="10969943" cy="852364"/>
          </a:xfrm>
          <a:prstGeom prst="rect">
            <a:avLst/>
          </a:prstGeom>
        </p:spPr>
        <p:txBody>
          <a:bodyPr vert="horz" lIns="0" tIns="0" rIns="0" bIns="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609600" y="1524000"/>
            <a:ext cx="10969784" cy="4571999"/>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Rectangle 6"/>
          <p:cNvSpPr/>
          <p:nvPr/>
        </p:nvSpPr>
        <p:spPr>
          <a:xfrm>
            <a:off x="608012" y="437706"/>
            <a:ext cx="10972800" cy="18288"/>
          </a:xfrm>
          <a:prstGeom prst="rect">
            <a:avLst/>
          </a:pr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4" name="Date Placeholder 3"/>
          <p:cNvSpPr>
            <a:spLocks noGrp="1"/>
          </p:cNvSpPr>
          <p:nvPr>
            <p:ph type="dt" sz="half" idx="2"/>
          </p:nvPr>
        </p:nvSpPr>
        <p:spPr>
          <a:xfrm>
            <a:off x="5598212" y="6426104"/>
            <a:ext cx="995578" cy="210312"/>
          </a:xfrm>
          <a:prstGeom prst="rect">
            <a:avLst/>
          </a:prstGeom>
        </p:spPr>
        <p:txBody>
          <a:bodyPr vert="horz" wrap="none" lIns="0" tIns="0" rIns="0" bIns="0" rtlCol="0" anchor="b" anchorCtr="0"/>
          <a:lstStyle>
            <a:lvl1pPr algn="ctr">
              <a:defRPr sz="700">
                <a:solidFill>
                  <a:schemeClr val="tx1"/>
                </a:solidFill>
              </a:defRPr>
            </a:lvl1pPr>
          </a:lstStyle>
          <a:p>
            <a:pPr defTabSz="914400"/>
            <a:fld id="{65FD8143-BFA3-46F8-9B90-B0E5CFAF7F7C}" type="datetime4">
              <a:rPr lang="en-US" smtClean="0">
                <a:solidFill>
                  <a:prstClr val="black"/>
                </a:solidFill>
              </a:rPr>
              <a:pPr defTabSz="914400"/>
              <a:t>January 30, 2019</a:t>
            </a:fld>
            <a:endParaRPr>
              <a:solidFill>
                <a:prstClr val="black"/>
              </a:solidFill>
            </a:endParaRPr>
          </a:p>
        </p:txBody>
      </p:sp>
      <p:sp>
        <p:nvSpPr>
          <p:cNvPr id="5" name="Footer Placeholder 4"/>
          <p:cNvSpPr>
            <a:spLocks noGrp="1"/>
          </p:cNvSpPr>
          <p:nvPr>
            <p:ph type="ftr" sz="quarter" idx="3"/>
          </p:nvPr>
        </p:nvSpPr>
        <p:spPr>
          <a:xfrm>
            <a:off x="6934200" y="6426104"/>
            <a:ext cx="4025198" cy="210312"/>
          </a:xfrm>
          <a:prstGeom prst="rect">
            <a:avLst/>
          </a:prstGeom>
        </p:spPr>
        <p:txBody>
          <a:bodyPr vert="horz" wrap="none" lIns="0" tIns="0" rIns="0" bIns="0" rtlCol="0" anchor="b" anchorCtr="0"/>
          <a:lstStyle>
            <a:lvl1pPr algn="r">
              <a:defRPr sz="700">
                <a:solidFill>
                  <a:schemeClr val="tx1"/>
                </a:solidFill>
              </a:defRPr>
            </a:lvl1pPr>
          </a:lstStyle>
          <a:p>
            <a:pPr defTabSz="914400"/>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4"/>
          </p:nvPr>
        </p:nvSpPr>
        <p:spPr bwMode="gray">
          <a:xfrm>
            <a:off x="11049000" y="6430868"/>
            <a:ext cx="533399" cy="232147"/>
          </a:xfrm>
          <a:prstGeom prst="rect">
            <a:avLst/>
          </a:prstGeom>
        </p:spPr>
        <p:txBody>
          <a:bodyPr vert="horz" wrap="none" lIns="0" tIns="0" rIns="0" bIns="0" rtlCol="0" anchor="b" anchorCtr="0"/>
          <a:lstStyle>
            <a:lvl1pPr algn="r">
              <a:defRPr sz="1600">
                <a:solidFill>
                  <a:schemeClr val="accent5"/>
                </a:solidFill>
              </a:defRPr>
            </a:lvl1pPr>
          </a:lstStyle>
          <a:p>
            <a:pPr defTabSz="914400"/>
            <a:fld id="{B016F8AB-BCEA-4347-8BA6-BE776009BC89}" type="slidenum">
              <a:rPr>
                <a:solidFill>
                  <a:srgbClr val="617D78"/>
                </a:solidFill>
              </a:rPr>
              <a:pPr defTabSz="914400"/>
              <a:t>‹#›</a:t>
            </a:fld>
            <a:endParaRPr dirty="0">
              <a:solidFill>
                <a:srgbClr val="617D78"/>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0"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1266676139"/>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3994" r:id="rId14"/>
    <p:sldLayoutId id="2147483995" r:id="rId15"/>
    <p:sldLayoutId id="2147483996" r:id="rId16"/>
    <p:sldLayoutId id="2147483997" r:id="rId17"/>
    <p:sldLayoutId id="2147483998" r:id="rId18"/>
    <p:sldLayoutId id="2147483999" r:id="rId19"/>
    <p:sldLayoutId id="2147484000" r:id="rId20"/>
    <p:sldLayoutId id="2147484001" r:id="rId21"/>
    <p:sldLayoutId id="2147484002" r:id="rId22"/>
    <p:sldLayoutId id="2147484003" r:id="rId23"/>
    <p:sldLayoutId id="2147484004" r:id="rId24"/>
    <p:sldLayoutId id="2147484005" r:id="rId25"/>
    <p:sldLayoutId id="2147484006" r:id="rId26"/>
    <p:sldLayoutId id="2147484007" r:id="rId27"/>
    <p:sldLayoutId id="2147484008" r:id="rId28"/>
    <p:sldLayoutId id="2147484009" r:id="rId29"/>
    <p:sldLayoutId id="2147484010" r:id="rId30"/>
    <p:sldLayoutId id="2147484011" r:id="rId31"/>
    <p:sldLayoutId id="2147484012" r:id="rId32"/>
    <p:sldLayoutId id="2147484013" r:id="rId33"/>
    <p:sldLayoutId id="2147484014" r:id="rId3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82880" indent="-182880" algn="l" defTabSz="91440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1pPr>
      <a:lvl2pPr marL="411480" indent="-18288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2pPr>
      <a:lvl3pPr marL="548640" indent="-13716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3pPr>
      <a:lvl4pPr marL="7315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4pPr>
      <a:lvl5pPr marL="8686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5pPr>
      <a:lvl6pPr marL="105156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pos="7296">
          <p15:clr>
            <a:srgbClr val="F26B43"/>
          </p15:clr>
        </p15:guide>
        <p15:guide id="5" orient="horz" pos="960">
          <p15:clr>
            <a:srgbClr val="F26B43"/>
          </p15:clr>
        </p15:guide>
        <p15:guide id="6" orient="horz"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519236"/>
            <a:ext cx="10969943" cy="852364"/>
          </a:xfrm>
          <a:prstGeom prst="rect">
            <a:avLst/>
          </a:prstGeom>
        </p:spPr>
        <p:txBody>
          <a:bodyPr vert="horz" lIns="0" tIns="0" rIns="0" bIns="0" rtlCol="0" anchor="t" anchorCtr="0">
            <a:noAutofit/>
          </a:bodyPr>
          <a:lstStyle/>
          <a:p>
            <a:r>
              <a:t>Click to edit Master title style</a:t>
            </a:r>
          </a:p>
        </p:txBody>
      </p:sp>
      <p:sp>
        <p:nvSpPr>
          <p:cNvPr id="3" name="Text Placeholder 2"/>
          <p:cNvSpPr>
            <a:spLocks noGrp="1"/>
          </p:cNvSpPr>
          <p:nvPr>
            <p:ph type="body" idx="1"/>
          </p:nvPr>
        </p:nvSpPr>
        <p:spPr>
          <a:xfrm>
            <a:off x="609600" y="1524000"/>
            <a:ext cx="10969784" cy="4571999"/>
          </a:xfrm>
          <a:prstGeom prst="rect">
            <a:avLst/>
          </a:prstGeom>
        </p:spPr>
        <p:txBody>
          <a:bodyPr vert="horz" lIns="0" tIns="0" rIns="0" bIns="0" rtlCol="0">
            <a:normAutofit/>
          </a:bodyPr>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7" name="Rectangle 6"/>
          <p:cNvSpPr/>
          <p:nvPr/>
        </p:nvSpPr>
        <p:spPr>
          <a:xfrm>
            <a:off x="608012" y="437706"/>
            <a:ext cx="10972800" cy="18288"/>
          </a:xfrm>
          <a:prstGeom prst="rect">
            <a:avLst/>
          </a:prstGeom>
          <a:solidFill>
            <a:srgbClr val="00B388"/>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a:solidFill>
                <a:prstClr val="white"/>
              </a:solidFill>
            </a:endParaRPr>
          </a:p>
        </p:txBody>
      </p:sp>
      <p:sp>
        <p:nvSpPr>
          <p:cNvPr id="4" name="Date Placeholder 3"/>
          <p:cNvSpPr>
            <a:spLocks noGrp="1"/>
          </p:cNvSpPr>
          <p:nvPr>
            <p:ph type="dt" sz="half" idx="2"/>
          </p:nvPr>
        </p:nvSpPr>
        <p:spPr>
          <a:xfrm>
            <a:off x="5598212" y="6426104"/>
            <a:ext cx="995578" cy="210312"/>
          </a:xfrm>
          <a:prstGeom prst="rect">
            <a:avLst/>
          </a:prstGeom>
        </p:spPr>
        <p:txBody>
          <a:bodyPr vert="horz" wrap="none" lIns="0" tIns="0" rIns="0" bIns="0" rtlCol="0" anchor="b" anchorCtr="0"/>
          <a:lstStyle>
            <a:lvl1pPr algn="ctr">
              <a:defRPr sz="700">
                <a:solidFill>
                  <a:schemeClr val="tx1"/>
                </a:solidFill>
              </a:defRPr>
            </a:lvl1pPr>
          </a:lstStyle>
          <a:p>
            <a:pPr defTabSz="914400"/>
            <a:fld id="{65FD8143-BFA3-46F8-9B90-B0E5CFAF7F7C}" type="datetime4">
              <a:rPr lang="en-US" smtClean="0">
                <a:solidFill>
                  <a:prstClr val="black"/>
                </a:solidFill>
              </a:rPr>
              <a:pPr defTabSz="914400"/>
              <a:t>January 30, 2019</a:t>
            </a:fld>
            <a:endParaRPr>
              <a:solidFill>
                <a:prstClr val="black"/>
              </a:solidFill>
            </a:endParaRPr>
          </a:p>
        </p:txBody>
      </p:sp>
      <p:sp>
        <p:nvSpPr>
          <p:cNvPr id="5" name="Footer Placeholder 4"/>
          <p:cNvSpPr>
            <a:spLocks noGrp="1"/>
          </p:cNvSpPr>
          <p:nvPr>
            <p:ph type="ftr" sz="quarter" idx="3"/>
          </p:nvPr>
        </p:nvSpPr>
        <p:spPr>
          <a:xfrm>
            <a:off x="6934200" y="6426104"/>
            <a:ext cx="4025198" cy="210312"/>
          </a:xfrm>
          <a:prstGeom prst="rect">
            <a:avLst/>
          </a:prstGeom>
        </p:spPr>
        <p:txBody>
          <a:bodyPr vert="horz" wrap="none" lIns="0" tIns="0" rIns="0" bIns="0" rtlCol="0" anchor="b" anchorCtr="0"/>
          <a:lstStyle>
            <a:lvl1pPr algn="r">
              <a:defRPr sz="700">
                <a:solidFill>
                  <a:schemeClr val="tx1"/>
                </a:solidFill>
              </a:defRPr>
            </a:lvl1pPr>
          </a:lstStyle>
          <a:p>
            <a:pPr defTabSz="914400"/>
            <a:r>
              <a:rPr lang="en-US">
                <a:solidFill>
                  <a:prstClr val="black"/>
                </a:solidFill>
              </a:rPr>
              <a:t>Private | Confidential | Internal Use Only </a:t>
            </a:r>
            <a:endParaRPr>
              <a:solidFill>
                <a:prstClr val="black"/>
              </a:solidFill>
            </a:endParaRPr>
          </a:p>
        </p:txBody>
      </p:sp>
      <p:sp>
        <p:nvSpPr>
          <p:cNvPr id="6" name="Slide Number Placeholder 5"/>
          <p:cNvSpPr>
            <a:spLocks noGrp="1"/>
          </p:cNvSpPr>
          <p:nvPr>
            <p:ph type="sldNum" sz="quarter" idx="4"/>
          </p:nvPr>
        </p:nvSpPr>
        <p:spPr bwMode="gray">
          <a:xfrm>
            <a:off x="11049000" y="6430868"/>
            <a:ext cx="533399" cy="232147"/>
          </a:xfrm>
          <a:prstGeom prst="rect">
            <a:avLst/>
          </a:prstGeom>
        </p:spPr>
        <p:txBody>
          <a:bodyPr vert="horz" wrap="none" lIns="0" tIns="0" rIns="0" bIns="0" rtlCol="0" anchor="b" anchorCtr="0"/>
          <a:lstStyle>
            <a:lvl1pPr algn="r">
              <a:defRPr sz="1600">
                <a:solidFill>
                  <a:schemeClr val="accent5"/>
                </a:solidFill>
              </a:defRPr>
            </a:lvl1pPr>
          </a:lstStyle>
          <a:p>
            <a:pPr defTabSz="914400"/>
            <a:fld id="{B016F8AB-BCEA-4347-8BA6-BE776009BC89}" type="slidenum">
              <a:rPr>
                <a:solidFill>
                  <a:srgbClr val="617D78"/>
                </a:solidFill>
              </a:rPr>
              <a:pPr defTabSz="914400"/>
              <a:t>‹#›</a:t>
            </a:fld>
            <a:endParaRPr dirty="0">
              <a:solidFill>
                <a:srgbClr val="617D78"/>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sp>
          <p:nvSpPr>
            <p:cNvPr id="10"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a:solidFill>
                  <a:prstClr val="black"/>
                </a:solidFill>
              </a:endParaRPr>
            </a:p>
          </p:txBody>
        </p:sp>
      </p:grpSp>
    </p:spTree>
    <p:extLst>
      <p:ext uri="{BB962C8B-B14F-4D97-AF65-F5344CB8AC3E}">
        <p14:creationId xmlns:p14="http://schemas.microsoft.com/office/powerpoint/2010/main" val="3360446362"/>
      </p:ext>
    </p:extLst>
  </p:cSld>
  <p:clrMap bg1="lt1" tx1="dk1" bg2="lt2" tx2="dk2" accent1="accent1" accent2="accent2" accent3="accent3" accent4="accent4" accent5="accent5" accent6="accent6" hlink="hlink" folHlink="folHlink"/>
  <p:sldLayoutIdLst>
    <p:sldLayoutId id="2147484050" r:id="rId1"/>
    <p:sldLayoutId id="2147484051" r:id="rId2"/>
    <p:sldLayoutId id="2147484052" r:id="rId3"/>
    <p:sldLayoutId id="2147484053" r:id="rId4"/>
    <p:sldLayoutId id="2147484054" r:id="rId5"/>
    <p:sldLayoutId id="2147484055" r:id="rId6"/>
    <p:sldLayoutId id="2147484056" r:id="rId7"/>
    <p:sldLayoutId id="2147484057" r:id="rId8"/>
    <p:sldLayoutId id="2147484058" r:id="rId9"/>
    <p:sldLayoutId id="2147484059" r:id="rId10"/>
    <p:sldLayoutId id="2147484060" r:id="rId11"/>
    <p:sldLayoutId id="2147484061" r:id="rId12"/>
    <p:sldLayoutId id="2147484062" r:id="rId13"/>
    <p:sldLayoutId id="2147484063" r:id="rId14"/>
    <p:sldLayoutId id="2147484064" r:id="rId15"/>
    <p:sldLayoutId id="2147484065" r:id="rId16"/>
    <p:sldLayoutId id="2147484066" r:id="rId17"/>
    <p:sldLayoutId id="2147484067" r:id="rId18"/>
    <p:sldLayoutId id="2147484068" r:id="rId19"/>
    <p:sldLayoutId id="2147484069" r:id="rId20"/>
    <p:sldLayoutId id="2147484070" r:id="rId21"/>
    <p:sldLayoutId id="2147484071" r:id="rId22"/>
    <p:sldLayoutId id="2147484072" r:id="rId23"/>
    <p:sldLayoutId id="2147484073" r:id="rId24"/>
    <p:sldLayoutId id="2147484074" r:id="rId25"/>
    <p:sldLayoutId id="2147484075" r:id="rId26"/>
    <p:sldLayoutId id="2147484076" r:id="rId27"/>
    <p:sldLayoutId id="2147484077" r:id="rId28"/>
    <p:sldLayoutId id="2147484078" r:id="rId29"/>
    <p:sldLayoutId id="2147484079" r:id="rId30"/>
    <p:sldLayoutId id="2147484080" r:id="rId31"/>
    <p:sldLayoutId id="2147484081" r:id="rId32"/>
    <p:sldLayoutId id="2147484082" r:id="rId33"/>
    <p:sldLayoutId id="2147484083" r:id="rId34"/>
    <p:sldLayoutId id="2147484084"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82880" indent="-182880" algn="l" defTabSz="914400" rtl="0" eaLnBrk="1" latinLnBrk="0" hangingPunct="1">
        <a:lnSpc>
          <a:spcPct val="90000"/>
        </a:lnSpc>
        <a:spcBef>
          <a:spcPts val="1200"/>
        </a:spcBef>
        <a:buFont typeface="Arial" panose="020B0604020202020204" pitchFamily="34" charset="0"/>
        <a:buChar char="–"/>
        <a:defRPr sz="1800" kern="1200">
          <a:solidFill>
            <a:schemeClr val="tx1"/>
          </a:solidFill>
          <a:latin typeface="+mn-lt"/>
          <a:ea typeface="+mn-ea"/>
          <a:cs typeface="+mn-cs"/>
        </a:defRPr>
      </a:lvl1pPr>
      <a:lvl2pPr marL="411480" indent="-182880" algn="l" defTabSz="914400" rtl="0" eaLnBrk="1" latinLnBrk="0" hangingPunct="1">
        <a:lnSpc>
          <a:spcPct val="90000"/>
        </a:lnSpc>
        <a:spcBef>
          <a:spcPts val="800"/>
        </a:spcBef>
        <a:buFont typeface="Arial" panose="020B0604020202020204" pitchFamily="34" charset="0"/>
        <a:buChar char="–"/>
        <a:defRPr sz="1600" kern="1200">
          <a:solidFill>
            <a:schemeClr val="tx1"/>
          </a:solidFill>
          <a:latin typeface="+mn-lt"/>
          <a:ea typeface="+mn-ea"/>
          <a:cs typeface="+mn-cs"/>
        </a:defRPr>
      </a:lvl2pPr>
      <a:lvl3pPr marL="548640" indent="-137160" algn="l" defTabSz="914400" rtl="0" eaLnBrk="1" latinLnBrk="0" hangingPunct="1">
        <a:lnSpc>
          <a:spcPct val="90000"/>
        </a:lnSpc>
        <a:spcBef>
          <a:spcPts val="600"/>
        </a:spcBef>
        <a:buFont typeface="Arial" panose="020B0604020202020204" pitchFamily="34" charset="0"/>
        <a:buChar char="–"/>
        <a:defRPr sz="1400" kern="1200">
          <a:solidFill>
            <a:schemeClr val="tx1"/>
          </a:solidFill>
          <a:latin typeface="+mn-lt"/>
          <a:ea typeface="+mn-ea"/>
          <a:cs typeface="+mn-cs"/>
        </a:defRPr>
      </a:lvl3pPr>
      <a:lvl4pPr marL="7315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4pPr>
      <a:lvl5pPr marL="8686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5pPr>
      <a:lvl6pPr marL="105156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pos="7296">
          <p15:clr>
            <a:srgbClr val="F26B43"/>
          </p15:clr>
        </p15:guide>
        <p15:guide id="5" orient="horz" pos="960">
          <p15:clr>
            <a:srgbClr val="F26B43"/>
          </p15:clr>
        </p15:guide>
        <p15:guide id="6" orient="horz"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519236"/>
            <a:ext cx="10969943" cy="852364"/>
          </a:xfrm>
          <a:prstGeom prst="rect">
            <a:avLst/>
          </a:prstGeom>
        </p:spPr>
        <p:txBody>
          <a:bodyPr vert="horz" lIns="0" tIns="0" rIns="0" bIns="0" rtlCol="0" anchor="t" anchorCtr="0">
            <a:noAutofit/>
          </a:bodyPr>
          <a:lstStyle/>
          <a:p>
            <a:r>
              <a:rPr lang="en-US"/>
              <a:t>Click to edit Master title style</a:t>
            </a:r>
            <a:endParaRPr/>
          </a:p>
        </p:txBody>
      </p:sp>
      <p:sp>
        <p:nvSpPr>
          <p:cNvPr id="3" name="Text Placeholder 2"/>
          <p:cNvSpPr>
            <a:spLocks noGrp="1"/>
          </p:cNvSpPr>
          <p:nvPr>
            <p:ph type="body" idx="1"/>
          </p:nvPr>
        </p:nvSpPr>
        <p:spPr>
          <a:xfrm>
            <a:off x="609600" y="1524000"/>
            <a:ext cx="10969784" cy="4571999"/>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608012" y="437706"/>
            <a:ext cx="10972800" cy="18288"/>
          </a:xfrm>
          <a:prstGeom prst="rect">
            <a:avLst/>
          </a:prstGeom>
          <a:solidFill>
            <a:srgbClr val="01A982"/>
          </a:solidFill>
          <a:ln w="19050">
            <a:no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lnSpc>
                <a:spcPct val="90000"/>
              </a:lnSpc>
            </a:pPr>
            <a:endParaRPr dirty="0">
              <a:solidFill>
                <a:prstClr val="white"/>
              </a:solidFill>
            </a:endParaRPr>
          </a:p>
        </p:txBody>
      </p:sp>
      <p:sp>
        <p:nvSpPr>
          <p:cNvPr id="4" name="Date Placeholder 3"/>
          <p:cNvSpPr>
            <a:spLocks noGrp="1"/>
          </p:cNvSpPr>
          <p:nvPr>
            <p:ph type="dt" sz="half" idx="2"/>
          </p:nvPr>
        </p:nvSpPr>
        <p:spPr>
          <a:xfrm>
            <a:off x="5598212" y="6426104"/>
            <a:ext cx="995578" cy="210312"/>
          </a:xfrm>
          <a:prstGeom prst="rect">
            <a:avLst/>
          </a:prstGeom>
        </p:spPr>
        <p:txBody>
          <a:bodyPr vert="horz" wrap="none" lIns="0" tIns="0" rIns="0" bIns="0" rtlCol="0" anchor="b" anchorCtr="0"/>
          <a:lstStyle>
            <a:lvl1pPr algn="ctr">
              <a:defRPr sz="700">
                <a:solidFill>
                  <a:schemeClr val="tx1"/>
                </a:solidFill>
              </a:defRPr>
            </a:lvl1pPr>
          </a:lstStyle>
          <a:p>
            <a:pPr defTabSz="914400"/>
            <a:fld id="{65FD8143-BFA3-46F8-9B90-B0E5CFAF7F7C}" type="datetime4">
              <a:rPr lang="en-US" smtClean="0">
                <a:solidFill>
                  <a:prstClr val="black"/>
                </a:solidFill>
              </a:rPr>
              <a:pPr defTabSz="914400"/>
              <a:t>January 30, 2019</a:t>
            </a:fld>
            <a:endParaRPr dirty="0">
              <a:solidFill>
                <a:prstClr val="black"/>
              </a:solidFill>
            </a:endParaRPr>
          </a:p>
        </p:txBody>
      </p:sp>
      <p:sp>
        <p:nvSpPr>
          <p:cNvPr id="5" name="Footer Placeholder 4"/>
          <p:cNvSpPr>
            <a:spLocks noGrp="1"/>
          </p:cNvSpPr>
          <p:nvPr>
            <p:ph type="ftr" sz="quarter" idx="3"/>
          </p:nvPr>
        </p:nvSpPr>
        <p:spPr>
          <a:xfrm>
            <a:off x="6934200" y="6426104"/>
            <a:ext cx="4025198" cy="210312"/>
          </a:xfrm>
          <a:prstGeom prst="rect">
            <a:avLst/>
          </a:prstGeom>
        </p:spPr>
        <p:txBody>
          <a:bodyPr vert="horz" wrap="none" lIns="0" tIns="0" rIns="0" bIns="0" rtlCol="0" anchor="b" anchorCtr="0"/>
          <a:lstStyle>
            <a:lvl1pPr algn="r">
              <a:defRPr sz="700">
                <a:solidFill>
                  <a:schemeClr val="tx1"/>
                </a:solidFill>
              </a:defRPr>
            </a:lvl1pPr>
          </a:lstStyle>
          <a:p>
            <a:pPr defTabSz="914400"/>
            <a:r>
              <a:rPr lang="en-US" dirty="0">
                <a:solidFill>
                  <a:prstClr val="black"/>
                </a:solidFill>
              </a:rPr>
              <a:t>Private | Confidential | Internal Use Only </a:t>
            </a:r>
            <a:endParaRPr dirty="0">
              <a:solidFill>
                <a:prstClr val="black"/>
              </a:solidFill>
            </a:endParaRPr>
          </a:p>
        </p:txBody>
      </p:sp>
      <p:sp>
        <p:nvSpPr>
          <p:cNvPr id="6" name="Slide Number Placeholder 5"/>
          <p:cNvSpPr>
            <a:spLocks noGrp="1"/>
          </p:cNvSpPr>
          <p:nvPr>
            <p:ph type="sldNum" sz="quarter" idx="4"/>
          </p:nvPr>
        </p:nvSpPr>
        <p:spPr bwMode="gray">
          <a:xfrm>
            <a:off x="11049000" y="6430868"/>
            <a:ext cx="533399" cy="232147"/>
          </a:xfrm>
          <a:prstGeom prst="rect">
            <a:avLst/>
          </a:prstGeom>
        </p:spPr>
        <p:txBody>
          <a:bodyPr vert="horz" wrap="none" lIns="0" tIns="0" rIns="0" bIns="0" rtlCol="0" anchor="b" anchorCtr="0"/>
          <a:lstStyle>
            <a:lvl1pPr algn="r">
              <a:defRPr sz="1600">
                <a:solidFill>
                  <a:schemeClr val="accent4"/>
                </a:solidFill>
              </a:defRPr>
            </a:lvl1pPr>
          </a:lstStyle>
          <a:p>
            <a:pPr defTabSz="914400"/>
            <a:fld id="{B016F8AB-BCEA-4347-8BA6-BE776009BC89}" type="slidenum">
              <a:rPr lang="en-US" smtClean="0">
                <a:solidFill>
                  <a:srgbClr val="5F7A76"/>
                </a:solidFill>
              </a:rPr>
              <a:pPr defTabSz="914400"/>
              <a:t>‹#›</a:t>
            </a:fld>
            <a:endParaRPr lang="en-US" dirty="0">
              <a:solidFill>
                <a:srgbClr val="5F7A76"/>
              </a:solidFill>
            </a:endParaRPr>
          </a:p>
        </p:txBody>
      </p:sp>
      <p:grpSp>
        <p:nvGrpSpPr>
          <p:cNvPr id="8" name="Group 7"/>
          <p:cNvGrpSpPr/>
          <p:nvPr/>
        </p:nvGrpSpPr>
        <p:grpSpPr>
          <a:xfrm>
            <a:off x="610272" y="6248401"/>
            <a:ext cx="969471" cy="390524"/>
            <a:chOff x="3578225" y="1146175"/>
            <a:chExt cx="5038725" cy="2111375"/>
          </a:xfrm>
        </p:grpSpPr>
        <p:sp>
          <p:nvSpPr>
            <p:cNvPr id="9" name="Freeform 5"/>
            <p:cNvSpPr>
              <a:spLocks noEditPoints="1"/>
            </p:cNvSpPr>
            <p:nvPr/>
          </p:nvSpPr>
          <p:spPr bwMode="auto">
            <a:xfrm>
              <a:off x="3578225" y="1146175"/>
              <a:ext cx="1725613" cy="498475"/>
            </a:xfrm>
            <a:custGeom>
              <a:avLst/>
              <a:gdLst>
                <a:gd name="T0" fmla="*/ 0 w 1087"/>
                <a:gd name="T1" fmla="*/ 0 h 314"/>
                <a:gd name="T2" fmla="*/ 0 w 1087"/>
                <a:gd name="T3" fmla="*/ 314 h 314"/>
                <a:gd name="T4" fmla="*/ 0 w 1087"/>
                <a:gd name="T5" fmla="*/ 314 h 314"/>
                <a:gd name="T6" fmla="*/ 1087 w 1087"/>
                <a:gd name="T7" fmla="*/ 314 h 314"/>
                <a:gd name="T8" fmla="*/ 1087 w 1087"/>
                <a:gd name="T9" fmla="*/ 0 h 314"/>
                <a:gd name="T10" fmla="*/ 0 w 1087"/>
                <a:gd name="T11" fmla="*/ 0 h 314"/>
                <a:gd name="T12" fmla="*/ 1018 w 1087"/>
                <a:gd name="T13" fmla="*/ 245 h 314"/>
                <a:gd name="T14" fmla="*/ 69 w 1087"/>
                <a:gd name="T15" fmla="*/ 245 h 314"/>
                <a:gd name="T16" fmla="*/ 69 w 1087"/>
                <a:gd name="T17" fmla="*/ 69 h 314"/>
                <a:gd name="T18" fmla="*/ 1018 w 1087"/>
                <a:gd name="T19" fmla="*/ 69 h 314"/>
                <a:gd name="T20" fmla="*/ 1018 w 1087"/>
                <a:gd name="T21" fmla="*/ 245 h 314"/>
                <a:gd name="T22" fmla="*/ 1018 w 1087"/>
                <a:gd name="T23" fmla="*/ 245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87" h="314">
                  <a:moveTo>
                    <a:pt x="0" y="0"/>
                  </a:moveTo>
                  <a:lnTo>
                    <a:pt x="0" y="314"/>
                  </a:lnTo>
                  <a:lnTo>
                    <a:pt x="0" y="314"/>
                  </a:lnTo>
                  <a:lnTo>
                    <a:pt x="1087" y="314"/>
                  </a:lnTo>
                  <a:lnTo>
                    <a:pt x="1087" y="0"/>
                  </a:lnTo>
                  <a:lnTo>
                    <a:pt x="0" y="0"/>
                  </a:lnTo>
                  <a:close/>
                  <a:moveTo>
                    <a:pt x="1018" y="245"/>
                  </a:moveTo>
                  <a:lnTo>
                    <a:pt x="69" y="245"/>
                  </a:lnTo>
                  <a:lnTo>
                    <a:pt x="69" y="69"/>
                  </a:lnTo>
                  <a:lnTo>
                    <a:pt x="1018" y="69"/>
                  </a:lnTo>
                  <a:lnTo>
                    <a:pt x="1018" y="245"/>
                  </a:lnTo>
                  <a:lnTo>
                    <a:pt x="1018" y="245"/>
                  </a:lnTo>
                  <a:close/>
                </a:path>
              </a:pathLst>
            </a:custGeom>
            <a:solidFill>
              <a:srgbClr val="00B38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black"/>
                </a:solidFill>
              </a:endParaRPr>
            </a:p>
          </p:txBody>
        </p:sp>
        <p:sp>
          <p:nvSpPr>
            <p:cNvPr id="10" name="Freeform 6"/>
            <p:cNvSpPr>
              <a:spLocks noEditPoints="1"/>
            </p:cNvSpPr>
            <p:nvPr/>
          </p:nvSpPr>
          <p:spPr bwMode="auto">
            <a:xfrm>
              <a:off x="3578225" y="1968500"/>
              <a:ext cx="5038725" cy="1289050"/>
            </a:xfrm>
            <a:custGeom>
              <a:avLst/>
              <a:gdLst>
                <a:gd name="T0" fmla="*/ 80 w 1341"/>
                <a:gd name="T1" fmla="*/ 52 h 342"/>
                <a:gd name="T2" fmla="*/ 29 w 1341"/>
                <a:gd name="T3" fmla="*/ 77 h 342"/>
                <a:gd name="T4" fmla="*/ 212 w 1341"/>
                <a:gd name="T5" fmla="*/ 93 h 342"/>
                <a:gd name="T6" fmla="*/ 174 w 1341"/>
                <a:gd name="T7" fmla="*/ 134 h 342"/>
                <a:gd name="T8" fmla="*/ 272 w 1341"/>
                <a:gd name="T9" fmla="*/ 132 h 342"/>
                <a:gd name="T10" fmla="*/ 276 w 1341"/>
                <a:gd name="T11" fmla="*/ 38 h 342"/>
                <a:gd name="T12" fmla="*/ 327 w 1341"/>
                <a:gd name="T13" fmla="*/ 132 h 342"/>
                <a:gd name="T14" fmla="*/ 398 w 1341"/>
                <a:gd name="T15" fmla="*/ 0 h 342"/>
                <a:gd name="T16" fmla="*/ 402 w 1341"/>
                <a:gd name="T17" fmla="*/ 134 h 342"/>
                <a:gd name="T18" fmla="*/ 448 w 1341"/>
                <a:gd name="T19" fmla="*/ 93 h 342"/>
                <a:gd name="T20" fmla="*/ 448 w 1341"/>
                <a:gd name="T21" fmla="*/ 74 h 342"/>
                <a:gd name="T22" fmla="*/ 642 w 1341"/>
                <a:gd name="T23" fmla="*/ 60 h 342"/>
                <a:gd name="T24" fmla="*/ 642 w 1341"/>
                <a:gd name="T25" fmla="*/ 131 h 342"/>
                <a:gd name="T26" fmla="*/ 570 w 1341"/>
                <a:gd name="T27" fmla="*/ 111 h 342"/>
                <a:gd name="T28" fmla="*/ 530 w 1341"/>
                <a:gd name="T29" fmla="*/ 60 h 342"/>
                <a:gd name="T30" fmla="*/ 558 w 1341"/>
                <a:gd name="T31" fmla="*/ 38 h 342"/>
                <a:gd name="T32" fmla="*/ 738 w 1341"/>
                <a:gd name="T33" fmla="*/ 89 h 342"/>
                <a:gd name="T34" fmla="*/ 787 w 1341"/>
                <a:gd name="T35" fmla="*/ 45 h 342"/>
                <a:gd name="T36" fmla="*/ 736 w 1341"/>
                <a:gd name="T37" fmla="*/ 65 h 342"/>
                <a:gd name="T38" fmla="*/ 848 w 1341"/>
                <a:gd name="T39" fmla="*/ 73 h 342"/>
                <a:gd name="T40" fmla="*/ 876 w 1341"/>
                <a:gd name="T41" fmla="*/ 73 h 342"/>
                <a:gd name="T42" fmla="*/ 833 w 1341"/>
                <a:gd name="T43" fmla="*/ 91 h 342"/>
                <a:gd name="T44" fmla="*/ 965 w 1341"/>
                <a:gd name="T45" fmla="*/ 43 h 342"/>
                <a:gd name="T46" fmla="*/ 964 w 1341"/>
                <a:gd name="T47" fmla="*/ 103 h 342"/>
                <a:gd name="T48" fmla="*/ 1010 w 1341"/>
                <a:gd name="T49" fmla="*/ 132 h 342"/>
                <a:gd name="T50" fmla="*/ 1070 w 1341"/>
                <a:gd name="T51" fmla="*/ 38 h 342"/>
                <a:gd name="T52" fmla="*/ 1010 w 1341"/>
                <a:gd name="T53" fmla="*/ 89 h 342"/>
                <a:gd name="T54" fmla="*/ 1133 w 1341"/>
                <a:gd name="T55" fmla="*/ 73 h 342"/>
                <a:gd name="T56" fmla="*/ 1160 w 1341"/>
                <a:gd name="T57" fmla="*/ 73 h 342"/>
                <a:gd name="T58" fmla="*/ 1117 w 1341"/>
                <a:gd name="T59" fmla="*/ 91 h 342"/>
                <a:gd name="T60" fmla="*/ 1239 w 1341"/>
                <a:gd name="T61" fmla="*/ 39 h 342"/>
                <a:gd name="T62" fmla="*/ 1180 w 1341"/>
                <a:gd name="T63" fmla="*/ 132 h 342"/>
                <a:gd name="T64" fmla="*/ 1246 w 1341"/>
                <a:gd name="T65" fmla="*/ 85 h 342"/>
                <a:gd name="T66" fmla="*/ 1314 w 1341"/>
                <a:gd name="T67" fmla="*/ 132 h 342"/>
                <a:gd name="T68" fmla="*/ 1295 w 1341"/>
                <a:gd name="T69" fmla="*/ 110 h 342"/>
                <a:gd name="T70" fmla="*/ 18 w 1341"/>
                <a:gd name="T71" fmla="*/ 231 h 342"/>
                <a:gd name="T72" fmla="*/ 81 w 1341"/>
                <a:gd name="T73" fmla="*/ 307 h 342"/>
                <a:gd name="T74" fmla="*/ 164 w 1341"/>
                <a:gd name="T75" fmla="*/ 307 h 342"/>
                <a:gd name="T76" fmla="*/ 103 w 1341"/>
                <a:gd name="T77" fmla="*/ 214 h 342"/>
                <a:gd name="T78" fmla="*/ 252 w 1341"/>
                <a:gd name="T79" fmla="*/ 229 h 342"/>
                <a:gd name="T80" fmla="*/ 252 w 1341"/>
                <a:gd name="T81" fmla="*/ 307 h 342"/>
                <a:gd name="T82" fmla="*/ 211 w 1341"/>
                <a:gd name="T83" fmla="*/ 214 h 342"/>
                <a:gd name="T84" fmla="*/ 305 w 1341"/>
                <a:gd name="T85" fmla="*/ 212 h 342"/>
                <a:gd name="T86" fmla="*/ 338 w 1341"/>
                <a:gd name="T87" fmla="*/ 285 h 342"/>
                <a:gd name="T88" fmla="*/ 281 w 1341"/>
                <a:gd name="T89" fmla="*/ 251 h 342"/>
                <a:gd name="T90" fmla="*/ 403 w 1341"/>
                <a:gd name="T91" fmla="*/ 229 h 342"/>
                <a:gd name="T92" fmla="*/ 382 w 1341"/>
                <a:gd name="T93" fmla="*/ 228 h 342"/>
                <a:gd name="T94" fmla="*/ 430 w 1341"/>
                <a:gd name="T95" fmla="*/ 342 h 342"/>
                <a:gd name="T96" fmla="*/ 498 w 1341"/>
                <a:gd name="T97" fmla="*/ 260 h 342"/>
                <a:gd name="T98" fmla="*/ 577 w 1341"/>
                <a:gd name="T99" fmla="*/ 212 h 342"/>
                <a:gd name="T100" fmla="*/ 554 w 1341"/>
                <a:gd name="T101" fmla="*/ 307 h 342"/>
                <a:gd name="T102" fmla="*/ 623 w 1341"/>
                <a:gd name="T103" fmla="*/ 187 h 342"/>
                <a:gd name="T104" fmla="*/ 621 w 1341"/>
                <a:gd name="T105" fmla="*/ 307 h 342"/>
                <a:gd name="T106" fmla="*/ 644 w 1341"/>
                <a:gd name="T107" fmla="*/ 300 h 342"/>
                <a:gd name="T108" fmla="*/ 644 w 1341"/>
                <a:gd name="T109" fmla="*/ 240 h 342"/>
                <a:gd name="T110" fmla="*/ 661 w 1341"/>
                <a:gd name="T111" fmla="*/ 238 h 342"/>
                <a:gd name="T112" fmla="*/ 807 w 1341"/>
                <a:gd name="T113" fmla="*/ 266 h 342"/>
                <a:gd name="T114" fmla="*/ 772 w 1341"/>
                <a:gd name="T115" fmla="*/ 309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41" h="342">
                  <a:moveTo>
                    <a:pt x="29" y="132"/>
                  </a:moveTo>
                  <a:cubicBezTo>
                    <a:pt x="0" y="132"/>
                    <a:pt x="0" y="132"/>
                    <a:pt x="0" y="132"/>
                  </a:cubicBezTo>
                  <a:cubicBezTo>
                    <a:pt x="0" y="0"/>
                    <a:pt x="0" y="0"/>
                    <a:pt x="0" y="0"/>
                  </a:cubicBezTo>
                  <a:cubicBezTo>
                    <a:pt x="29" y="0"/>
                    <a:pt x="29" y="0"/>
                    <a:pt x="29" y="0"/>
                  </a:cubicBezTo>
                  <a:cubicBezTo>
                    <a:pt x="29" y="52"/>
                    <a:pt x="29" y="52"/>
                    <a:pt x="29" y="52"/>
                  </a:cubicBezTo>
                  <a:cubicBezTo>
                    <a:pt x="80" y="52"/>
                    <a:pt x="80" y="52"/>
                    <a:pt x="80" y="52"/>
                  </a:cubicBezTo>
                  <a:cubicBezTo>
                    <a:pt x="80" y="0"/>
                    <a:pt x="80" y="0"/>
                    <a:pt x="80" y="0"/>
                  </a:cubicBezTo>
                  <a:cubicBezTo>
                    <a:pt x="109" y="0"/>
                    <a:pt x="109" y="0"/>
                    <a:pt x="109" y="0"/>
                  </a:cubicBezTo>
                  <a:cubicBezTo>
                    <a:pt x="109" y="132"/>
                    <a:pt x="109" y="132"/>
                    <a:pt x="109" y="132"/>
                  </a:cubicBezTo>
                  <a:cubicBezTo>
                    <a:pt x="80" y="132"/>
                    <a:pt x="80" y="132"/>
                    <a:pt x="80" y="132"/>
                  </a:cubicBezTo>
                  <a:cubicBezTo>
                    <a:pt x="80" y="77"/>
                    <a:pt x="80" y="77"/>
                    <a:pt x="80" y="77"/>
                  </a:cubicBezTo>
                  <a:cubicBezTo>
                    <a:pt x="29" y="77"/>
                    <a:pt x="29" y="77"/>
                    <a:pt x="29" y="77"/>
                  </a:cubicBezTo>
                  <a:lnTo>
                    <a:pt x="29" y="132"/>
                  </a:lnTo>
                  <a:close/>
                  <a:moveTo>
                    <a:pt x="174" y="134"/>
                  </a:moveTo>
                  <a:cubicBezTo>
                    <a:pt x="145" y="134"/>
                    <a:pt x="125" y="116"/>
                    <a:pt x="125" y="85"/>
                  </a:cubicBezTo>
                  <a:cubicBezTo>
                    <a:pt x="125" y="56"/>
                    <a:pt x="144" y="36"/>
                    <a:pt x="170" y="36"/>
                  </a:cubicBezTo>
                  <a:cubicBezTo>
                    <a:pt x="198" y="36"/>
                    <a:pt x="212" y="55"/>
                    <a:pt x="212" y="83"/>
                  </a:cubicBezTo>
                  <a:cubicBezTo>
                    <a:pt x="212" y="93"/>
                    <a:pt x="212" y="93"/>
                    <a:pt x="212" y="93"/>
                  </a:cubicBezTo>
                  <a:cubicBezTo>
                    <a:pt x="152" y="93"/>
                    <a:pt x="152" y="93"/>
                    <a:pt x="152" y="93"/>
                  </a:cubicBezTo>
                  <a:cubicBezTo>
                    <a:pt x="155" y="108"/>
                    <a:pt x="167" y="112"/>
                    <a:pt x="178" y="112"/>
                  </a:cubicBezTo>
                  <a:cubicBezTo>
                    <a:pt x="188" y="112"/>
                    <a:pt x="195" y="110"/>
                    <a:pt x="204" y="104"/>
                  </a:cubicBezTo>
                  <a:cubicBezTo>
                    <a:pt x="205" y="104"/>
                    <a:pt x="205" y="104"/>
                    <a:pt x="205" y="104"/>
                  </a:cubicBezTo>
                  <a:cubicBezTo>
                    <a:pt x="205" y="126"/>
                    <a:pt x="205" y="126"/>
                    <a:pt x="205" y="126"/>
                  </a:cubicBezTo>
                  <a:cubicBezTo>
                    <a:pt x="198" y="131"/>
                    <a:pt x="187" y="134"/>
                    <a:pt x="174" y="134"/>
                  </a:cubicBezTo>
                  <a:close/>
                  <a:moveTo>
                    <a:pt x="152" y="74"/>
                  </a:moveTo>
                  <a:cubicBezTo>
                    <a:pt x="186" y="74"/>
                    <a:pt x="186" y="74"/>
                    <a:pt x="186" y="74"/>
                  </a:cubicBezTo>
                  <a:cubicBezTo>
                    <a:pt x="186" y="64"/>
                    <a:pt x="182" y="58"/>
                    <a:pt x="170" y="58"/>
                  </a:cubicBezTo>
                  <a:cubicBezTo>
                    <a:pt x="162" y="58"/>
                    <a:pt x="155" y="61"/>
                    <a:pt x="152" y="74"/>
                  </a:cubicBezTo>
                  <a:close/>
                  <a:moveTo>
                    <a:pt x="287" y="77"/>
                  </a:moveTo>
                  <a:cubicBezTo>
                    <a:pt x="272" y="132"/>
                    <a:pt x="272" y="132"/>
                    <a:pt x="272" y="132"/>
                  </a:cubicBezTo>
                  <a:cubicBezTo>
                    <a:pt x="247" y="132"/>
                    <a:pt x="247" y="132"/>
                    <a:pt x="247" y="132"/>
                  </a:cubicBezTo>
                  <a:cubicBezTo>
                    <a:pt x="218" y="39"/>
                    <a:pt x="218" y="39"/>
                    <a:pt x="218" y="39"/>
                  </a:cubicBezTo>
                  <a:cubicBezTo>
                    <a:pt x="218" y="38"/>
                    <a:pt x="218" y="38"/>
                    <a:pt x="218" y="38"/>
                  </a:cubicBezTo>
                  <a:cubicBezTo>
                    <a:pt x="246" y="38"/>
                    <a:pt x="246" y="38"/>
                    <a:pt x="246" y="38"/>
                  </a:cubicBezTo>
                  <a:cubicBezTo>
                    <a:pt x="261" y="93"/>
                    <a:pt x="261" y="93"/>
                    <a:pt x="261" y="93"/>
                  </a:cubicBezTo>
                  <a:cubicBezTo>
                    <a:pt x="276" y="38"/>
                    <a:pt x="276" y="38"/>
                    <a:pt x="276" y="38"/>
                  </a:cubicBezTo>
                  <a:cubicBezTo>
                    <a:pt x="298" y="38"/>
                    <a:pt x="298" y="38"/>
                    <a:pt x="298" y="38"/>
                  </a:cubicBezTo>
                  <a:cubicBezTo>
                    <a:pt x="313" y="93"/>
                    <a:pt x="313" y="93"/>
                    <a:pt x="313" y="93"/>
                  </a:cubicBezTo>
                  <a:cubicBezTo>
                    <a:pt x="329" y="38"/>
                    <a:pt x="329" y="38"/>
                    <a:pt x="329" y="38"/>
                  </a:cubicBezTo>
                  <a:cubicBezTo>
                    <a:pt x="355" y="38"/>
                    <a:pt x="355" y="38"/>
                    <a:pt x="355" y="38"/>
                  </a:cubicBezTo>
                  <a:cubicBezTo>
                    <a:pt x="355" y="39"/>
                    <a:pt x="355" y="39"/>
                    <a:pt x="355" y="39"/>
                  </a:cubicBezTo>
                  <a:cubicBezTo>
                    <a:pt x="327" y="132"/>
                    <a:pt x="327" y="132"/>
                    <a:pt x="327" y="132"/>
                  </a:cubicBezTo>
                  <a:cubicBezTo>
                    <a:pt x="302" y="132"/>
                    <a:pt x="302" y="132"/>
                    <a:pt x="302" y="132"/>
                  </a:cubicBezTo>
                  <a:lnTo>
                    <a:pt x="287" y="77"/>
                  </a:lnTo>
                  <a:close/>
                  <a:moveTo>
                    <a:pt x="402" y="134"/>
                  </a:moveTo>
                  <a:cubicBezTo>
                    <a:pt x="379" y="134"/>
                    <a:pt x="370" y="125"/>
                    <a:pt x="370" y="104"/>
                  </a:cubicBezTo>
                  <a:cubicBezTo>
                    <a:pt x="370" y="0"/>
                    <a:pt x="370" y="0"/>
                    <a:pt x="370" y="0"/>
                  </a:cubicBezTo>
                  <a:cubicBezTo>
                    <a:pt x="398" y="0"/>
                    <a:pt x="398" y="0"/>
                    <a:pt x="398" y="0"/>
                  </a:cubicBezTo>
                  <a:cubicBezTo>
                    <a:pt x="398" y="102"/>
                    <a:pt x="398" y="102"/>
                    <a:pt x="398" y="102"/>
                  </a:cubicBezTo>
                  <a:cubicBezTo>
                    <a:pt x="398" y="108"/>
                    <a:pt x="400" y="111"/>
                    <a:pt x="406" y="111"/>
                  </a:cubicBezTo>
                  <a:cubicBezTo>
                    <a:pt x="408" y="111"/>
                    <a:pt x="410" y="110"/>
                    <a:pt x="412" y="109"/>
                  </a:cubicBezTo>
                  <a:cubicBezTo>
                    <a:pt x="413" y="109"/>
                    <a:pt x="413" y="109"/>
                    <a:pt x="413" y="109"/>
                  </a:cubicBezTo>
                  <a:cubicBezTo>
                    <a:pt x="413" y="132"/>
                    <a:pt x="413" y="132"/>
                    <a:pt x="413" y="132"/>
                  </a:cubicBezTo>
                  <a:cubicBezTo>
                    <a:pt x="410" y="133"/>
                    <a:pt x="406" y="134"/>
                    <a:pt x="402" y="134"/>
                  </a:cubicBezTo>
                  <a:close/>
                  <a:moveTo>
                    <a:pt x="469" y="134"/>
                  </a:moveTo>
                  <a:cubicBezTo>
                    <a:pt x="440" y="134"/>
                    <a:pt x="420" y="116"/>
                    <a:pt x="420" y="85"/>
                  </a:cubicBezTo>
                  <a:cubicBezTo>
                    <a:pt x="420" y="56"/>
                    <a:pt x="440" y="36"/>
                    <a:pt x="465" y="36"/>
                  </a:cubicBezTo>
                  <a:cubicBezTo>
                    <a:pt x="494" y="36"/>
                    <a:pt x="507" y="55"/>
                    <a:pt x="507" y="83"/>
                  </a:cubicBezTo>
                  <a:cubicBezTo>
                    <a:pt x="507" y="93"/>
                    <a:pt x="507" y="93"/>
                    <a:pt x="507" y="93"/>
                  </a:cubicBezTo>
                  <a:cubicBezTo>
                    <a:pt x="448" y="93"/>
                    <a:pt x="448" y="93"/>
                    <a:pt x="448" y="93"/>
                  </a:cubicBezTo>
                  <a:cubicBezTo>
                    <a:pt x="451" y="108"/>
                    <a:pt x="462" y="112"/>
                    <a:pt x="474" y="112"/>
                  </a:cubicBezTo>
                  <a:cubicBezTo>
                    <a:pt x="484" y="112"/>
                    <a:pt x="491" y="110"/>
                    <a:pt x="500" y="104"/>
                  </a:cubicBezTo>
                  <a:cubicBezTo>
                    <a:pt x="501" y="104"/>
                    <a:pt x="501" y="104"/>
                    <a:pt x="501" y="104"/>
                  </a:cubicBezTo>
                  <a:cubicBezTo>
                    <a:pt x="501" y="126"/>
                    <a:pt x="501" y="126"/>
                    <a:pt x="501" y="126"/>
                  </a:cubicBezTo>
                  <a:cubicBezTo>
                    <a:pt x="493" y="131"/>
                    <a:pt x="482" y="134"/>
                    <a:pt x="469" y="134"/>
                  </a:cubicBezTo>
                  <a:close/>
                  <a:moveTo>
                    <a:pt x="448" y="74"/>
                  </a:moveTo>
                  <a:cubicBezTo>
                    <a:pt x="482" y="74"/>
                    <a:pt x="482" y="74"/>
                    <a:pt x="482" y="74"/>
                  </a:cubicBezTo>
                  <a:cubicBezTo>
                    <a:pt x="481" y="64"/>
                    <a:pt x="477" y="58"/>
                    <a:pt x="466" y="58"/>
                  </a:cubicBezTo>
                  <a:cubicBezTo>
                    <a:pt x="457" y="58"/>
                    <a:pt x="450" y="61"/>
                    <a:pt x="448" y="74"/>
                  </a:cubicBezTo>
                  <a:close/>
                  <a:moveTo>
                    <a:pt x="622" y="38"/>
                  </a:moveTo>
                  <a:cubicBezTo>
                    <a:pt x="642" y="38"/>
                    <a:pt x="642" y="38"/>
                    <a:pt x="642" y="38"/>
                  </a:cubicBezTo>
                  <a:cubicBezTo>
                    <a:pt x="642" y="60"/>
                    <a:pt x="642" y="60"/>
                    <a:pt x="642" y="60"/>
                  </a:cubicBezTo>
                  <a:cubicBezTo>
                    <a:pt x="622" y="60"/>
                    <a:pt x="622" y="60"/>
                    <a:pt x="622" y="60"/>
                  </a:cubicBezTo>
                  <a:cubicBezTo>
                    <a:pt x="622" y="99"/>
                    <a:pt x="622" y="99"/>
                    <a:pt x="622" y="99"/>
                  </a:cubicBezTo>
                  <a:cubicBezTo>
                    <a:pt x="622" y="107"/>
                    <a:pt x="625" y="111"/>
                    <a:pt x="633" y="111"/>
                  </a:cubicBezTo>
                  <a:cubicBezTo>
                    <a:pt x="636" y="111"/>
                    <a:pt x="639" y="110"/>
                    <a:pt x="642" y="109"/>
                  </a:cubicBezTo>
                  <a:cubicBezTo>
                    <a:pt x="642" y="109"/>
                    <a:pt x="642" y="109"/>
                    <a:pt x="642" y="109"/>
                  </a:cubicBezTo>
                  <a:cubicBezTo>
                    <a:pt x="642" y="131"/>
                    <a:pt x="642" y="131"/>
                    <a:pt x="642" y="131"/>
                  </a:cubicBezTo>
                  <a:cubicBezTo>
                    <a:pt x="639" y="132"/>
                    <a:pt x="633" y="134"/>
                    <a:pt x="625" y="134"/>
                  </a:cubicBezTo>
                  <a:cubicBezTo>
                    <a:pt x="603" y="134"/>
                    <a:pt x="594" y="124"/>
                    <a:pt x="594" y="100"/>
                  </a:cubicBezTo>
                  <a:cubicBezTo>
                    <a:pt x="594" y="60"/>
                    <a:pt x="594" y="60"/>
                    <a:pt x="594" y="60"/>
                  </a:cubicBezTo>
                  <a:cubicBezTo>
                    <a:pt x="558" y="60"/>
                    <a:pt x="558" y="60"/>
                    <a:pt x="558" y="60"/>
                  </a:cubicBezTo>
                  <a:cubicBezTo>
                    <a:pt x="558" y="99"/>
                    <a:pt x="558" y="99"/>
                    <a:pt x="558" y="99"/>
                  </a:cubicBezTo>
                  <a:cubicBezTo>
                    <a:pt x="558" y="107"/>
                    <a:pt x="561" y="111"/>
                    <a:pt x="570" y="111"/>
                  </a:cubicBezTo>
                  <a:cubicBezTo>
                    <a:pt x="572" y="111"/>
                    <a:pt x="575" y="110"/>
                    <a:pt x="578" y="109"/>
                  </a:cubicBezTo>
                  <a:cubicBezTo>
                    <a:pt x="579" y="109"/>
                    <a:pt x="579" y="109"/>
                    <a:pt x="579" y="109"/>
                  </a:cubicBezTo>
                  <a:cubicBezTo>
                    <a:pt x="579" y="131"/>
                    <a:pt x="579" y="131"/>
                    <a:pt x="579" y="131"/>
                  </a:cubicBezTo>
                  <a:cubicBezTo>
                    <a:pt x="575" y="132"/>
                    <a:pt x="570" y="134"/>
                    <a:pt x="562" y="134"/>
                  </a:cubicBezTo>
                  <a:cubicBezTo>
                    <a:pt x="539" y="134"/>
                    <a:pt x="530" y="124"/>
                    <a:pt x="530" y="100"/>
                  </a:cubicBezTo>
                  <a:cubicBezTo>
                    <a:pt x="530" y="60"/>
                    <a:pt x="530" y="60"/>
                    <a:pt x="530" y="60"/>
                  </a:cubicBezTo>
                  <a:cubicBezTo>
                    <a:pt x="516" y="60"/>
                    <a:pt x="516" y="60"/>
                    <a:pt x="516" y="60"/>
                  </a:cubicBezTo>
                  <a:cubicBezTo>
                    <a:pt x="516" y="38"/>
                    <a:pt x="516" y="38"/>
                    <a:pt x="516" y="38"/>
                  </a:cubicBezTo>
                  <a:cubicBezTo>
                    <a:pt x="530" y="38"/>
                    <a:pt x="530" y="38"/>
                    <a:pt x="530" y="38"/>
                  </a:cubicBezTo>
                  <a:cubicBezTo>
                    <a:pt x="530" y="12"/>
                    <a:pt x="530" y="12"/>
                    <a:pt x="530" y="12"/>
                  </a:cubicBezTo>
                  <a:cubicBezTo>
                    <a:pt x="558" y="12"/>
                    <a:pt x="558" y="12"/>
                    <a:pt x="558" y="12"/>
                  </a:cubicBezTo>
                  <a:cubicBezTo>
                    <a:pt x="558" y="38"/>
                    <a:pt x="558" y="38"/>
                    <a:pt x="558" y="38"/>
                  </a:cubicBezTo>
                  <a:cubicBezTo>
                    <a:pt x="594" y="38"/>
                    <a:pt x="594" y="38"/>
                    <a:pt x="594" y="38"/>
                  </a:cubicBezTo>
                  <a:cubicBezTo>
                    <a:pt x="594" y="12"/>
                    <a:pt x="594" y="12"/>
                    <a:pt x="594" y="12"/>
                  </a:cubicBezTo>
                  <a:cubicBezTo>
                    <a:pt x="622" y="12"/>
                    <a:pt x="622" y="12"/>
                    <a:pt x="622" y="12"/>
                  </a:cubicBezTo>
                  <a:cubicBezTo>
                    <a:pt x="622" y="38"/>
                    <a:pt x="622" y="38"/>
                    <a:pt x="622" y="38"/>
                  </a:cubicBezTo>
                  <a:close/>
                  <a:moveTo>
                    <a:pt x="787" y="45"/>
                  </a:moveTo>
                  <a:cubicBezTo>
                    <a:pt x="787" y="73"/>
                    <a:pt x="768" y="89"/>
                    <a:pt x="738" y="89"/>
                  </a:cubicBezTo>
                  <a:cubicBezTo>
                    <a:pt x="718" y="89"/>
                    <a:pt x="718" y="89"/>
                    <a:pt x="718" y="89"/>
                  </a:cubicBezTo>
                  <a:cubicBezTo>
                    <a:pt x="718" y="132"/>
                    <a:pt x="718" y="132"/>
                    <a:pt x="718" y="132"/>
                  </a:cubicBezTo>
                  <a:cubicBezTo>
                    <a:pt x="689" y="132"/>
                    <a:pt x="689" y="132"/>
                    <a:pt x="689" y="132"/>
                  </a:cubicBezTo>
                  <a:cubicBezTo>
                    <a:pt x="689" y="0"/>
                    <a:pt x="689" y="0"/>
                    <a:pt x="689" y="0"/>
                  </a:cubicBezTo>
                  <a:cubicBezTo>
                    <a:pt x="738" y="0"/>
                    <a:pt x="738" y="0"/>
                    <a:pt x="738" y="0"/>
                  </a:cubicBezTo>
                  <a:cubicBezTo>
                    <a:pt x="768" y="0"/>
                    <a:pt x="787" y="16"/>
                    <a:pt x="787" y="45"/>
                  </a:cubicBezTo>
                  <a:close/>
                  <a:moveTo>
                    <a:pt x="736" y="65"/>
                  </a:moveTo>
                  <a:cubicBezTo>
                    <a:pt x="751" y="65"/>
                    <a:pt x="758" y="57"/>
                    <a:pt x="758" y="45"/>
                  </a:cubicBezTo>
                  <a:cubicBezTo>
                    <a:pt x="758" y="33"/>
                    <a:pt x="751" y="24"/>
                    <a:pt x="736" y="24"/>
                  </a:cubicBezTo>
                  <a:cubicBezTo>
                    <a:pt x="718" y="24"/>
                    <a:pt x="718" y="24"/>
                    <a:pt x="718" y="24"/>
                  </a:cubicBezTo>
                  <a:cubicBezTo>
                    <a:pt x="718" y="65"/>
                    <a:pt x="718" y="65"/>
                    <a:pt x="718" y="65"/>
                  </a:cubicBezTo>
                  <a:lnTo>
                    <a:pt x="736" y="65"/>
                  </a:lnTo>
                  <a:close/>
                  <a:moveTo>
                    <a:pt x="849" y="123"/>
                  </a:moveTo>
                  <a:cubicBezTo>
                    <a:pt x="843" y="130"/>
                    <a:pt x="834" y="134"/>
                    <a:pt x="824" y="134"/>
                  </a:cubicBezTo>
                  <a:cubicBezTo>
                    <a:pt x="806" y="134"/>
                    <a:pt x="791" y="122"/>
                    <a:pt x="791" y="103"/>
                  </a:cubicBezTo>
                  <a:cubicBezTo>
                    <a:pt x="791" y="84"/>
                    <a:pt x="806" y="72"/>
                    <a:pt x="827" y="72"/>
                  </a:cubicBezTo>
                  <a:cubicBezTo>
                    <a:pt x="834" y="72"/>
                    <a:pt x="841" y="73"/>
                    <a:pt x="848" y="75"/>
                  </a:cubicBezTo>
                  <a:cubicBezTo>
                    <a:pt x="848" y="73"/>
                    <a:pt x="848" y="73"/>
                    <a:pt x="848" y="73"/>
                  </a:cubicBezTo>
                  <a:cubicBezTo>
                    <a:pt x="848" y="63"/>
                    <a:pt x="842" y="59"/>
                    <a:pt x="827" y="59"/>
                  </a:cubicBezTo>
                  <a:cubicBezTo>
                    <a:pt x="818" y="59"/>
                    <a:pt x="809" y="62"/>
                    <a:pt x="801" y="66"/>
                  </a:cubicBezTo>
                  <a:cubicBezTo>
                    <a:pt x="800" y="66"/>
                    <a:pt x="800" y="66"/>
                    <a:pt x="800" y="66"/>
                  </a:cubicBezTo>
                  <a:cubicBezTo>
                    <a:pt x="800" y="44"/>
                    <a:pt x="800" y="44"/>
                    <a:pt x="800" y="44"/>
                  </a:cubicBezTo>
                  <a:cubicBezTo>
                    <a:pt x="807" y="40"/>
                    <a:pt x="820" y="36"/>
                    <a:pt x="832" y="36"/>
                  </a:cubicBezTo>
                  <a:cubicBezTo>
                    <a:pt x="860" y="36"/>
                    <a:pt x="876" y="49"/>
                    <a:pt x="876" y="73"/>
                  </a:cubicBezTo>
                  <a:cubicBezTo>
                    <a:pt x="876" y="132"/>
                    <a:pt x="876" y="132"/>
                    <a:pt x="876" y="132"/>
                  </a:cubicBezTo>
                  <a:cubicBezTo>
                    <a:pt x="849" y="132"/>
                    <a:pt x="849" y="132"/>
                    <a:pt x="849" y="132"/>
                  </a:cubicBezTo>
                  <a:cubicBezTo>
                    <a:pt x="849" y="123"/>
                    <a:pt x="849" y="123"/>
                    <a:pt x="849" y="123"/>
                  </a:cubicBezTo>
                  <a:close/>
                  <a:moveTo>
                    <a:pt x="848" y="102"/>
                  </a:moveTo>
                  <a:cubicBezTo>
                    <a:pt x="848" y="94"/>
                    <a:pt x="848" y="94"/>
                    <a:pt x="848" y="94"/>
                  </a:cubicBezTo>
                  <a:cubicBezTo>
                    <a:pt x="844" y="92"/>
                    <a:pt x="838" y="91"/>
                    <a:pt x="833" y="91"/>
                  </a:cubicBezTo>
                  <a:cubicBezTo>
                    <a:pt x="823" y="91"/>
                    <a:pt x="818" y="95"/>
                    <a:pt x="818" y="102"/>
                  </a:cubicBezTo>
                  <a:cubicBezTo>
                    <a:pt x="818" y="110"/>
                    <a:pt x="823" y="113"/>
                    <a:pt x="832" y="113"/>
                  </a:cubicBezTo>
                  <a:cubicBezTo>
                    <a:pt x="839" y="113"/>
                    <a:pt x="845" y="109"/>
                    <a:pt x="848" y="102"/>
                  </a:cubicBezTo>
                  <a:close/>
                  <a:moveTo>
                    <a:pt x="890" y="85"/>
                  </a:moveTo>
                  <a:cubicBezTo>
                    <a:pt x="890" y="55"/>
                    <a:pt x="911" y="36"/>
                    <a:pt x="939" y="36"/>
                  </a:cubicBezTo>
                  <a:cubicBezTo>
                    <a:pt x="949" y="36"/>
                    <a:pt x="958" y="38"/>
                    <a:pt x="965" y="43"/>
                  </a:cubicBezTo>
                  <a:cubicBezTo>
                    <a:pt x="965" y="67"/>
                    <a:pt x="965" y="67"/>
                    <a:pt x="965" y="67"/>
                  </a:cubicBezTo>
                  <a:cubicBezTo>
                    <a:pt x="964" y="67"/>
                    <a:pt x="964" y="67"/>
                    <a:pt x="964" y="67"/>
                  </a:cubicBezTo>
                  <a:cubicBezTo>
                    <a:pt x="958" y="62"/>
                    <a:pt x="951" y="60"/>
                    <a:pt x="943" y="60"/>
                  </a:cubicBezTo>
                  <a:cubicBezTo>
                    <a:pt x="929" y="60"/>
                    <a:pt x="918" y="69"/>
                    <a:pt x="918" y="85"/>
                  </a:cubicBezTo>
                  <a:cubicBezTo>
                    <a:pt x="918" y="101"/>
                    <a:pt x="929" y="110"/>
                    <a:pt x="943" y="110"/>
                  </a:cubicBezTo>
                  <a:cubicBezTo>
                    <a:pt x="951" y="110"/>
                    <a:pt x="958" y="108"/>
                    <a:pt x="964" y="103"/>
                  </a:cubicBezTo>
                  <a:cubicBezTo>
                    <a:pt x="965" y="103"/>
                    <a:pt x="965" y="103"/>
                    <a:pt x="965" y="103"/>
                  </a:cubicBezTo>
                  <a:cubicBezTo>
                    <a:pt x="965" y="127"/>
                    <a:pt x="965" y="127"/>
                    <a:pt x="965" y="127"/>
                  </a:cubicBezTo>
                  <a:cubicBezTo>
                    <a:pt x="958" y="132"/>
                    <a:pt x="949" y="134"/>
                    <a:pt x="939" y="134"/>
                  </a:cubicBezTo>
                  <a:cubicBezTo>
                    <a:pt x="911" y="134"/>
                    <a:pt x="890" y="115"/>
                    <a:pt x="890" y="85"/>
                  </a:cubicBezTo>
                  <a:close/>
                  <a:moveTo>
                    <a:pt x="1010" y="89"/>
                  </a:moveTo>
                  <a:cubicBezTo>
                    <a:pt x="1010" y="132"/>
                    <a:pt x="1010" y="132"/>
                    <a:pt x="1010" y="132"/>
                  </a:cubicBezTo>
                  <a:cubicBezTo>
                    <a:pt x="983" y="132"/>
                    <a:pt x="983" y="132"/>
                    <a:pt x="983" y="132"/>
                  </a:cubicBezTo>
                  <a:cubicBezTo>
                    <a:pt x="983" y="0"/>
                    <a:pt x="983" y="0"/>
                    <a:pt x="983" y="0"/>
                  </a:cubicBezTo>
                  <a:cubicBezTo>
                    <a:pt x="1010" y="0"/>
                    <a:pt x="1010" y="0"/>
                    <a:pt x="1010" y="0"/>
                  </a:cubicBezTo>
                  <a:cubicBezTo>
                    <a:pt x="1010" y="75"/>
                    <a:pt x="1010" y="75"/>
                    <a:pt x="1010" y="75"/>
                  </a:cubicBezTo>
                  <a:cubicBezTo>
                    <a:pt x="1039" y="38"/>
                    <a:pt x="1039" y="38"/>
                    <a:pt x="1039" y="38"/>
                  </a:cubicBezTo>
                  <a:cubicBezTo>
                    <a:pt x="1070" y="38"/>
                    <a:pt x="1070" y="38"/>
                    <a:pt x="1070" y="38"/>
                  </a:cubicBezTo>
                  <a:cubicBezTo>
                    <a:pt x="1070" y="39"/>
                    <a:pt x="1070" y="39"/>
                    <a:pt x="1070" y="39"/>
                  </a:cubicBezTo>
                  <a:cubicBezTo>
                    <a:pt x="1036" y="82"/>
                    <a:pt x="1036" y="82"/>
                    <a:pt x="1036" y="82"/>
                  </a:cubicBezTo>
                  <a:cubicBezTo>
                    <a:pt x="1070" y="131"/>
                    <a:pt x="1070" y="131"/>
                    <a:pt x="1070" y="131"/>
                  </a:cubicBezTo>
                  <a:cubicBezTo>
                    <a:pt x="1070" y="132"/>
                    <a:pt x="1070" y="132"/>
                    <a:pt x="1070" y="132"/>
                  </a:cubicBezTo>
                  <a:cubicBezTo>
                    <a:pt x="1038" y="132"/>
                    <a:pt x="1038" y="132"/>
                    <a:pt x="1038" y="132"/>
                  </a:cubicBezTo>
                  <a:lnTo>
                    <a:pt x="1010" y="89"/>
                  </a:lnTo>
                  <a:close/>
                  <a:moveTo>
                    <a:pt x="1133" y="123"/>
                  </a:moveTo>
                  <a:cubicBezTo>
                    <a:pt x="1127" y="130"/>
                    <a:pt x="1118" y="134"/>
                    <a:pt x="1108" y="134"/>
                  </a:cubicBezTo>
                  <a:cubicBezTo>
                    <a:pt x="1090" y="134"/>
                    <a:pt x="1075" y="122"/>
                    <a:pt x="1075" y="103"/>
                  </a:cubicBezTo>
                  <a:cubicBezTo>
                    <a:pt x="1075" y="84"/>
                    <a:pt x="1090" y="72"/>
                    <a:pt x="1112" y="72"/>
                  </a:cubicBezTo>
                  <a:cubicBezTo>
                    <a:pt x="1118" y="72"/>
                    <a:pt x="1125" y="73"/>
                    <a:pt x="1133" y="75"/>
                  </a:cubicBezTo>
                  <a:cubicBezTo>
                    <a:pt x="1133" y="73"/>
                    <a:pt x="1133" y="73"/>
                    <a:pt x="1133" y="73"/>
                  </a:cubicBezTo>
                  <a:cubicBezTo>
                    <a:pt x="1133" y="63"/>
                    <a:pt x="1127" y="59"/>
                    <a:pt x="1112" y="59"/>
                  </a:cubicBezTo>
                  <a:cubicBezTo>
                    <a:pt x="1102" y="59"/>
                    <a:pt x="1093" y="62"/>
                    <a:pt x="1086" y="66"/>
                  </a:cubicBezTo>
                  <a:cubicBezTo>
                    <a:pt x="1084" y="66"/>
                    <a:pt x="1084" y="66"/>
                    <a:pt x="1084" y="66"/>
                  </a:cubicBezTo>
                  <a:cubicBezTo>
                    <a:pt x="1084" y="44"/>
                    <a:pt x="1084" y="44"/>
                    <a:pt x="1084" y="44"/>
                  </a:cubicBezTo>
                  <a:cubicBezTo>
                    <a:pt x="1092" y="40"/>
                    <a:pt x="1104" y="36"/>
                    <a:pt x="1117" y="36"/>
                  </a:cubicBezTo>
                  <a:cubicBezTo>
                    <a:pt x="1145" y="36"/>
                    <a:pt x="1160" y="49"/>
                    <a:pt x="1160" y="73"/>
                  </a:cubicBezTo>
                  <a:cubicBezTo>
                    <a:pt x="1160" y="132"/>
                    <a:pt x="1160" y="132"/>
                    <a:pt x="1160" y="132"/>
                  </a:cubicBezTo>
                  <a:cubicBezTo>
                    <a:pt x="1133" y="132"/>
                    <a:pt x="1133" y="132"/>
                    <a:pt x="1133" y="132"/>
                  </a:cubicBezTo>
                  <a:cubicBezTo>
                    <a:pt x="1133" y="123"/>
                    <a:pt x="1133" y="123"/>
                    <a:pt x="1133" y="123"/>
                  </a:cubicBezTo>
                  <a:close/>
                  <a:moveTo>
                    <a:pt x="1133" y="102"/>
                  </a:moveTo>
                  <a:cubicBezTo>
                    <a:pt x="1133" y="94"/>
                    <a:pt x="1133" y="94"/>
                    <a:pt x="1133" y="94"/>
                  </a:cubicBezTo>
                  <a:cubicBezTo>
                    <a:pt x="1128" y="92"/>
                    <a:pt x="1123" y="91"/>
                    <a:pt x="1117" y="91"/>
                  </a:cubicBezTo>
                  <a:cubicBezTo>
                    <a:pt x="1108" y="91"/>
                    <a:pt x="1103" y="95"/>
                    <a:pt x="1103" y="102"/>
                  </a:cubicBezTo>
                  <a:cubicBezTo>
                    <a:pt x="1103" y="110"/>
                    <a:pt x="1108" y="113"/>
                    <a:pt x="1116" y="113"/>
                  </a:cubicBezTo>
                  <a:cubicBezTo>
                    <a:pt x="1124" y="113"/>
                    <a:pt x="1130" y="109"/>
                    <a:pt x="1133" y="102"/>
                  </a:cubicBezTo>
                  <a:close/>
                  <a:moveTo>
                    <a:pt x="1207" y="53"/>
                  </a:moveTo>
                  <a:cubicBezTo>
                    <a:pt x="1212" y="43"/>
                    <a:pt x="1220" y="37"/>
                    <a:pt x="1230" y="37"/>
                  </a:cubicBezTo>
                  <a:cubicBezTo>
                    <a:pt x="1234" y="37"/>
                    <a:pt x="1238" y="38"/>
                    <a:pt x="1239" y="39"/>
                  </a:cubicBezTo>
                  <a:cubicBezTo>
                    <a:pt x="1239" y="65"/>
                    <a:pt x="1239" y="65"/>
                    <a:pt x="1239" y="65"/>
                  </a:cubicBezTo>
                  <a:cubicBezTo>
                    <a:pt x="1238" y="65"/>
                    <a:pt x="1238" y="65"/>
                    <a:pt x="1238" y="65"/>
                  </a:cubicBezTo>
                  <a:cubicBezTo>
                    <a:pt x="1235" y="64"/>
                    <a:pt x="1231" y="63"/>
                    <a:pt x="1226" y="63"/>
                  </a:cubicBezTo>
                  <a:cubicBezTo>
                    <a:pt x="1217" y="63"/>
                    <a:pt x="1210" y="68"/>
                    <a:pt x="1208" y="78"/>
                  </a:cubicBezTo>
                  <a:cubicBezTo>
                    <a:pt x="1208" y="132"/>
                    <a:pt x="1208" y="132"/>
                    <a:pt x="1208" y="132"/>
                  </a:cubicBezTo>
                  <a:cubicBezTo>
                    <a:pt x="1180" y="132"/>
                    <a:pt x="1180" y="132"/>
                    <a:pt x="1180" y="132"/>
                  </a:cubicBezTo>
                  <a:cubicBezTo>
                    <a:pt x="1180" y="38"/>
                    <a:pt x="1180" y="38"/>
                    <a:pt x="1180" y="38"/>
                  </a:cubicBezTo>
                  <a:cubicBezTo>
                    <a:pt x="1207" y="38"/>
                    <a:pt x="1207" y="38"/>
                    <a:pt x="1207" y="38"/>
                  </a:cubicBezTo>
                  <a:cubicBezTo>
                    <a:pt x="1207" y="53"/>
                    <a:pt x="1207" y="53"/>
                    <a:pt x="1207" y="53"/>
                  </a:cubicBezTo>
                  <a:close/>
                  <a:moveTo>
                    <a:pt x="1314" y="122"/>
                  </a:moveTo>
                  <a:cubicBezTo>
                    <a:pt x="1308" y="130"/>
                    <a:pt x="1298" y="134"/>
                    <a:pt x="1286" y="134"/>
                  </a:cubicBezTo>
                  <a:cubicBezTo>
                    <a:pt x="1262" y="134"/>
                    <a:pt x="1246" y="112"/>
                    <a:pt x="1246" y="85"/>
                  </a:cubicBezTo>
                  <a:cubicBezTo>
                    <a:pt x="1246" y="58"/>
                    <a:pt x="1262" y="36"/>
                    <a:pt x="1286" y="36"/>
                  </a:cubicBezTo>
                  <a:cubicBezTo>
                    <a:pt x="1298" y="36"/>
                    <a:pt x="1307" y="40"/>
                    <a:pt x="1313" y="47"/>
                  </a:cubicBezTo>
                  <a:cubicBezTo>
                    <a:pt x="1313" y="0"/>
                    <a:pt x="1313" y="0"/>
                    <a:pt x="1313" y="0"/>
                  </a:cubicBezTo>
                  <a:cubicBezTo>
                    <a:pt x="1341" y="0"/>
                    <a:pt x="1341" y="0"/>
                    <a:pt x="1341" y="0"/>
                  </a:cubicBezTo>
                  <a:cubicBezTo>
                    <a:pt x="1341" y="132"/>
                    <a:pt x="1341" y="132"/>
                    <a:pt x="1341" y="132"/>
                  </a:cubicBezTo>
                  <a:cubicBezTo>
                    <a:pt x="1314" y="132"/>
                    <a:pt x="1314" y="132"/>
                    <a:pt x="1314" y="132"/>
                  </a:cubicBezTo>
                  <a:cubicBezTo>
                    <a:pt x="1314" y="122"/>
                    <a:pt x="1314" y="122"/>
                    <a:pt x="1314" y="122"/>
                  </a:cubicBezTo>
                  <a:close/>
                  <a:moveTo>
                    <a:pt x="1313" y="100"/>
                  </a:moveTo>
                  <a:cubicBezTo>
                    <a:pt x="1313" y="70"/>
                    <a:pt x="1313" y="70"/>
                    <a:pt x="1313" y="70"/>
                  </a:cubicBezTo>
                  <a:cubicBezTo>
                    <a:pt x="1308" y="63"/>
                    <a:pt x="1302" y="60"/>
                    <a:pt x="1295" y="60"/>
                  </a:cubicBezTo>
                  <a:cubicBezTo>
                    <a:pt x="1283" y="60"/>
                    <a:pt x="1275" y="69"/>
                    <a:pt x="1275" y="85"/>
                  </a:cubicBezTo>
                  <a:cubicBezTo>
                    <a:pt x="1275" y="101"/>
                    <a:pt x="1283" y="110"/>
                    <a:pt x="1295" y="110"/>
                  </a:cubicBezTo>
                  <a:cubicBezTo>
                    <a:pt x="1302" y="110"/>
                    <a:pt x="1308" y="107"/>
                    <a:pt x="1313" y="100"/>
                  </a:cubicBezTo>
                  <a:close/>
                  <a:moveTo>
                    <a:pt x="0" y="175"/>
                  </a:moveTo>
                  <a:cubicBezTo>
                    <a:pt x="81" y="175"/>
                    <a:pt x="81" y="175"/>
                    <a:pt x="81" y="175"/>
                  </a:cubicBezTo>
                  <a:cubicBezTo>
                    <a:pt x="81" y="191"/>
                    <a:pt x="81" y="191"/>
                    <a:pt x="81" y="191"/>
                  </a:cubicBezTo>
                  <a:cubicBezTo>
                    <a:pt x="18" y="191"/>
                    <a:pt x="18" y="191"/>
                    <a:pt x="18" y="191"/>
                  </a:cubicBezTo>
                  <a:cubicBezTo>
                    <a:pt x="18" y="231"/>
                    <a:pt x="18" y="231"/>
                    <a:pt x="18" y="231"/>
                  </a:cubicBezTo>
                  <a:cubicBezTo>
                    <a:pt x="75" y="231"/>
                    <a:pt x="75" y="231"/>
                    <a:pt x="75" y="231"/>
                  </a:cubicBezTo>
                  <a:cubicBezTo>
                    <a:pt x="75" y="247"/>
                    <a:pt x="75" y="247"/>
                    <a:pt x="75" y="247"/>
                  </a:cubicBezTo>
                  <a:cubicBezTo>
                    <a:pt x="18" y="247"/>
                    <a:pt x="18" y="247"/>
                    <a:pt x="18" y="247"/>
                  </a:cubicBezTo>
                  <a:cubicBezTo>
                    <a:pt x="18" y="291"/>
                    <a:pt x="18" y="291"/>
                    <a:pt x="18" y="291"/>
                  </a:cubicBezTo>
                  <a:cubicBezTo>
                    <a:pt x="81" y="291"/>
                    <a:pt x="81" y="291"/>
                    <a:pt x="81" y="291"/>
                  </a:cubicBezTo>
                  <a:cubicBezTo>
                    <a:pt x="81" y="307"/>
                    <a:pt x="81" y="307"/>
                    <a:pt x="81" y="307"/>
                  </a:cubicBezTo>
                  <a:cubicBezTo>
                    <a:pt x="0" y="307"/>
                    <a:pt x="0" y="307"/>
                    <a:pt x="0" y="307"/>
                  </a:cubicBezTo>
                  <a:lnTo>
                    <a:pt x="0" y="175"/>
                  </a:lnTo>
                  <a:close/>
                  <a:moveTo>
                    <a:pt x="149" y="212"/>
                  </a:moveTo>
                  <a:cubicBezTo>
                    <a:pt x="169" y="212"/>
                    <a:pt x="181" y="226"/>
                    <a:pt x="181" y="248"/>
                  </a:cubicBezTo>
                  <a:cubicBezTo>
                    <a:pt x="181" y="307"/>
                    <a:pt x="181" y="307"/>
                    <a:pt x="181" y="307"/>
                  </a:cubicBezTo>
                  <a:cubicBezTo>
                    <a:pt x="164" y="307"/>
                    <a:pt x="164" y="307"/>
                    <a:pt x="164" y="307"/>
                  </a:cubicBezTo>
                  <a:cubicBezTo>
                    <a:pt x="164" y="249"/>
                    <a:pt x="164" y="249"/>
                    <a:pt x="164" y="249"/>
                  </a:cubicBezTo>
                  <a:cubicBezTo>
                    <a:pt x="164" y="237"/>
                    <a:pt x="157" y="228"/>
                    <a:pt x="144" y="228"/>
                  </a:cubicBezTo>
                  <a:cubicBezTo>
                    <a:pt x="133" y="228"/>
                    <a:pt x="124" y="235"/>
                    <a:pt x="121" y="245"/>
                  </a:cubicBezTo>
                  <a:cubicBezTo>
                    <a:pt x="121" y="307"/>
                    <a:pt x="121" y="307"/>
                    <a:pt x="121" y="307"/>
                  </a:cubicBezTo>
                  <a:cubicBezTo>
                    <a:pt x="103" y="307"/>
                    <a:pt x="103" y="307"/>
                    <a:pt x="103" y="307"/>
                  </a:cubicBezTo>
                  <a:cubicBezTo>
                    <a:pt x="103" y="214"/>
                    <a:pt x="103" y="214"/>
                    <a:pt x="103" y="214"/>
                  </a:cubicBezTo>
                  <a:cubicBezTo>
                    <a:pt x="121" y="214"/>
                    <a:pt x="121" y="214"/>
                    <a:pt x="121" y="214"/>
                  </a:cubicBezTo>
                  <a:cubicBezTo>
                    <a:pt x="121" y="227"/>
                    <a:pt x="121" y="227"/>
                    <a:pt x="121" y="227"/>
                  </a:cubicBezTo>
                  <a:cubicBezTo>
                    <a:pt x="126" y="219"/>
                    <a:pt x="136" y="212"/>
                    <a:pt x="149" y="212"/>
                  </a:cubicBezTo>
                  <a:close/>
                  <a:moveTo>
                    <a:pt x="228" y="214"/>
                  </a:moveTo>
                  <a:cubicBezTo>
                    <a:pt x="252" y="214"/>
                    <a:pt x="252" y="214"/>
                    <a:pt x="252" y="214"/>
                  </a:cubicBezTo>
                  <a:cubicBezTo>
                    <a:pt x="252" y="229"/>
                    <a:pt x="252" y="229"/>
                    <a:pt x="252" y="229"/>
                  </a:cubicBezTo>
                  <a:cubicBezTo>
                    <a:pt x="228" y="229"/>
                    <a:pt x="228" y="229"/>
                    <a:pt x="228" y="229"/>
                  </a:cubicBezTo>
                  <a:cubicBezTo>
                    <a:pt x="228" y="279"/>
                    <a:pt x="228" y="279"/>
                    <a:pt x="228" y="279"/>
                  </a:cubicBezTo>
                  <a:cubicBezTo>
                    <a:pt x="228" y="289"/>
                    <a:pt x="234" y="293"/>
                    <a:pt x="243" y="293"/>
                  </a:cubicBezTo>
                  <a:cubicBezTo>
                    <a:pt x="246" y="293"/>
                    <a:pt x="249" y="293"/>
                    <a:pt x="251" y="292"/>
                  </a:cubicBezTo>
                  <a:cubicBezTo>
                    <a:pt x="252" y="292"/>
                    <a:pt x="252" y="292"/>
                    <a:pt x="252" y="292"/>
                  </a:cubicBezTo>
                  <a:cubicBezTo>
                    <a:pt x="252" y="307"/>
                    <a:pt x="252" y="307"/>
                    <a:pt x="252" y="307"/>
                  </a:cubicBezTo>
                  <a:cubicBezTo>
                    <a:pt x="249" y="308"/>
                    <a:pt x="246" y="309"/>
                    <a:pt x="241" y="309"/>
                  </a:cubicBezTo>
                  <a:cubicBezTo>
                    <a:pt x="219" y="309"/>
                    <a:pt x="211" y="299"/>
                    <a:pt x="211" y="281"/>
                  </a:cubicBezTo>
                  <a:cubicBezTo>
                    <a:pt x="211" y="229"/>
                    <a:pt x="211" y="229"/>
                    <a:pt x="211" y="229"/>
                  </a:cubicBezTo>
                  <a:cubicBezTo>
                    <a:pt x="195" y="229"/>
                    <a:pt x="195" y="229"/>
                    <a:pt x="195" y="229"/>
                  </a:cubicBezTo>
                  <a:cubicBezTo>
                    <a:pt x="195" y="214"/>
                    <a:pt x="195" y="214"/>
                    <a:pt x="195" y="214"/>
                  </a:cubicBezTo>
                  <a:cubicBezTo>
                    <a:pt x="211" y="214"/>
                    <a:pt x="211" y="214"/>
                    <a:pt x="211" y="214"/>
                  </a:cubicBezTo>
                  <a:cubicBezTo>
                    <a:pt x="211" y="189"/>
                    <a:pt x="211" y="189"/>
                    <a:pt x="211" y="189"/>
                  </a:cubicBezTo>
                  <a:cubicBezTo>
                    <a:pt x="228" y="189"/>
                    <a:pt x="228" y="189"/>
                    <a:pt x="228" y="189"/>
                  </a:cubicBezTo>
                  <a:lnTo>
                    <a:pt x="228" y="214"/>
                  </a:lnTo>
                  <a:close/>
                  <a:moveTo>
                    <a:pt x="309" y="309"/>
                  </a:moveTo>
                  <a:cubicBezTo>
                    <a:pt x="282" y="309"/>
                    <a:pt x="263" y="290"/>
                    <a:pt x="263" y="261"/>
                  </a:cubicBezTo>
                  <a:cubicBezTo>
                    <a:pt x="263" y="232"/>
                    <a:pt x="280" y="212"/>
                    <a:pt x="305" y="212"/>
                  </a:cubicBezTo>
                  <a:cubicBezTo>
                    <a:pt x="331" y="212"/>
                    <a:pt x="344" y="230"/>
                    <a:pt x="344" y="258"/>
                  </a:cubicBezTo>
                  <a:cubicBezTo>
                    <a:pt x="344" y="266"/>
                    <a:pt x="344" y="266"/>
                    <a:pt x="344" y="266"/>
                  </a:cubicBezTo>
                  <a:cubicBezTo>
                    <a:pt x="281" y="266"/>
                    <a:pt x="281" y="266"/>
                    <a:pt x="281" y="266"/>
                  </a:cubicBezTo>
                  <a:cubicBezTo>
                    <a:pt x="282" y="284"/>
                    <a:pt x="295" y="293"/>
                    <a:pt x="311" y="293"/>
                  </a:cubicBezTo>
                  <a:cubicBezTo>
                    <a:pt x="321" y="293"/>
                    <a:pt x="329" y="291"/>
                    <a:pt x="337" y="285"/>
                  </a:cubicBezTo>
                  <a:cubicBezTo>
                    <a:pt x="338" y="285"/>
                    <a:pt x="338" y="285"/>
                    <a:pt x="338" y="285"/>
                  </a:cubicBezTo>
                  <a:cubicBezTo>
                    <a:pt x="338" y="300"/>
                    <a:pt x="338" y="300"/>
                    <a:pt x="338" y="300"/>
                  </a:cubicBezTo>
                  <a:cubicBezTo>
                    <a:pt x="330" y="306"/>
                    <a:pt x="320" y="309"/>
                    <a:pt x="309" y="309"/>
                  </a:cubicBezTo>
                  <a:close/>
                  <a:moveTo>
                    <a:pt x="281" y="251"/>
                  </a:moveTo>
                  <a:cubicBezTo>
                    <a:pt x="327" y="251"/>
                    <a:pt x="327" y="251"/>
                    <a:pt x="327" y="251"/>
                  </a:cubicBezTo>
                  <a:cubicBezTo>
                    <a:pt x="327" y="237"/>
                    <a:pt x="320" y="227"/>
                    <a:pt x="306" y="227"/>
                  </a:cubicBezTo>
                  <a:cubicBezTo>
                    <a:pt x="292" y="227"/>
                    <a:pt x="284" y="237"/>
                    <a:pt x="281" y="251"/>
                  </a:cubicBezTo>
                  <a:close/>
                  <a:moveTo>
                    <a:pt x="382" y="228"/>
                  </a:moveTo>
                  <a:cubicBezTo>
                    <a:pt x="386" y="218"/>
                    <a:pt x="395" y="212"/>
                    <a:pt x="405" y="212"/>
                  </a:cubicBezTo>
                  <a:cubicBezTo>
                    <a:pt x="409" y="212"/>
                    <a:pt x="413" y="213"/>
                    <a:pt x="414" y="214"/>
                  </a:cubicBezTo>
                  <a:cubicBezTo>
                    <a:pt x="414" y="231"/>
                    <a:pt x="414" y="231"/>
                    <a:pt x="414" y="231"/>
                  </a:cubicBezTo>
                  <a:cubicBezTo>
                    <a:pt x="414" y="231"/>
                    <a:pt x="414" y="231"/>
                    <a:pt x="414" y="231"/>
                  </a:cubicBezTo>
                  <a:cubicBezTo>
                    <a:pt x="411" y="230"/>
                    <a:pt x="407" y="229"/>
                    <a:pt x="403" y="229"/>
                  </a:cubicBezTo>
                  <a:cubicBezTo>
                    <a:pt x="393" y="229"/>
                    <a:pt x="385" y="236"/>
                    <a:pt x="382" y="246"/>
                  </a:cubicBezTo>
                  <a:cubicBezTo>
                    <a:pt x="382" y="307"/>
                    <a:pt x="382" y="307"/>
                    <a:pt x="382" y="307"/>
                  </a:cubicBezTo>
                  <a:cubicBezTo>
                    <a:pt x="365" y="307"/>
                    <a:pt x="365" y="307"/>
                    <a:pt x="365" y="307"/>
                  </a:cubicBezTo>
                  <a:cubicBezTo>
                    <a:pt x="365" y="214"/>
                    <a:pt x="365" y="214"/>
                    <a:pt x="365" y="214"/>
                  </a:cubicBezTo>
                  <a:cubicBezTo>
                    <a:pt x="382" y="214"/>
                    <a:pt x="382" y="214"/>
                    <a:pt x="382" y="214"/>
                  </a:cubicBezTo>
                  <a:cubicBezTo>
                    <a:pt x="382" y="228"/>
                    <a:pt x="382" y="228"/>
                    <a:pt x="382" y="228"/>
                  </a:cubicBezTo>
                  <a:close/>
                  <a:moveTo>
                    <a:pt x="474" y="212"/>
                  </a:moveTo>
                  <a:cubicBezTo>
                    <a:pt x="502" y="212"/>
                    <a:pt x="516" y="235"/>
                    <a:pt x="516" y="260"/>
                  </a:cubicBezTo>
                  <a:cubicBezTo>
                    <a:pt x="516" y="286"/>
                    <a:pt x="502" y="309"/>
                    <a:pt x="474" y="309"/>
                  </a:cubicBezTo>
                  <a:cubicBezTo>
                    <a:pt x="463" y="309"/>
                    <a:pt x="453" y="303"/>
                    <a:pt x="448" y="296"/>
                  </a:cubicBezTo>
                  <a:cubicBezTo>
                    <a:pt x="448" y="342"/>
                    <a:pt x="448" y="342"/>
                    <a:pt x="448" y="342"/>
                  </a:cubicBezTo>
                  <a:cubicBezTo>
                    <a:pt x="430" y="342"/>
                    <a:pt x="430" y="342"/>
                    <a:pt x="430" y="342"/>
                  </a:cubicBezTo>
                  <a:cubicBezTo>
                    <a:pt x="430" y="214"/>
                    <a:pt x="430" y="214"/>
                    <a:pt x="430" y="214"/>
                  </a:cubicBezTo>
                  <a:cubicBezTo>
                    <a:pt x="448" y="214"/>
                    <a:pt x="448" y="214"/>
                    <a:pt x="448" y="214"/>
                  </a:cubicBezTo>
                  <a:cubicBezTo>
                    <a:pt x="448" y="224"/>
                    <a:pt x="448" y="224"/>
                    <a:pt x="448" y="224"/>
                  </a:cubicBezTo>
                  <a:cubicBezTo>
                    <a:pt x="453" y="218"/>
                    <a:pt x="463" y="212"/>
                    <a:pt x="474" y="212"/>
                  </a:cubicBezTo>
                  <a:close/>
                  <a:moveTo>
                    <a:pt x="471" y="293"/>
                  </a:moveTo>
                  <a:cubicBezTo>
                    <a:pt x="488" y="293"/>
                    <a:pt x="498" y="279"/>
                    <a:pt x="498" y="260"/>
                  </a:cubicBezTo>
                  <a:cubicBezTo>
                    <a:pt x="498" y="242"/>
                    <a:pt x="488" y="228"/>
                    <a:pt x="471" y="228"/>
                  </a:cubicBezTo>
                  <a:cubicBezTo>
                    <a:pt x="461" y="228"/>
                    <a:pt x="453" y="233"/>
                    <a:pt x="448" y="243"/>
                  </a:cubicBezTo>
                  <a:cubicBezTo>
                    <a:pt x="448" y="278"/>
                    <a:pt x="448" y="278"/>
                    <a:pt x="448" y="278"/>
                  </a:cubicBezTo>
                  <a:cubicBezTo>
                    <a:pt x="453" y="287"/>
                    <a:pt x="461" y="293"/>
                    <a:pt x="471" y="293"/>
                  </a:cubicBezTo>
                  <a:close/>
                  <a:moveTo>
                    <a:pt x="554" y="228"/>
                  </a:moveTo>
                  <a:cubicBezTo>
                    <a:pt x="558" y="218"/>
                    <a:pt x="567" y="212"/>
                    <a:pt x="577" y="212"/>
                  </a:cubicBezTo>
                  <a:cubicBezTo>
                    <a:pt x="581" y="212"/>
                    <a:pt x="585" y="213"/>
                    <a:pt x="587" y="214"/>
                  </a:cubicBezTo>
                  <a:cubicBezTo>
                    <a:pt x="587" y="231"/>
                    <a:pt x="587" y="231"/>
                    <a:pt x="587" y="231"/>
                  </a:cubicBezTo>
                  <a:cubicBezTo>
                    <a:pt x="586" y="231"/>
                    <a:pt x="586" y="231"/>
                    <a:pt x="586" y="231"/>
                  </a:cubicBezTo>
                  <a:cubicBezTo>
                    <a:pt x="583" y="230"/>
                    <a:pt x="579" y="229"/>
                    <a:pt x="575" y="229"/>
                  </a:cubicBezTo>
                  <a:cubicBezTo>
                    <a:pt x="565" y="229"/>
                    <a:pt x="557" y="236"/>
                    <a:pt x="554" y="246"/>
                  </a:cubicBezTo>
                  <a:cubicBezTo>
                    <a:pt x="554" y="307"/>
                    <a:pt x="554" y="307"/>
                    <a:pt x="554" y="307"/>
                  </a:cubicBezTo>
                  <a:cubicBezTo>
                    <a:pt x="537" y="307"/>
                    <a:pt x="537" y="307"/>
                    <a:pt x="537" y="307"/>
                  </a:cubicBezTo>
                  <a:cubicBezTo>
                    <a:pt x="537" y="214"/>
                    <a:pt x="537" y="214"/>
                    <a:pt x="537" y="214"/>
                  </a:cubicBezTo>
                  <a:cubicBezTo>
                    <a:pt x="554" y="214"/>
                    <a:pt x="554" y="214"/>
                    <a:pt x="554" y="214"/>
                  </a:cubicBezTo>
                  <a:cubicBezTo>
                    <a:pt x="554" y="228"/>
                    <a:pt x="554" y="228"/>
                    <a:pt x="554" y="228"/>
                  </a:cubicBezTo>
                  <a:close/>
                  <a:moveTo>
                    <a:pt x="612" y="176"/>
                  </a:moveTo>
                  <a:cubicBezTo>
                    <a:pt x="618" y="176"/>
                    <a:pt x="623" y="181"/>
                    <a:pt x="623" y="187"/>
                  </a:cubicBezTo>
                  <a:cubicBezTo>
                    <a:pt x="623" y="193"/>
                    <a:pt x="618" y="198"/>
                    <a:pt x="612" y="198"/>
                  </a:cubicBezTo>
                  <a:cubicBezTo>
                    <a:pt x="606" y="198"/>
                    <a:pt x="601" y="193"/>
                    <a:pt x="601" y="187"/>
                  </a:cubicBezTo>
                  <a:cubicBezTo>
                    <a:pt x="601" y="181"/>
                    <a:pt x="606" y="176"/>
                    <a:pt x="612" y="176"/>
                  </a:cubicBezTo>
                  <a:close/>
                  <a:moveTo>
                    <a:pt x="603" y="214"/>
                  </a:moveTo>
                  <a:cubicBezTo>
                    <a:pt x="621" y="214"/>
                    <a:pt x="621" y="214"/>
                    <a:pt x="621" y="214"/>
                  </a:cubicBezTo>
                  <a:cubicBezTo>
                    <a:pt x="621" y="307"/>
                    <a:pt x="621" y="307"/>
                    <a:pt x="621" y="307"/>
                  </a:cubicBezTo>
                  <a:cubicBezTo>
                    <a:pt x="603" y="307"/>
                    <a:pt x="603" y="307"/>
                    <a:pt x="603" y="307"/>
                  </a:cubicBezTo>
                  <a:lnTo>
                    <a:pt x="603" y="214"/>
                  </a:lnTo>
                  <a:close/>
                  <a:moveTo>
                    <a:pt x="683" y="252"/>
                  </a:moveTo>
                  <a:cubicBezTo>
                    <a:pt x="696" y="257"/>
                    <a:pt x="711" y="262"/>
                    <a:pt x="711" y="280"/>
                  </a:cubicBezTo>
                  <a:cubicBezTo>
                    <a:pt x="711" y="299"/>
                    <a:pt x="696" y="309"/>
                    <a:pt x="675" y="309"/>
                  </a:cubicBezTo>
                  <a:cubicBezTo>
                    <a:pt x="663" y="309"/>
                    <a:pt x="651" y="306"/>
                    <a:pt x="644" y="300"/>
                  </a:cubicBezTo>
                  <a:cubicBezTo>
                    <a:pt x="644" y="283"/>
                    <a:pt x="644" y="283"/>
                    <a:pt x="644" y="283"/>
                  </a:cubicBezTo>
                  <a:cubicBezTo>
                    <a:pt x="645" y="283"/>
                    <a:pt x="645" y="283"/>
                    <a:pt x="645" y="283"/>
                  </a:cubicBezTo>
                  <a:cubicBezTo>
                    <a:pt x="653" y="291"/>
                    <a:pt x="664" y="294"/>
                    <a:pt x="675" y="294"/>
                  </a:cubicBezTo>
                  <a:cubicBezTo>
                    <a:pt x="685" y="294"/>
                    <a:pt x="694" y="290"/>
                    <a:pt x="694" y="282"/>
                  </a:cubicBezTo>
                  <a:cubicBezTo>
                    <a:pt x="694" y="274"/>
                    <a:pt x="687" y="272"/>
                    <a:pt x="672" y="267"/>
                  </a:cubicBezTo>
                  <a:cubicBezTo>
                    <a:pt x="659" y="263"/>
                    <a:pt x="644" y="258"/>
                    <a:pt x="644" y="240"/>
                  </a:cubicBezTo>
                  <a:cubicBezTo>
                    <a:pt x="644" y="223"/>
                    <a:pt x="659" y="212"/>
                    <a:pt x="678" y="212"/>
                  </a:cubicBezTo>
                  <a:cubicBezTo>
                    <a:pt x="689" y="212"/>
                    <a:pt x="699" y="214"/>
                    <a:pt x="706" y="220"/>
                  </a:cubicBezTo>
                  <a:cubicBezTo>
                    <a:pt x="706" y="236"/>
                    <a:pt x="706" y="236"/>
                    <a:pt x="706" y="236"/>
                  </a:cubicBezTo>
                  <a:cubicBezTo>
                    <a:pt x="706" y="236"/>
                    <a:pt x="706" y="236"/>
                    <a:pt x="706" y="236"/>
                  </a:cubicBezTo>
                  <a:cubicBezTo>
                    <a:pt x="698" y="230"/>
                    <a:pt x="689" y="227"/>
                    <a:pt x="678" y="227"/>
                  </a:cubicBezTo>
                  <a:cubicBezTo>
                    <a:pt x="667" y="227"/>
                    <a:pt x="661" y="232"/>
                    <a:pt x="661" y="238"/>
                  </a:cubicBezTo>
                  <a:cubicBezTo>
                    <a:pt x="661" y="246"/>
                    <a:pt x="668" y="248"/>
                    <a:pt x="683" y="252"/>
                  </a:cubicBezTo>
                  <a:close/>
                  <a:moveTo>
                    <a:pt x="772" y="309"/>
                  </a:moveTo>
                  <a:cubicBezTo>
                    <a:pt x="745" y="309"/>
                    <a:pt x="726" y="290"/>
                    <a:pt x="726" y="261"/>
                  </a:cubicBezTo>
                  <a:cubicBezTo>
                    <a:pt x="726" y="232"/>
                    <a:pt x="744" y="212"/>
                    <a:pt x="769" y="212"/>
                  </a:cubicBezTo>
                  <a:cubicBezTo>
                    <a:pt x="794" y="212"/>
                    <a:pt x="807" y="230"/>
                    <a:pt x="807" y="258"/>
                  </a:cubicBezTo>
                  <a:cubicBezTo>
                    <a:pt x="807" y="266"/>
                    <a:pt x="807" y="266"/>
                    <a:pt x="807" y="266"/>
                  </a:cubicBezTo>
                  <a:cubicBezTo>
                    <a:pt x="744" y="266"/>
                    <a:pt x="744" y="266"/>
                    <a:pt x="744" y="266"/>
                  </a:cubicBezTo>
                  <a:cubicBezTo>
                    <a:pt x="746" y="284"/>
                    <a:pt x="758" y="293"/>
                    <a:pt x="774" y="293"/>
                  </a:cubicBezTo>
                  <a:cubicBezTo>
                    <a:pt x="785" y="293"/>
                    <a:pt x="792" y="291"/>
                    <a:pt x="800" y="285"/>
                  </a:cubicBezTo>
                  <a:cubicBezTo>
                    <a:pt x="801" y="285"/>
                    <a:pt x="801" y="285"/>
                    <a:pt x="801" y="285"/>
                  </a:cubicBezTo>
                  <a:cubicBezTo>
                    <a:pt x="801" y="300"/>
                    <a:pt x="801" y="300"/>
                    <a:pt x="801" y="300"/>
                  </a:cubicBezTo>
                  <a:cubicBezTo>
                    <a:pt x="793" y="306"/>
                    <a:pt x="783" y="309"/>
                    <a:pt x="772" y="309"/>
                  </a:cubicBezTo>
                  <a:close/>
                  <a:moveTo>
                    <a:pt x="744" y="251"/>
                  </a:moveTo>
                  <a:cubicBezTo>
                    <a:pt x="791" y="251"/>
                    <a:pt x="791" y="251"/>
                    <a:pt x="791" y="251"/>
                  </a:cubicBezTo>
                  <a:cubicBezTo>
                    <a:pt x="790" y="237"/>
                    <a:pt x="783" y="227"/>
                    <a:pt x="769" y="227"/>
                  </a:cubicBezTo>
                  <a:cubicBezTo>
                    <a:pt x="756" y="227"/>
                    <a:pt x="747" y="237"/>
                    <a:pt x="744" y="2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algn="ctr" defTabSz="914400"/>
              <a:endParaRPr dirty="0">
                <a:solidFill>
                  <a:prstClr val="black"/>
                </a:solidFill>
              </a:endParaRPr>
            </a:p>
          </p:txBody>
        </p:sp>
      </p:grpSp>
    </p:spTree>
    <p:extLst>
      <p:ext uri="{BB962C8B-B14F-4D97-AF65-F5344CB8AC3E}">
        <p14:creationId xmlns:p14="http://schemas.microsoft.com/office/powerpoint/2010/main" val="196020989"/>
      </p:ext>
    </p:extLst>
  </p:cSld>
  <p:clrMap bg1="lt1" tx1="dk1" bg2="lt2" tx2="dk2" accent1="accent1" accent2="accent2" accent3="accent3" accent4="accent4" accent5="accent5" accent6="accent6" hlink="hlink" folHlink="folHlink"/>
  <p:sldLayoutIdLst>
    <p:sldLayoutId id="2147484209" r:id="rId1"/>
    <p:sldLayoutId id="2147484210" r:id="rId2"/>
    <p:sldLayoutId id="2147484211" r:id="rId3"/>
    <p:sldLayoutId id="2147484212" r:id="rId4"/>
    <p:sldLayoutId id="2147484213" r:id="rId5"/>
    <p:sldLayoutId id="2147484214" r:id="rId6"/>
    <p:sldLayoutId id="2147484215" r:id="rId7"/>
    <p:sldLayoutId id="2147484216" r:id="rId8"/>
    <p:sldLayoutId id="2147484217" r:id="rId9"/>
    <p:sldLayoutId id="2147484218" r:id="rId10"/>
    <p:sldLayoutId id="2147484219" r:id="rId11"/>
    <p:sldLayoutId id="2147484220" r:id="rId12"/>
    <p:sldLayoutId id="2147484221" r:id="rId13"/>
    <p:sldLayoutId id="2147484222" r:id="rId14"/>
    <p:sldLayoutId id="2147484223" r:id="rId15"/>
    <p:sldLayoutId id="2147484224" r:id="rId16"/>
    <p:sldLayoutId id="2147484225" r:id="rId17"/>
    <p:sldLayoutId id="2147484226" r:id="rId18"/>
    <p:sldLayoutId id="2147484227" r:id="rId19"/>
    <p:sldLayoutId id="2147484228" r:id="rId20"/>
    <p:sldLayoutId id="2147484229" r:id="rId21"/>
    <p:sldLayoutId id="2147484230" r:id="rId22"/>
    <p:sldLayoutId id="2147484231" r:id="rId23"/>
    <p:sldLayoutId id="2147484232" r:id="rId24"/>
    <p:sldLayoutId id="2147484233" r:id="rId25"/>
    <p:sldLayoutId id="2147484234" r:id="rId26"/>
    <p:sldLayoutId id="2147484235" r:id="rId27"/>
    <p:sldLayoutId id="2147484236" r:id="rId28"/>
    <p:sldLayoutId id="2147484237" r:id="rId29"/>
    <p:sldLayoutId id="2147484238" r:id="rId30"/>
    <p:sldLayoutId id="2147484239" r:id="rId31"/>
    <p:sldLayoutId id="2147484240" r:id="rId32"/>
    <p:sldLayoutId id="2147484241" r:id="rId33"/>
    <p:sldLayoutId id="2147484243" r:id="rId34"/>
    <p:sldLayoutId id="2147484244"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tx1"/>
        </a:buClr>
        <a:buFont typeface="Arial" panose="020B0604020202020204" pitchFamily="34" charset="0"/>
        <a:buChar char="–"/>
        <a:defRPr sz="1800" kern="1200">
          <a:solidFill>
            <a:schemeClr val="tx1"/>
          </a:solidFill>
          <a:latin typeface="+mn-lt"/>
          <a:ea typeface="+mn-ea"/>
          <a:cs typeface="+mn-cs"/>
        </a:defRPr>
      </a:lvl1pPr>
      <a:lvl2pPr marL="411480" indent="-182880" algn="l" defTabSz="914400" rtl="0" eaLnBrk="1" latinLnBrk="0" hangingPunct="1">
        <a:lnSpc>
          <a:spcPct val="90000"/>
        </a:lnSpc>
        <a:spcBef>
          <a:spcPts val="800"/>
        </a:spcBef>
        <a:buClr>
          <a:schemeClr val="tx1"/>
        </a:buClr>
        <a:buFont typeface="Arial" panose="020B0604020202020204" pitchFamily="34" charset="0"/>
        <a:buChar char="–"/>
        <a:defRPr sz="1600" kern="1200">
          <a:solidFill>
            <a:schemeClr val="tx1"/>
          </a:solidFill>
          <a:latin typeface="+mn-lt"/>
          <a:ea typeface="+mn-ea"/>
          <a:cs typeface="+mn-cs"/>
        </a:defRPr>
      </a:lvl2pPr>
      <a:lvl3pPr marL="548640" indent="-137160" algn="l" defTabSz="914400" rtl="0" eaLnBrk="1" latinLnBrk="0" hangingPunct="1">
        <a:lnSpc>
          <a:spcPct val="90000"/>
        </a:lnSpc>
        <a:spcBef>
          <a:spcPts val="600"/>
        </a:spcBef>
        <a:buClr>
          <a:schemeClr val="tx1"/>
        </a:buClr>
        <a:buFont typeface="Arial" panose="020B0604020202020204" pitchFamily="34" charset="0"/>
        <a:buChar char="–"/>
        <a:defRPr sz="1400" kern="1200">
          <a:solidFill>
            <a:schemeClr val="tx1"/>
          </a:solidFill>
          <a:latin typeface="+mn-lt"/>
          <a:ea typeface="+mn-ea"/>
          <a:cs typeface="+mn-cs"/>
        </a:defRPr>
      </a:lvl3pPr>
      <a:lvl4pPr marL="731520" indent="-137160" algn="l" defTabSz="914400" rtl="0" eaLnBrk="1" latinLnBrk="0" hangingPunct="1">
        <a:lnSpc>
          <a:spcPct val="9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4pPr>
      <a:lvl5pPr marL="868680" indent="-137160" algn="l" defTabSz="914400" rtl="0" eaLnBrk="1" latinLnBrk="0" hangingPunct="1">
        <a:lnSpc>
          <a:spcPct val="9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5pPr>
      <a:lvl6pPr marL="1051560" indent="-137160" algn="l" defTabSz="914400" rtl="0" eaLnBrk="1" latinLnBrk="0" hangingPunct="1">
        <a:lnSpc>
          <a:spcPct val="9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6pPr>
      <a:lvl7pPr marL="1188720" indent="-137160" algn="l" defTabSz="914400" rtl="0" eaLnBrk="1" latinLnBrk="0" hangingPunct="1">
        <a:lnSpc>
          <a:spcPct val="9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7pPr>
      <a:lvl8pPr marL="1371600" indent="-137160" algn="l" defTabSz="914400" rtl="0" eaLnBrk="1" latinLnBrk="0" hangingPunct="1">
        <a:lnSpc>
          <a:spcPct val="9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8pPr>
      <a:lvl9pPr marL="1554480" indent="-137160" algn="l" defTabSz="914400" rtl="0" eaLnBrk="1" latinLnBrk="0" hangingPunct="1">
        <a:lnSpc>
          <a:spcPct val="90000"/>
        </a:lnSpc>
        <a:spcBef>
          <a:spcPts val="600"/>
        </a:spcBef>
        <a:buClr>
          <a:schemeClr val="tx1"/>
        </a:buClr>
        <a:buFont typeface="Arial" panose="020B0604020202020204" pitchFamily="34" charset="0"/>
        <a:buChar char="–"/>
        <a:defRPr sz="12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p15:clr>
            <a:srgbClr val="F26B43"/>
          </p15:clr>
        </p15:guide>
        <p15:guide id="2" pos="3840">
          <p15:clr>
            <a:srgbClr val="F26B43"/>
          </p15:clr>
        </p15:guide>
        <p15:guide id="3" pos="384">
          <p15:clr>
            <a:srgbClr val="F26B43"/>
          </p15:clr>
        </p15:guide>
        <p15:guide id="4" pos="7296">
          <p15:clr>
            <a:srgbClr val="F26B43"/>
          </p15:clr>
        </p15:guide>
        <p15:guide id="5" orient="horz" pos="960">
          <p15:clr>
            <a:srgbClr val="F26B43"/>
          </p15:clr>
        </p15:guide>
        <p15:guide id="6" orient="horz"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4.e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4.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2.xml"/><Relationship Id="rId1" Type="http://schemas.openxmlformats.org/officeDocument/2006/relationships/slideLayout" Target="../slideLayouts/slideLayout53.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6.jpg"/></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image" Target="../media/image25.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5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7.jpg"/><Relationship Id="rId7" Type="http://schemas.openxmlformats.org/officeDocument/2006/relationships/diagramColors" Target="../diagrams/colors1.xml"/><Relationship Id="rId2" Type="http://schemas.openxmlformats.org/officeDocument/2006/relationships/notesSlide" Target="../notesSlides/notesSlide24.xml"/><Relationship Id="rId1" Type="http://schemas.openxmlformats.org/officeDocument/2006/relationships/slideLayout" Target="../slideLayouts/slideLayout1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Structured Data Manager Essentials Overview</a:t>
            </a:r>
            <a:br>
              <a:rPr lang="en-US" dirty="0"/>
            </a:br>
            <a:endParaRPr lang="en-US" dirty="0"/>
          </a:p>
        </p:txBody>
      </p:sp>
      <p:sp>
        <p:nvSpPr>
          <p:cNvPr id="3" name="Subtitle 2"/>
          <p:cNvSpPr>
            <a:spLocks noGrp="1"/>
          </p:cNvSpPr>
          <p:nvPr>
            <p:ph type="subTitle" idx="1"/>
          </p:nvPr>
        </p:nvSpPr>
        <p:spPr/>
        <p:txBody>
          <a:bodyPr>
            <a:normAutofit fontScale="85000" lnSpcReduction="10000"/>
          </a:bodyPr>
          <a:lstStyle/>
          <a:p>
            <a:r>
              <a:rPr lang="en-US" sz="3200" dirty="0"/>
              <a:t>Secure Content Management</a:t>
            </a:r>
            <a:br>
              <a:rPr lang="en-US" dirty="0"/>
            </a:br>
            <a:endParaRPr lang="en-US" dirty="0"/>
          </a:p>
        </p:txBody>
      </p:sp>
    </p:spTree>
    <p:extLst>
      <p:ext uri="{BB962C8B-B14F-4D97-AF65-F5344CB8AC3E}">
        <p14:creationId xmlns:p14="http://schemas.microsoft.com/office/powerpoint/2010/main" val="19179535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p:txBody>
          <a:bodyPr/>
          <a:lstStyle/>
          <a:p>
            <a:r>
              <a:rPr lang="en-US" dirty="0"/>
              <a:t>Trends</a:t>
            </a:r>
          </a:p>
          <a:p>
            <a:r>
              <a:rPr lang="en-US" dirty="0"/>
              <a:t>Customer Challenges</a:t>
            </a:r>
          </a:p>
          <a:p>
            <a:r>
              <a:rPr lang="en-US" dirty="0"/>
              <a:t>Structured Data Manager Capabilities</a:t>
            </a:r>
          </a:p>
          <a:p>
            <a:r>
              <a:rPr lang="en-US" dirty="0"/>
              <a:t>Business Value </a:t>
            </a:r>
          </a:p>
          <a:p>
            <a:r>
              <a:rPr lang="en-US" dirty="0"/>
              <a:t>Customer Success </a:t>
            </a:r>
          </a:p>
          <a:p>
            <a:r>
              <a:rPr lang="en-US" dirty="0"/>
              <a:t>Competitive Overview</a:t>
            </a:r>
          </a:p>
          <a:p>
            <a:r>
              <a:rPr lang="en-US" dirty="0"/>
              <a:t>Summary</a:t>
            </a:r>
          </a:p>
          <a:p>
            <a:endParaRPr lang="en-US" dirty="0"/>
          </a:p>
          <a:p>
            <a:endParaRPr lang="en-US" dirty="0"/>
          </a:p>
        </p:txBody>
      </p:sp>
      <p:pic>
        <p:nvPicPr>
          <p:cNvPr id="6" name="Content Placeholder 5"/>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229350" y="2280444"/>
            <a:ext cx="5029200" cy="3352800"/>
          </a:xfrm>
        </p:spPr>
      </p:pic>
      <p:sp>
        <p:nvSpPr>
          <p:cNvPr id="5" name="Slide Number Placeholder 4"/>
          <p:cNvSpPr>
            <a:spLocks noGrp="1"/>
          </p:cNvSpPr>
          <p:nvPr>
            <p:ph type="sldNum" sz="quarter" idx="4"/>
          </p:nvPr>
        </p:nvSpPr>
        <p:spPr/>
        <p:txBody>
          <a:bodyPr/>
          <a:lstStyle/>
          <a:p>
            <a:fld id="{0FB999A9-77CE-4AD1-9911-24A29F08BC34}" type="slidenum">
              <a:rPr lang="en-US" smtClean="0">
                <a:solidFill>
                  <a:prstClr val="white">
                    <a:lumMod val="75000"/>
                  </a:prstClr>
                </a:solidFill>
              </a:rPr>
              <a:pPr/>
              <a:t>2</a:t>
            </a:fld>
            <a:endParaRPr lang="en-US" dirty="0">
              <a:solidFill>
                <a:prstClr val="white">
                  <a:lumMod val="75000"/>
                </a:prstClr>
              </a:solidFill>
            </a:endParaRPr>
          </a:p>
        </p:txBody>
      </p:sp>
      <p:sp>
        <p:nvSpPr>
          <p:cNvPr id="2" name="Title 1"/>
          <p:cNvSpPr>
            <a:spLocks noGrp="1"/>
          </p:cNvSpPr>
          <p:nvPr>
            <p:ph type="title"/>
          </p:nvPr>
        </p:nvSpPr>
        <p:spPr/>
        <p:txBody>
          <a:bodyPr/>
          <a:lstStyle/>
          <a:p>
            <a:r>
              <a:rPr lang="en-US" dirty="0"/>
              <a:t>Agenda </a:t>
            </a:r>
          </a:p>
        </p:txBody>
      </p:sp>
    </p:spTree>
    <p:extLst>
      <p:ext uri="{BB962C8B-B14F-4D97-AF65-F5344CB8AC3E}">
        <p14:creationId xmlns:p14="http://schemas.microsoft.com/office/powerpoint/2010/main" val="4104817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Trends  </a:t>
            </a:r>
          </a:p>
        </p:txBody>
      </p:sp>
    </p:spTree>
    <p:extLst>
      <p:ext uri="{BB962C8B-B14F-4D97-AF65-F5344CB8AC3E}">
        <p14:creationId xmlns:p14="http://schemas.microsoft.com/office/powerpoint/2010/main" val="3627552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
          <p:cNvSpPr>
            <a:spLocks noGrp="1"/>
          </p:cNvSpPr>
          <p:nvPr>
            <p:ph type="title"/>
          </p:nvPr>
        </p:nvSpPr>
        <p:spPr>
          <a:xfrm>
            <a:off x="946786" y="429275"/>
            <a:ext cx="10311765" cy="657844"/>
          </a:xfrm>
        </p:spPr>
        <p:txBody>
          <a:bodyPr/>
          <a:lstStyle/>
          <a:p>
            <a:r>
              <a:rPr lang="en-US" dirty="0"/>
              <a:t>The data landscape has radically changed</a:t>
            </a:r>
            <a:endParaRPr lang="en-US" sz="2000" dirty="0">
              <a:latin typeface="+mj-lt"/>
            </a:endParaRPr>
          </a:p>
        </p:txBody>
      </p:sp>
      <p:sp>
        <p:nvSpPr>
          <p:cNvPr id="40" name="Text Placeholder 5"/>
          <p:cNvSpPr txBox="1">
            <a:spLocks/>
          </p:cNvSpPr>
          <p:nvPr/>
        </p:nvSpPr>
        <p:spPr>
          <a:xfrm>
            <a:off x="950976" y="1087119"/>
            <a:ext cx="10311765" cy="418375"/>
          </a:xfrm>
          <a:prstGeom prst="rect">
            <a:avLst/>
          </a:prstGeom>
        </p:spPr>
        <p:txBody>
          <a:bodyPr/>
          <a:lstStyle>
            <a:lvl1pPr marL="287338" indent="-287338"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2800" kern="1200">
                <a:solidFill>
                  <a:schemeClr val="tx1"/>
                </a:solidFill>
                <a:latin typeface="+mn-lt"/>
                <a:ea typeface="+mn-ea"/>
                <a:cs typeface="+mn-cs"/>
              </a:defRPr>
            </a:lvl1pPr>
            <a:lvl2pPr marL="574675" indent="-22860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2000" kern="1200">
                <a:solidFill>
                  <a:schemeClr val="tx1"/>
                </a:solidFill>
                <a:latin typeface="+mn-lt"/>
                <a:ea typeface="+mn-ea"/>
                <a:cs typeface="+mn-cs"/>
              </a:defRPr>
            </a:lvl2pPr>
            <a:lvl3pPr marL="744538" indent="-169863"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800" kern="1200">
                <a:solidFill>
                  <a:schemeClr val="tx1"/>
                </a:solidFill>
                <a:latin typeface="+mn-lt"/>
                <a:ea typeface="+mn-ea"/>
                <a:cs typeface="+mn-cs"/>
              </a:defRPr>
            </a:lvl3pPr>
            <a:lvl4pPr marL="922338" indent="-17780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600" kern="1200">
                <a:solidFill>
                  <a:schemeClr val="tx1"/>
                </a:solidFill>
                <a:latin typeface="+mn-lt"/>
                <a:ea typeface="+mn-ea"/>
                <a:cs typeface="+mn-cs"/>
              </a:defRPr>
            </a:lvl4pPr>
            <a:lvl5pPr marL="1079500" indent="-158750" algn="l" defTabSz="914377" rtl="0" eaLnBrk="1" latinLnBrk="0" hangingPunct="1">
              <a:lnSpc>
                <a:spcPct val="90000"/>
              </a:lnSpc>
              <a:spcBef>
                <a:spcPts val="0"/>
              </a:spcBef>
              <a:spcAft>
                <a:spcPts val="1200"/>
              </a:spcAft>
              <a:buClrTx/>
              <a:buSzPct val="80000"/>
              <a:buFont typeface="Wingdings" panose="05000000000000000000" pitchFamily="2" charset="2"/>
              <a:buChar char="§"/>
              <a:tabLst/>
              <a:defRPr sz="14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More connected people, apps and things generating more data in many forms</a:t>
            </a:r>
          </a:p>
          <a:p>
            <a:endParaRPr lang="en-GB" dirty="0"/>
          </a:p>
        </p:txBody>
      </p:sp>
      <p:pic>
        <p:nvPicPr>
          <p:cNvPr id="41" name="Picture 40"/>
          <p:cNvPicPr>
            <a:picLocks noChangeAspect="1"/>
          </p:cNvPicPr>
          <p:nvPr/>
        </p:nvPicPr>
        <p:blipFill>
          <a:blip r:embed="rId3"/>
          <a:stretch>
            <a:fillRect/>
          </a:stretch>
        </p:blipFill>
        <p:spPr>
          <a:xfrm>
            <a:off x="946786" y="1898428"/>
            <a:ext cx="10410327" cy="4495013"/>
          </a:xfrm>
          <a:prstGeom prst="rect">
            <a:avLst/>
          </a:prstGeom>
        </p:spPr>
      </p:pic>
      <p:sp>
        <p:nvSpPr>
          <p:cNvPr id="42" name="Freeform 41"/>
          <p:cNvSpPr/>
          <p:nvPr/>
        </p:nvSpPr>
        <p:spPr bwMode="ltGray">
          <a:xfrm>
            <a:off x="2189747" y="3116180"/>
            <a:ext cx="1407695" cy="1191126"/>
          </a:xfrm>
          <a:custGeom>
            <a:avLst/>
            <a:gdLst>
              <a:gd name="connsiteX0" fmla="*/ 0 w 1407695"/>
              <a:gd name="connsiteY0" fmla="*/ 1191126 h 1191126"/>
              <a:gd name="connsiteX1" fmla="*/ 312821 w 1407695"/>
              <a:gd name="connsiteY1" fmla="*/ 276726 h 1191126"/>
              <a:gd name="connsiteX2" fmla="*/ 1407695 w 1407695"/>
              <a:gd name="connsiteY2" fmla="*/ 0 h 1191126"/>
            </a:gdLst>
            <a:ahLst/>
            <a:cxnLst>
              <a:cxn ang="0">
                <a:pos x="connsiteX0" y="connsiteY0"/>
              </a:cxn>
              <a:cxn ang="0">
                <a:pos x="connsiteX1" y="connsiteY1"/>
              </a:cxn>
              <a:cxn ang="0">
                <a:pos x="connsiteX2" y="connsiteY2"/>
              </a:cxn>
            </a:cxnLst>
            <a:rect l="l" t="t" r="r" b="b"/>
            <a:pathLst>
              <a:path w="1407695" h="1191126">
                <a:moveTo>
                  <a:pt x="0" y="1191126"/>
                </a:moveTo>
                <a:cubicBezTo>
                  <a:pt x="39102" y="833186"/>
                  <a:pt x="78205" y="475247"/>
                  <a:pt x="312821" y="276726"/>
                </a:cubicBezTo>
                <a:cubicBezTo>
                  <a:pt x="547437" y="78205"/>
                  <a:pt x="977566" y="39102"/>
                  <a:pt x="1407695" y="0"/>
                </a:cubicBezTo>
              </a:path>
            </a:pathLst>
          </a:custGeom>
          <a:noFill/>
          <a:ln w="571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3" name="Freeform 42"/>
          <p:cNvSpPr/>
          <p:nvPr/>
        </p:nvSpPr>
        <p:spPr bwMode="ltGray">
          <a:xfrm>
            <a:off x="2021305" y="2526632"/>
            <a:ext cx="1190910" cy="1768642"/>
          </a:xfrm>
          <a:custGeom>
            <a:avLst/>
            <a:gdLst>
              <a:gd name="connsiteX0" fmla="*/ 0 w 1190910"/>
              <a:gd name="connsiteY0" fmla="*/ 0 h 1768642"/>
              <a:gd name="connsiteX1" fmla="*/ 1070811 w 1190910"/>
              <a:gd name="connsiteY1" fmla="*/ 589548 h 1768642"/>
              <a:gd name="connsiteX2" fmla="*/ 1118937 w 1190910"/>
              <a:gd name="connsiteY2" fmla="*/ 1768642 h 1768642"/>
            </a:gdLst>
            <a:ahLst/>
            <a:cxnLst>
              <a:cxn ang="0">
                <a:pos x="connsiteX0" y="connsiteY0"/>
              </a:cxn>
              <a:cxn ang="0">
                <a:pos x="connsiteX1" y="connsiteY1"/>
              </a:cxn>
              <a:cxn ang="0">
                <a:pos x="connsiteX2" y="connsiteY2"/>
              </a:cxn>
            </a:cxnLst>
            <a:rect l="l" t="t" r="r" b="b"/>
            <a:pathLst>
              <a:path w="1190910" h="1768642">
                <a:moveTo>
                  <a:pt x="0" y="0"/>
                </a:moveTo>
                <a:cubicBezTo>
                  <a:pt x="442161" y="147387"/>
                  <a:pt x="884322" y="294774"/>
                  <a:pt x="1070811" y="589548"/>
                </a:cubicBezTo>
                <a:cubicBezTo>
                  <a:pt x="1257300" y="884322"/>
                  <a:pt x="1188118" y="1326482"/>
                  <a:pt x="1118937" y="1768642"/>
                </a:cubicBezTo>
              </a:path>
            </a:pathLst>
          </a:custGeom>
          <a:noFill/>
          <a:ln w="571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44" name="Group 43"/>
          <p:cNvGrpSpPr/>
          <p:nvPr/>
        </p:nvGrpSpPr>
        <p:grpSpPr>
          <a:xfrm>
            <a:off x="1612232" y="2526632"/>
            <a:ext cx="2009273" cy="1768642"/>
            <a:chOff x="1612232" y="2526632"/>
            <a:chExt cx="2009273" cy="1768642"/>
          </a:xfrm>
        </p:grpSpPr>
        <p:sp>
          <p:nvSpPr>
            <p:cNvPr id="45" name="Freeform 44"/>
            <p:cNvSpPr/>
            <p:nvPr/>
          </p:nvSpPr>
          <p:spPr bwMode="ltGray">
            <a:xfrm>
              <a:off x="1612232" y="3104148"/>
              <a:ext cx="2009273" cy="348987"/>
            </a:xfrm>
            <a:custGeom>
              <a:avLst/>
              <a:gdLst>
                <a:gd name="connsiteX0" fmla="*/ 2009273 w 2009273"/>
                <a:gd name="connsiteY0" fmla="*/ 0 h 348987"/>
                <a:gd name="connsiteX1" fmla="*/ 1106905 w 2009273"/>
                <a:gd name="connsiteY1" fmla="*/ 348916 h 348987"/>
                <a:gd name="connsiteX2" fmla="*/ 0 w 2009273"/>
                <a:gd name="connsiteY2" fmla="*/ 24063 h 348987"/>
              </a:gdLst>
              <a:ahLst/>
              <a:cxnLst>
                <a:cxn ang="0">
                  <a:pos x="connsiteX0" y="connsiteY0"/>
                </a:cxn>
                <a:cxn ang="0">
                  <a:pos x="connsiteX1" y="connsiteY1"/>
                </a:cxn>
                <a:cxn ang="0">
                  <a:pos x="connsiteX2" y="connsiteY2"/>
                </a:cxn>
              </a:cxnLst>
              <a:rect l="l" t="t" r="r" b="b"/>
              <a:pathLst>
                <a:path w="2009273" h="348987">
                  <a:moveTo>
                    <a:pt x="2009273" y="0"/>
                  </a:moveTo>
                  <a:cubicBezTo>
                    <a:pt x="1725528" y="172453"/>
                    <a:pt x="1441784" y="344906"/>
                    <a:pt x="1106905" y="348916"/>
                  </a:cubicBezTo>
                  <a:cubicBezTo>
                    <a:pt x="772026" y="352926"/>
                    <a:pt x="386013" y="188494"/>
                    <a:pt x="0" y="24063"/>
                  </a:cubicBezTo>
                </a:path>
              </a:pathLst>
            </a:custGeom>
            <a:noFill/>
            <a:ln w="571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6" name="Freeform 45"/>
            <p:cNvSpPr/>
            <p:nvPr/>
          </p:nvSpPr>
          <p:spPr bwMode="ltGray">
            <a:xfrm>
              <a:off x="1696453" y="2526632"/>
              <a:ext cx="1509199" cy="1383632"/>
            </a:xfrm>
            <a:custGeom>
              <a:avLst/>
              <a:gdLst>
                <a:gd name="connsiteX0" fmla="*/ 1467852 w 1509199"/>
                <a:gd name="connsiteY0" fmla="*/ 0 h 1383632"/>
                <a:gd name="connsiteX1" fmla="*/ 1323473 w 1509199"/>
                <a:gd name="connsiteY1" fmla="*/ 806116 h 1383632"/>
                <a:gd name="connsiteX2" fmla="*/ 0 w 1509199"/>
                <a:gd name="connsiteY2" fmla="*/ 1383632 h 1383632"/>
              </a:gdLst>
              <a:ahLst/>
              <a:cxnLst>
                <a:cxn ang="0">
                  <a:pos x="connsiteX0" y="connsiteY0"/>
                </a:cxn>
                <a:cxn ang="0">
                  <a:pos x="connsiteX1" y="connsiteY1"/>
                </a:cxn>
                <a:cxn ang="0">
                  <a:pos x="connsiteX2" y="connsiteY2"/>
                </a:cxn>
              </a:cxnLst>
              <a:rect l="l" t="t" r="r" b="b"/>
              <a:pathLst>
                <a:path w="1509199" h="1383632">
                  <a:moveTo>
                    <a:pt x="1467852" y="0"/>
                  </a:moveTo>
                  <a:cubicBezTo>
                    <a:pt x="1517983" y="287755"/>
                    <a:pt x="1568115" y="575511"/>
                    <a:pt x="1323473" y="806116"/>
                  </a:cubicBezTo>
                  <a:cubicBezTo>
                    <a:pt x="1078831" y="1036721"/>
                    <a:pt x="539415" y="1210176"/>
                    <a:pt x="0" y="1383632"/>
                  </a:cubicBezTo>
                </a:path>
              </a:pathLst>
            </a:custGeom>
            <a:noFill/>
            <a:ln w="571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7" name="Freeform 46"/>
            <p:cNvSpPr/>
            <p:nvPr/>
          </p:nvSpPr>
          <p:spPr bwMode="ltGray">
            <a:xfrm>
              <a:off x="1612232" y="3105137"/>
              <a:ext cx="1515979" cy="1190137"/>
            </a:xfrm>
            <a:custGeom>
              <a:avLst/>
              <a:gdLst>
                <a:gd name="connsiteX0" fmla="*/ 0 w 1515979"/>
                <a:gd name="connsiteY0" fmla="*/ 23074 h 1190137"/>
                <a:gd name="connsiteX1" fmla="*/ 685800 w 1515979"/>
                <a:gd name="connsiteY1" fmla="*/ 155422 h 1190137"/>
                <a:gd name="connsiteX2" fmla="*/ 1515979 w 1515979"/>
                <a:gd name="connsiteY2" fmla="*/ 1190137 h 1190137"/>
              </a:gdLst>
              <a:ahLst/>
              <a:cxnLst>
                <a:cxn ang="0">
                  <a:pos x="connsiteX0" y="connsiteY0"/>
                </a:cxn>
                <a:cxn ang="0">
                  <a:pos x="connsiteX1" y="connsiteY1"/>
                </a:cxn>
                <a:cxn ang="0">
                  <a:pos x="connsiteX2" y="connsiteY2"/>
                </a:cxn>
              </a:cxnLst>
              <a:rect l="l" t="t" r="r" b="b"/>
              <a:pathLst>
                <a:path w="1515979" h="1190137">
                  <a:moveTo>
                    <a:pt x="0" y="23074"/>
                  </a:moveTo>
                  <a:cubicBezTo>
                    <a:pt x="216568" y="-8008"/>
                    <a:pt x="433137" y="-39089"/>
                    <a:pt x="685800" y="155422"/>
                  </a:cubicBezTo>
                  <a:cubicBezTo>
                    <a:pt x="938463" y="349933"/>
                    <a:pt x="1227221" y="770035"/>
                    <a:pt x="1515979" y="1190137"/>
                  </a:cubicBezTo>
                </a:path>
              </a:pathLst>
            </a:custGeom>
            <a:noFill/>
            <a:ln w="571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sp>
        <p:nvSpPr>
          <p:cNvPr id="48" name="Freeform 47"/>
          <p:cNvSpPr/>
          <p:nvPr/>
        </p:nvSpPr>
        <p:spPr bwMode="ltGray">
          <a:xfrm>
            <a:off x="2021305" y="2526632"/>
            <a:ext cx="1515979" cy="1383632"/>
          </a:xfrm>
          <a:custGeom>
            <a:avLst/>
            <a:gdLst>
              <a:gd name="connsiteX0" fmla="*/ 0 w 1515979"/>
              <a:gd name="connsiteY0" fmla="*/ 0 h 1383632"/>
              <a:gd name="connsiteX1" fmla="*/ 312821 w 1515979"/>
              <a:gd name="connsiteY1" fmla="*/ 1118937 h 1383632"/>
              <a:gd name="connsiteX2" fmla="*/ 1515979 w 1515979"/>
              <a:gd name="connsiteY2" fmla="*/ 1383632 h 1383632"/>
            </a:gdLst>
            <a:ahLst/>
            <a:cxnLst>
              <a:cxn ang="0">
                <a:pos x="connsiteX0" y="connsiteY0"/>
              </a:cxn>
              <a:cxn ang="0">
                <a:pos x="connsiteX1" y="connsiteY1"/>
              </a:cxn>
              <a:cxn ang="0">
                <a:pos x="connsiteX2" y="connsiteY2"/>
              </a:cxn>
            </a:cxnLst>
            <a:rect l="l" t="t" r="r" b="b"/>
            <a:pathLst>
              <a:path w="1515979" h="1383632">
                <a:moveTo>
                  <a:pt x="0" y="0"/>
                </a:moveTo>
                <a:cubicBezTo>
                  <a:pt x="30079" y="444166"/>
                  <a:pt x="60158" y="888332"/>
                  <a:pt x="312821" y="1118937"/>
                </a:cubicBezTo>
                <a:cubicBezTo>
                  <a:pt x="565484" y="1349542"/>
                  <a:pt x="1040731" y="1366587"/>
                  <a:pt x="1515979" y="1383632"/>
                </a:cubicBezTo>
              </a:path>
            </a:pathLst>
          </a:custGeom>
          <a:noFill/>
          <a:ln w="571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49" name="Freeform 48"/>
          <p:cNvSpPr/>
          <p:nvPr/>
        </p:nvSpPr>
        <p:spPr bwMode="ltGray">
          <a:xfrm>
            <a:off x="1612232" y="2550695"/>
            <a:ext cx="1576136" cy="713638"/>
          </a:xfrm>
          <a:custGeom>
            <a:avLst/>
            <a:gdLst>
              <a:gd name="connsiteX0" fmla="*/ 0 w 1576136"/>
              <a:gd name="connsiteY0" fmla="*/ 577516 h 713638"/>
              <a:gd name="connsiteX1" fmla="*/ 1118936 w 1576136"/>
              <a:gd name="connsiteY1" fmla="*/ 673769 h 713638"/>
              <a:gd name="connsiteX2" fmla="*/ 1576136 w 1576136"/>
              <a:gd name="connsiteY2" fmla="*/ 0 h 713638"/>
            </a:gdLst>
            <a:ahLst/>
            <a:cxnLst>
              <a:cxn ang="0">
                <a:pos x="connsiteX0" y="connsiteY0"/>
              </a:cxn>
              <a:cxn ang="0">
                <a:pos x="connsiteX1" y="connsiteY1"/>
              </a:cxn>
              <a:cxn ang="0">
                <a:pos x="connsiteX2" y="connsiteY2"/>
              </a:cxn>
            </a:cxnLst>
            <a:rect l="l" t="t" r="r" b="b"/>
            <a:pathLst>
              <a:path w="1576136" h="713638">
                <a:moveTo>
                  <a:pt x="0" y="577516"/>
                </a:moveTo>
                <a:cubicBezTo>
                  <a:pt x="428123" y="673769"/>
                  <a:pt x="856247" y="770022"/>
                  <a:pt x="1118936" y="673769"/>
                </a:cubicBezTo>
                <a:cubicBezTo>
                  <a:pt x="1381625" y="577516"/>
                  <a:pt x="1478880" y="288758"/>
                  <a:pt x="1576136" y="0"/>
                </a:cubicBezTo>
              </a:path>
            </a:pathLst>
          </a:custGeom>
          <a:noFill/>
          <a:ln w="571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50" name="Group 49"/>
          <p:cNvGrpSpPr/>
          <p:nvPr/>
        </p:nvGrpSpPr>
        <p:grpSpPr>
          <a:xfrm>
            <a:off x="1554590" y="2334127"/>
            <a:ext cx="2093045" cy="2077187"/>
            <a:chOff x="1554590" y="2334127"/>
            <a:chExt cx="2093045" cy="2077187"/>
          </a:xfrm>
        </p:grpSpPr>
        <p:sp>
          <p:nvSpPr>
            <p:cNvPr id="51" name="Oval 50"/>
            <p:cNvSpPr/>
            <p:nvPr/>
          </p:nvSpPr>
          <p:spPr bwMode="ltGray">
            <a:xfrm>
              <a:off x="1564105" y="2334127"/>
              <a:ext cx="2077187" cy="2077187"/>
            </a:xfrm>
            <a:prstGeom prst="ellipse">
              <a:avLst/>
            </a:prstGeom>
            <a:noFill/>
            <a:ln w="571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sp>
          <p:nvSpPr>
            <p:cNvPr id="52" name="Oval 51"/>
            <p:cNvSpPr/>
            <p:nvPr/>
          </p:nvSpPr>
          <p:spPr bwMode="ltGray">
            <a:xfrm>
              <a:off x="1554590" y="3095452"/>
              <a:ext cx="71549" cy="70855"/>
            </a:xfrm>
            <a:prstGeom prst="ellipse">
              <a:avLst/>
            </a:prstGeom>
            <a:solidFill>
              <a:schemeClr val="bg2">
                <a:lumMod val="60000"/>
                <a:lumOff val="40000"/>
              </a:schemeClr>
            </a:solidFill>
            <a:ln w="317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sp>
          <p:nvSpPr>
            <p:cNvPr id="53" name="Oval 52"/>
            <p:cNvSpPr/>
            <p:nvPr/>
          </p:nvSpPr>
          <p:spPr bwMode="ltGray">
            <a:xfrm>
              <a:off x="1986413" y="2488053"/>
              <a:ext cx="71549" cy="70855"/>
            </a:xfrm>
            <a:prstGeom prst="ellipse">
              <a:avLst/>
            </a:prstGeom>
            <a:solidFill>
              <a:schemeClr val="bg2">
                <a:lumMod val="60000"/>
                <a:lumOff val="40000"/>
              </a:schemeClr>
            </a:solidFill>
            <a:ln w="317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sp>
          <p:nvSpPr>
            <p:cNvPr id="54" name="Oval 53"/>
            <p:cNvSpPr/>
            <p:nvPr/>
          </p:nvSpPr>
          <p:spPr bwMode="ltGray">
            <a:xfrm>
              <a:off x="3144264" y="2492796"/>
              <a:ext cx="71549" cy="70855"/>
            </a:xfrm>
            <a:prstGeom prst="ellipse">
              <a:avLst/>
            </a:prstGeom>
            <a:solidFill>
              <a:schemeClr val="bg2">
                <a:lumMod val="60000"/>
                <a:lumOff val="40000"/>
              </a:schemeClr>
            </a:solidFill>
            <a:ln w="317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sp>
          <p:nvSpPr>
            <p:cNvPr id="55" name="Oval 54"/>
            <p:cNvSpPr/>
            <p:nvPr/>
          </p:nvSpPr>
          <p:spPr bwMode="ltGray">
            <a:xfrm>
              <a:off x="3087316" y="4258053"/>
              <a:ext cx="71549" cy="70855"/>
            </a:xfrm>
            <a:prstGeom prst="ellipse">
              <a:avLst/>
            </a:prstGeom>
            <a:solidFill>
              <a:schemeClr val="bg2">
                <a:lumMod val="60000"/>
                <a:lumOff val="40000"/>
              </a:schemeClr>
            </a:solidFill>
            <a:ln w="317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sp>
          <p:nvSpPr>
            <p:cNvPr id="56" name="Oval 55"/>
            <p:cNvSpPr/>
            <p:nvPr/>
          </p:nvSpPr>
          <p:spPr bwMode="ltGray">
            <a:xfrm>
              <a:off x="2152493" y="4286525"/>
              <a:ext cx="71549" cy="70855"/>
            </a:xfrm>
            <a:prstGeom prst="ellipse">
              <a:avLst/>
            </a:prstGeom>
            <a:solidFill>
              <a:schemeClr val="bg2">
                <a:lumMod val="60000"/>
                <a:lumOff val="40000"/>
              </a:schemeClr>
            </a:solidFill>
            <a:ln w="317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sp>
          <p:nvSpPr>
            <p:cNvPr id="57" name="Oval 56"/>
            <p:cNvSpPr/>
            <p:nvPr/>
          </p:nvSpPr>
          <p:spPr bwMode="ltGray">
            <a:xfrm>
              <a:off x="1658979" y="3868934"/>
              <a:ext cx="71549" cy="70855"/>
            </a:xfrm>
            <a:prstGeom prst="ellipse">
              <a:avLst/>
            </a:prstGeom>
            <a:solidFill>
              <a:schemeClr val="bg2">
                <a:lumMod val="60000"/>
                <a:lumOff val="40000"/>
              </a:schemeClr>
            </a:solidFill>
            <a:ln w="317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sp>
          <p:nvSpPr>
            <p:cNvPr id="58" name="Oval 57"/>
            <p:cNvSpPr/>
            <p:nvPr/>
          </p:nvSpPr>
          <p:spPr bwMode="ltGray">
            <a:xfrm>
              <a:off x="3576086" y="3095452"/>
              <a:ext cx="71549" cy="70855"/>
            </a:xfrm>
            <a:prstGeom prst="ellipse">
              <a:avLst/>
            </a:prstGeom>
            <a:solidFill>
              <a:schemeClr val="bg2">
                <a:lumMod val="60000"/>
                <a:lumOff val="40000"/>
              </a:schemeClr>
            </a:solidFill>
            <a:ln w="317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sp>
          <p:nvSpPr>
            <p:cNvPr id="59" name="Oval 58"/>
            <p:cNvSpPr/>
            <p:nvPr/>
          </p:nvSpPr>
          <p:spPr bwMode="ltGray">
            <a:xfrm>
              <a:off x="3495413" y="3868935"/>
              <a:ext cx="71549" cy="70855"/>
            </a:xfrm>
            <a:prstGeom prst="ellipse">
              <a:avLst/>
            </a:prstGeom>
            <a:solidFill>
              <a:schemeClr val="bg2">
                <a:lumMod val="60000"/>
                <a:lumOff val="40000"/>
              </a:schemeClr>
            </a:solidFill>
            <a:ln w="31750">
              <a:solidFill>
                <a:srgbClr val="5CA9F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a:solidFill>
                  <a:prstClr val="white"/>
                </a:solidFill>
              </a:endParaRPr>
            </a:p>
          </p:txBody>
        </p:sp>
      </p:grpSp>
      <p:grpSp>
        <p:nvGrpSpPr>
          <p:cNvPr id="60" name="Group 59"/>
          <p:cNvGrpSpPr>
            <a:grpSpLocks noChangeAspect="1"/>
          </p:cNvGrpSpPr>
          <p:nvPr/>
        </p:nvGrpSpPr>
        <p:grpSpPr>
          <a:xfrm>
            <a:off x="1791254" y="4445151"/>
            <a:ext cx="510491" cy="359098"/>
            <a:chOff x="526271" y="7728271"/>
            <a:chExt cx="294568" cy="207213"/>
          </a:xfrm>
          <a:solidFill>
            <a:srgbClr val="0078EF"/>
          </a:solidFill>
        </p:grpSpPr>
        <p:sp>
          <p:nvSpPr>
            <p:cNvPr id="61" name="Freeform 256"/>
            <p:cNvSpPr>
              <a:spLocks noChangeArrowheads="1"/>
            </p:cNvSpPr>
            <p:nvPr/>
          </p:nvSpPr>
          <p:spPr bwMode="auto">
            <a:xfrm>
              <a:off x="526271" y="7728271"/>
              <a:ext cx="294568" cy="207213"/>
            </a:xfrm>
            <a:custGeom>
              <a:avLst/>
              <a:gdLst>
                <a:gd name="T0" fmla="*/ 629 w 640"/>
                <a:gd name="T1" fmla="*/ 362 h 449"/>
                <a:gd name="T2" fmla="*/ 629 w 640"/>
                <a:gd name="T3" fmla="*/ 362 h 449"/>
                <a:gd name="T4" fmla="*/ 596 w 640"/>
                <a:gd name="T5" fmla="*/ 362 h 449"/>
                <a:gd name="T6" fmla="*/ 596 w 640"/>
                <a:gd name="T7" fmla="*/ 46 h 449"/>
                <a:gd name="T8" fmla="*/ 548 w 640"/>
                <a:gd name="T9" fmla="*/ 0 h 449"/>
                <a:gd name="T10" fmla="*/ 87 w 640"/>
                <a:gd name="T11" fmla="*/ 0 h 449"/>
                <a:gd name="T12" fmla="*/ 42 w 640"/>
                <a:gd name="T13" fmla="*/ 46 h 449"/>
                <a:gd name="T14" fmla="*/ 42 w 640"/>
                <a:gd name="T15" fmla="*/ 362 h 449"/>
                <a:gd name="T16" fmla="*/ 11 w 640"/>
                <a:gd name="T17" fmla="*/ 362 h 449"/>
                <a:gd name="T18" fmla="*/ 0 w 640"/>
                <a:gd name="T19" fmla="*/ 374 h 449"/>
                <a:gd name="T20" fmla="*/ 0 w 640"/>
                <a:gd name="T21" fmla="*/ 392 h 449"/>
                <a:gd name="T22" fmla="*/ 47 w 640"/>
                <a:gd name="T23" fmla="*/ 448 h 449"/>
                <a:gd name="T24" fmla="*/ 580 w 640"/>
                <a:gd name="T25" fmla="*/ 448 h 449"/>
                <a:gd name="T26" fmla="*/ 639 w 640"/>
                <a:gd name="T27" fmla="*/ 392 h 449"/>
                <a:gd name="T28" fmla="*/ 639 w 640"/>
                <a:gd name="T29" fmla="*/ 374 h 449"/>
                <a:gd name="T30" fmla="*/ 629 w 640"/>
                <a:gd name="T31" fmla="*/ 362 h 449"/>
                <a:gd name="T32" fmla="*/ 64 w 640"/>
                <a:gd name="T33" fmla="*/ 46 h 449"/>
                <a:gd name="T34" fmla="*/ 64 w 640"/>
                <a:gd name="T35" fmla="*/ 46 h 449"/>
                <a:gd name="T36" fmla="*/ 87 w 640"/>
                <a:gd name="T37" fmla="*/ 22 h 449"/>
                <a:gd name="T38" fmla="*/ 548 w 640"/>
                <a:gd name="T39" fmla="*/ 22 h 449"/>
                <a:gd name="T40" fmla="*/ 575 w 640"/>
                <a:gd name="T41" fmla="*/ 46 h 449"/>
                <a:gd name="T42" fmla="*/ 575 w 640"/>
                <a:gd name="T43" fmla="*/ 362 h 449"/>
                <a:gd name="T44" fmla="*/ 64 w 640"/>
                <a:gd name="T45" fmla="*/ 362 h 449"/>
                <a:gd name="T46" fmla="*/ 64 w 640"/>
                <a:gd name="T47" fmla="*/ 46 h 449"/>
                <a:gd name="T48" fmla="*/ 618 w 640"/>
                <a:gd name="T49" fmla="*/ 392 h 449"/>
                <a:gd name="T50" fmla="*/ 618 w 640"/>
                <a:gd name="T51" fmla="*/ 392 h 449"/>
                <a:gd name="T52" fmla="*/ 580 w 640"/>
                <a:gd name="T53" fmla="*/ 427 h 449"/>
                <a:gd name="T54" fmla="*/ 47 w 640"/>
                <a:gd name="T55" fmla="*/ 427 h 449"/>
                <a:gd name="T56" fmla="*/ 21 w 640"/>
                <a:gd name="T57" fmla="*/ 392 h 449"/>
                <a:gd name="T58" fmla="*/ 21 w 640"/>
                <a:gd name="T59" fmla="*/ 384 h 449"/>
                <a:gd name="T60" fmla="*/ 54 w 640"/>
                <a:gd name="T61" fmla="*/ 384 h 449"/>
                <a:gd name="T62" fmla="*/ 586 w 640"/>
                <a:gd name="T63" fmla="*/ 384 h 449"/>
                <a:gd name="T64" fmla="*/ 618 w 640"/>
                <a:gd name="T65" fmla="*/ 384 h 449"/>
                <a:gd name="T66" fmla="*/ 618 w 640"/>
                <a:gd name="T67" fmla="*/ 392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640" h="449">
                  <a:moveTo>
                    <a:pt x="629" y="362"/>
                  </a:moveTo>
                  <a:lnTo>
                    <a:pt x="629" y="362"/>
                  </a:lnTo>
                  <a:cubicBezTo>
                    <a:pt x="596" y="362"/>
                    <a:pt x="596" y="362"/>
                    <a:pt x="596" y="362"/>
                  </a:cubicBezTo>
                  <a:cubicBezTo>
                    <a:pt x="596" y="46"/>
                    <a:pt x="596" y="46"/>
                    <a:pt x="596" y="46"/>
                  </a:cubicBezTo>
                  <a:cubicBezTo>
                    <a:pt x="596" y="19"/>
                    <a:pt x="577" y="0"/>
                    <a:pt x="548" y="0"/>
                  </a:cubicBezTo>
                  <a:cubicBezTo>
                    <a:pt x="87" y="0"/>
                    <a:pt x="87" y="0"/>
                    <a:pt x="87" y="0"/>
                  </a:cubicBezTo>
                  <a:cubicBezTo>
                    <a:pt x="60" y="0"/>
                    <a:pt x="42" y="19"/>
                    <a:pt x="42" y="46"/>
                  </a:cubicBezTo>
                  <a:cubicBezTo>
                    <a:pt x="42" y="362"/>
                    <a:pt x="42" y="362"/>
                    <a:pt x="42" y="362"/>
                  </a:cubicBezTo>
                  <a:cubicBezTo>
                    <a:pt x="11" y="362"/>
                    <a:pt x="11" y="362"/>
                    <a:pt x="11" y="362"/>
                  </a:cubicBezTo>
                  <a:cubicBezTo>
                    <a:pt x="5" y="362"/>
                    <a:pt x="0" y="368"/>
                    <a:pt x="0" y="374"/>
                  </a:cubicBezTo>
                  <a:cubicBezTo>
                    <a:pt x="0" y="392"/>
                    <a:pt x="0" y="392"/>
                    <a:pt x="0" y="392"/>
                  </a:cubicBezTo>
                  <a:cubicBezTo>
                    <a:pt x="0" y="419"/>
                    <a:pt x="19" y="448"/>
                    <a:pt x="47" y="448"/>
                  </a:cubicBezTo>
                  <a:cubicBezTo>
                    <a:pt x="580" y="448"/>
                    <a:pt x="580" y="448"/>
                    <a:pt x="580" y="448"/>
                  </a:cubicBezTo>
                  <a:cubicBezTo>
                    <a:pt x="609" y="448"/>
                    <a:pt x="639" y="419"/>
                    <a:pt x="639" y="392"/>
                  </a:cubicBezTo>
                  <a:cubicBezTo>
                    <a:pt x="639" y="374"/>
                    <a:pt x="639" y="374"/>
                    <a:pt x="639" y="374"/>
                  </a:cubicBezTo>
                  <a:cubicBezTo>
                    <a:pt x="639" y="368"/>
                    <a:pt x="634" y="362"/>
                    <a:pt x="629" y="362"/>
                  </a:cubicBezTo>
                  <a:close/>
                  <a:moveTo>
                    <a:pt x="64" y="46"/>
                  </a:moveTo>
                  <a:lnTo>
                    <a:pt x="64" y="46"/>
                  </a:lnTo>
                  <a:cubicBezTo>
                    <a:pt x="64" y="30"/>
                    <a:pt x="71" y="22"/>
                    <a:pt x="87" y="22"/>
                  </a:cubicBezTo>
                  <a:cubicBezTo>
                    <a:pt x="548" y="22"/>
                    <a:pt x="548" y="22"/>
                    <a:pt x="548" y="22"/>
                  </a:cubicBezTo>
                  <a:cubicBezTo>
                    <a:pt x="556" y="22"/>
                    <a:pt x="575" y="24"/>
                    <a:pt x="575" y="46"/>
                  </a:cubicBezTo>
                  <a:cubicBezTo>
                    <a:pt x="575" y="362"/>
                    <a:pt x="575" y="362"/>
                    <a:pt x="575" y="362"/>
                  </a:cubicBezTo>
                  <a:cubicBezTo>
                    <a:pt x="64" y="362"/>
                    <a:pt x="64" y="362"/>
                    <a:pt x="64" y="362"/>
                  </a:cubicBezTo>
                  <a:lnTo>
                    <a:pt x="64" y="46"/>
                  </a:lnTo>
                  <a:close/>
                  <a:moveTo>
                    <a:pt x="618" y="392"/>
                  </a:moveTo>
                  <a:lnTo>
                    <a:pt x="618" y="392"/>
                  </a:lnTo>
                  <a:cubicBezTo>
                    <a:pt x="618" y="408"/>
                    <a:pt x="597" y="427"/>
                    <a:pt x="580" y="427"/>
                  </a:cubicBezTo>
                  <a:cubicBezTo>
                    <a:pt x="47" y="427"/>
                    <a:pt x="47" y="427"/>
                    <a:pt x="47" y="427"/>
                  </a:cubicBezTo>
                  <a:cubicBezTo>
                    <a:pt x="32" y="427"/>
                    <a:pt x="21" y="409"/>
                    <a:pt x="21" y="392"/>
                  </a:cubicBezTo>
                  <a:cubicBezTo>
                    <a:pt x="21" y="384"/>
                    <a:pt x="21" y="384"/>
                    <a:pt x="21" y="384"/>
                  </a:cubicBezTo>
                  <a:cubicBezTo>
                    <a:pt x="54" y="384"/>
                    <a:pt x="54" y="384"/>
                    <a:pt x="54" y="384"/>
                  </a:cubicBezTo>
                  <a:cubicBezTo>
                    <a:pt x="586" y="384"/>
                    <a:pt x="586" y="384"/>
                    <a:pt x="586" y="384"/>
                  </a:cubicBezTo>
                  <a:cubicBezTo>
                    <a:pt x="618" y="384"/>
                    <a:pt x="618" y="384"/>
                    <a:pt x="618" y="384"/>
                  </a:cubicBezTo>
                  <a:lnTo>
                    <a:pt x="618" y="392"/>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62" name="Freeform 257"/>
            <p:cNvSpPr>
              <a:spLocks noChangeArrowheads="1"/>
            </p:cNvSpPr>
            <p:nvPr/>
          </p:nvSpPr>
          <p:spPr bwMode="auto">
            <a:xfrm>
              <a:off x="575027" y="7746554"/>
              <a:ext cx="197056" cy="138142"/>
            </a:xfrm>
            <a:custGeom>
              <a:avLst/>
              <a:gdLst>
                <a:gd name="T0" fmla="*/ 415 w 426"/>
                <a:gd name="T1" fmla="*/ 0 h 300"/>
                <a:gd name="T2" fmla="*/ 415 w 426"/>
                <a:gd name="T3" fmla="*/ 0 h 300"/>
                <a:gd name="T4" fmla="*/ 10 w 426"/>
                <a:gd name="T5" fmla="*/ 0 h 300"/>
                <a:gd name="T6" fmla="*/ 0 w 426"/>
                <a:gd name="T7" fmla="*/ 10 h 300"/>
                <a:gd name="T8" fmla="*/ 0 w 426"/>
                <a:gd name="T9" fmla="*/ 288 h 300"/>
                <a:gd name="T10" fmla="*/ 10 w 426"/>
                <a:gd name="T11" fmla="*/ 299 h 300"/>
                <a:gd name="T12" fmla="*/ 415 w 426"/>
                <a:gd name="T13" fmla="*/ 299 h 300"/>
                <a:gd name="T14" fmla="*/ 425 w 426"/>
                <a:gd name="T15" fmla="*/ 288 h 300"/>
                <a:gd name="T16" fmla="*/ 425 w 426"/>
                <a:gd name="T17" fmla="*/ 10 h 300"/>
                <a:gd name="T18" fmla="*/ 415 w 426"/>
                <a:gd name="T19" fmla="*/ 0 h 300"/>
                <a:gd name="T20" fmla="*/ 405 w 426"/>
                <a:gd name="T21" fmla="*/ 278 h 300"/>
                <a:gd name="T22" fmla="*/ 405 w 426"/>
                <a:gd name="T23" fmla="*/ 278 h 300"/>
                <a:gd name="T24" fmla="*/ 21 w 426"/>
                <a:gd name="T25" fmla="*/ 278 h 300"/>
                <a:gd name="T26" fmla="*/ 21 w 426"/>
                <a:gd name="T27" fmla="*/ 22 h 300"/>
                <a:gd name="T28" fmla="*/ 405 w 426"/>
                <a:gd name="T29" fmla="*/ 22 h 300"/>
                <a:gd name="T30" fmla="*/ 405 w 426"/>
                <a:gd name="T31" fmla="*/ 278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6" h="300">
                  <a:moveTo>
                    <a:pt x="415" y="0"/>
                  </a:moveTo>
                  <a:lnTo>
                    <a:pt x="415" y="0"/>
                  </a:lnTo>
                  <a:cubicBezTo>
                    <a:pt x="10" y="0"/>
                    <a:pt x="10" y="0"/>
                    <a:pt x="10" y="0"/>
                  </a:cubicBezTo>
                  <a:cubicBezTo>
                    <a:pt x="4" y="0"/>
                    <a:pt x="0" y="5"/>
                    <a:pt x="0" y="10"/>
                  </a:cubicBezTo>
                  <a:cubicBezTo>
                    <a:pt x="0" y="288"/>
                    <a:pt x="0" y="288"/>
                    <a:pt x="0" y="288"/>
                  </a:cubicBezTo>
                  <a:cubicBezTo>
                    <a:pt x="0" y="293"/>
                    <a:pt x="4" y="299"/>
                    <a:pt x="10" y="299"/>
                  </a:cubicBezTo>
                  <a:cubicBezTo>
                    <a:pt x="415" y="299"/>
                    <a:pt x="415" y="299"/>
                    <a:pt x="415" y="299"/>
                  </a:cubicBezTo>
                  <a:cubicBezTo>
                    <a:pt x="420" y="299"/>
                    <a:pt x="425" y="293"/>
                    <a:pt x="425" y="288"/>
                  </a:cubicBezTo>
                  <a:cubicBezTo>
                    <a:pt x="425" y="10"/>
                    <a:pt x="425" y="10"/>
                    <a:pt x="425" y="10"/>
                  </a:cubicBezTo>
                  <a:cubicBezTo>
                    <a:pt x="425" y="5"/>
                    <a:pt x="420" y="0"/>
                    <a:pt x="415" y="0"/>
                  </a:cubicBezTo>
                  <a:close/>
                  <a:moveTo>
                    <a:pt x="405" y="278"/>
                  </a:moveTo>
                  <a:lnTo>
                    <a:pt x="405" y="278"/>
                  </a:lnTo>
                  <a:cubicBezTo>
                    <a:pt x="21" y="278"/>
                    <a:pt x="21" y="278"/>
                    <a:pt x="21" y="278"/>
                  </a:cubicBezTo>
                  <a:cubicBezTo>
                    <a:pt x="21" y="22"/>
                    <a:pt x="21" y="22"/>
                    <a:pt x="21" y="22"/>
                  </a:cubicBezTo>
                  <a:cubicBezTo>
                    <a:pt x="405" y="22"/>
                    <a:pt x="405" y="22"/>
                    <a:pt x="405" y="22"/>
                  </a:cubicBezTo>
                  <a:lnTo>
                    <a:pt x="405" y="27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nvGrpSpPr>
          <p:cNvPr id="63" name="Group 62"/>
          <p:cNvGrpSpPr>
            <a:grpSpLocks noChangeAspect="1"/>
          </p:cNvGrpSpPr>
          <p:nvPr/>
        </p:nvGrpSpPr>
        <p:grpSpPr>
          <a:xfrm>
            <a:off x="3280764" y="2147898"/>
            <a:ext cx="198518" cy="312252"/>
            <a:chOff x="2328211" y="3819668"/>
            <a:chExt cx="195024" cy="306756"/>
          </a:xfrm>
          <a:solidFill>
            <a:srgbClr val="0078EF"/>
          </a:solidFill>
        </p:grpSpPr>
        <p:sp>
          <p:nvSpPr>
            <p:cNvPr id="64" name="Freeform 363"/>
            <p:cNvSpPr>
              <a:spLocks noChangeArrowheads="1"/>
            </p:cNvSpPr>
            <p:nvPr/>
          </p:nvSpPr>
          <p:spPr bwMode="auto">
            <a:xfrm>
              <a:off x="2458226" y="3842014"/>
              <a:ext cx="14220" cy="16252"/>
            </a:xfrm>
            <a:custGeom>
              <a:avLst/>
              <a:gdLst>
                <a:gd name="T0" fmla="*/ 32 w 33"/>
                <a:gd name="T1" fmla="*/ 0 h 34"/>
                <a:gd name="T2" fmla="*/ 0 w 33"/>
                <a:gd name="T3" fmla="*/ 0 h 34"/>
                <a:gd name="T4" fmla="*/ 0 w 33"/>
                <a:gd name="T5" fmla="*/ 33 h 34"/>
                <a:gd name="T6" fmla="*/ 32 w 33"/>
                <a:gd name="T7" fmla="*/ 33 h 34"/>
                <a:gd name="T8" fmla="*/ 32 w 33"/>
                <a:gd name="T9" fmla="*/ 0 h 34"/>
              </a:gdLst>
              <a:ahLst/>
              <a:cxnLst>
                <a:cxn ang="0">
                  <a:pos x="T0" y="T1"/>
                </a:cxn>
                <a:cxn ang="0">
                  <a:pos x="T2" y="T3"/>
                </a:cxn>
                <a:cxn ang="0">
                  <a:pos x="T4" y="T5"/>
                </a:cxn>
                <a:cxn ang="0">
                  <a:pos x="T6" y="T7"/>
                </a:cxn>
                <a:cxn ang="0">
                  <a:pos x="T8" y="T9"/>
                </a:cxn>
              </a:cxnLst>
              <a:rect l="0" t="0" r="r" b="b"/>
              <a:pathLst>
                <a:path w="33" h="34">
                  <a:moveTo>
                    <a:pt x="32" y="0"/>
                  </a:moveTo>
                  <a:lnTo>
                    <a:pt x="0" y="0"/>
                  </a:lnTo>
                  <a:lnTo>
                    <a:pt x="0" y="33"/>
                  </a:lnTo>
                  <a:lnTo>
                    <a:pt x="32" y="33"/>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65" name="Freeform 364"/>
            <p:cNvSpPr>
              <a:spLocks noChangeArrowheads="1"/>
            </p:cNvSpPr>
            <p:nvPr/>
          </p:nvSpPr>
          <p:spPr bwMode="auto">
            <a:xfrm>
              <a:off x="2437911" y="3842014"/>
              <a:ext cx="14220" cy="16252"/>
            </a:xfrm>
            <a:custGeom>
              <a:avLst/>
              <a:gdLst>
                <a:gd name="T0" fmla="*/ 32 w 33"/>
                <a:gd name="T1" fmla="*/ 0 h 34"/>
                <a:gd name="T2" fmla="*/ 0 w 33"/>
                <a:gd name="T3" fmla="*/ 0 h 34"/>
                <a:gd name="T4" fmla="*/ 0 w 33"/>
                <a:gd name="T5" fmla="*/ 33 h 34"/>
                <a:gd name="T6" fmla="*/ 32 w 33"/>
                <a:gd name="T7" fmla="*/ 33 h 34"/>
                <a:gd name="T8" fmla="*/ 32 w 33"/>
                <a:gd name="T9" fmla="*/ 0 h 34"/>
              </a:gdLst>
              <a:ahLst/>
              <a:cxnLst>
                <a:cxn ang="0">
                  <a:pos x="T0" y="T1"/>
                </a:cxn>
                <a:cxn ang="0">
                  <a:pos x="T2" y="T3"/>
                </a:cxn>
                <a:cxn ang="0">
                  <a:pos x="T4" y="T5"/>
                </a:cxn>
                <a:cxn ang="0">
                  <a:pos x="T6" y="T7"/>
                </a:cxn>
                <a:cxn ang="0">
                  <a:pos x="T8" y="T9"/>
                </a:cxn>
              </a:cxnLst>
              <a:rect l="0" t="0" r="r" b="b"/>
              <a:pathLst>
                <a:path w="33" h="34">
                  <a:moveTo>
                    <a:pt x="32" y="0"/>
                  </a:moveTo>
                  <a:lnTo>
                    <a:pt x="0" y="0"/>
                  </a:lnTo>
                  <a:lnTo>
                    <a:pt x="0" y="33"/>
                  </a:lnTo>
                  <a:lnTo>
                    <a:pt x="32" y="33"/>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66" name="Freeform 365"/>
            <p:cNvSpPr>
              <a:spLocks noChangeArrowheads="1"/>
            </p:cNvSpPr>
            <p:nvPr/>
          </p:nvSpPr>
          <p:spPr bwMode="auto">
            <a:xfrm>
              <a:off x="2478541" y="3864361"/>
              <a:ext cx="14220" cy="14220"/>
            </a:xfrm>
            <a:custGeom>
              <a:avLst/>
              <a:gdLst>
                <a:gd name="T0" fmla="*/ 32 w 33"/>
                <a:gd name="T1" fmla="*/ 0 h 32"/>
                <a:gd name="T2" fmla="*/ 0 w 33"/>
                <a:gd name="T3" fmla="*/ 0 h 32"/>
                <a:gd name="T4" fmla="*/ 0 w 33"/>
                <a:gd name="T5" fmla="*/ 31 h 32"/>
                <a:gd name="T6" fmla="*/ 32 w 33"/>
                <a:gd name="T7" fmla="*/ 31 h 32"/>
                <a:gd name="T8" fmla="*/ 32 w 33"/>
                <a:gd name="T9" fmla="*/ 0 h 32"/>
              </a:gdLst>
              <a:ahLst/>
              <a:cxnLst>
                <a:cxn ang="0">
                  <a:pos x="T0" y="T1"/>
                </a:cxn>
                <a:cxn ang="0">
                  <a:pos x="T2" y="T3"/>
                </a:cxn>
                <a:cxn ang="0">
                  <a:pos x="T4" y="T5"/>
                </a:cxn>
                <a:cxn ang="0">
                  <a:pos x="T6" y="T7"/>
                </a:cxn>
                <a:cxn ang="0">
                  <a:pos x="T8" y="T9"/>
                </a:cxn>
              </a:cxnLst>
              <a:rect l="0" t="0" r="r" b="b"/>
              <a:pathLst>
                <a:path w="33" h="32">
                  <a:moveTo>
                    <a:pt x="32" y="0"/>
                  </a:moveTo>
                  <a:lnTo>
                    <a:pt x="0" y="0"/>
                  </a:lnTo>
                  <a:lnTo>
                    <a:pt x="0" y="31"/>
                  </a:lnTo>
                  <a:lnTo>
                    <a:pt x="32" y="31"/>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67" name="Freeform 366"/>
            <p:cNvSpPr>
              <a:spLocks noChangeArrowheads="1"/>
            </p:cNvSpPr>
            <p:nvPr/>
          </p:nvSpPr>
          <p:spPr bwMode="auto">
            <a:xfrm>
              <a:off x="2458226" y="3864361"/>
              <a:ext cx="14220" cy="14220"/>
            </a:xfrm>
            <a:custGeom>
              <a:avLst/>
              <a:gdLst>
                <a:gd name="T0" fmla="*/ 32 w 33"/>
                <a:gd name="T1" fmla="*/ 0 h 32"/>
                <a:gd name="T2" fmla="*/ 0 w 33"/>
                <a:gd name="T3" fmla="*/ 0 h 32"/>
                <a:gd name="T4" fmla="*/ 0 w 33"/>
                <a:gd name="T5" fmla="*/ 31 h 32"/>
                <a:gd name="T6" fmla="*/ 32 w 33"/>
                <a:gd name="T7" fmla="*/ 31 h 32"/>
                <a:gd name="T8" fmla="*/ 32 w 33"/>
                <a:gd name="T9" fmla="*/ 0 h 32"/>
              </a:gdLst>
              <a:ahLst/>
              <a:cxnLst>
                <a:cxn ang="0">
                  <a:pos x="T0" y="T1"/>
                </a:cxn>
                <a:cxn ang="0">
                  <a:pos x="T2" y="T3"/>
                </a:cxn>
                <a:cxn ang="0">
                  <a:pos x="T4" y="T5"/>
                </a:cxn>
                <a:cxn ang="0">
                  <a:pos x="T6" y="T7"/>
                </a:cxn>
                <a:cxn ang="0">
                  <a:pos x="T8" y="T9"/>
                </a:cxn>
              </a:cxnLst>
              <a:rect l="0" t="0" r="r" b="b"/>
              <a:pathLst>
                <a:path w="33" h="32">
                  <a:moveTo>
                    <a:pt x="32" y="0"/>
                  </a:moveTo>
                  <a:lnTo>
                    <a:pt x="0" y="0"/>
                  </a:lnTo>
                  <a:lnTo>
                    <a:pt x="0" y="31"/>
                  </a:lnTo>
                  <a:lnTo>
                    <a:pt x="32" y="31"/>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68" name="Freeform 367"/>
            <p:cNvSpPr>
              <a:spLocks noChangeArrowheads="1"/>
            </p:cNvSpPr>
            <p:nvPr/>
          </p:nvSpPr>
          <p:spPr bwMode="auto">
            <a:xfrm>
              <a:off x="2458226" y="3939526"/>
              <a:ext cx="14220" cy="16252"/>
            </a:xfrm>
            <a:custGeom>
              <a:avLst/>
              <a:gdLst>
                <a:gd name="T0" fmla="*/ 32 w 33"/>
                <a:gd name="T1" fmla="*/ 0 h 34"/>
                <a:gd name="T2" fmla="*/ 0 w 33"/>
                <a:gd name="T3" fmla="*/ 0 h 34"/>
                <a:gd name="T4" fmla="*/ 0 w 33"/>
                <a:gd name="T5" fmla="*/ 33 h 34"/>
                <a:gd name="T6" fmla="*/ 32 w 33"/>
                <a:gd name="T7" fmla="*/ 33 h 34"/>
                <a:gd name="T8" fmla="*/ 32 w 33"/>
                <a:gd name="T9" fmla="*/ 0 h 34"/>
              </a:gdLst>
              <a:ahLst/>
              <a:cxnLst>
                <a:cxn ang="0">
                  <a:pos x="T0" y="T1"/>
                </a:cxn>
                <a:cxn ang="0">
                  <a:pos x="T2" y="T3"/>
                </a:cxn>
                <a:cxn ang="0">
                  <a:pos x="T4" y="T5"/>
                </a:cxn>
                <a:cxn ang="0">
                  <a:pos x="T6" y="T7"/>
                </a:cxn>
                <a:cxn ang="0">
                  <a:pos x="T8" y="T9"/>
                </a:cxn>
              </a:cxnLst>
              <a:rect l="0" t="0" r="r" b="b"/>
              <a:pathLst>
                <a:path w="33" h="34">
                  <a:moveTo>
                    <a:pt x="32" y="0"/>
                  </a:moveTo>
                  <a:lnTo>
                    <a:pt x="0" y="0"/>
                  </a:lnTo>
                  <a:lnTo>
                    <a:pt x="0" y="33"/>
                  </a:lnTo>
                  <a:lnTo>
                    <a:pt x="32" y="33"/>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69" name="Freeform 368"/>
            <p:cNvSpPr>
              <a:spLocks noChangeArrowheads="1"/>
            </p:cNvSpPr>
            <p:nvPr/>
          </p:nvSpPr>
          <p:spPr bwMode="auto">
            <a:xfrm>
              <a:off x="2437911" y="3939526"/>
              <a:ext cx="14220" cy="16252"/>
            </a:xfrm>
            <a:custGeom>
              <a:avLst/>
              <a:gdLst>
                <a:gd name="T0" fmla="*/ 32 w 33"/>
                <a:gd name="T1" fmla="*/ 0 h 34"/>
                <a:gd name="T2" fmla="*/ 0 w 33"/>
                <a:gd name="T3" fmla="*/ 0 h 34"/>
                <a:gd name="T4" fmla="*/ 0 w 33"/>
                <a:gd name="T5" fmla="*/ 33 h 34"/>
                <a:gd name="T6" fmla="*/ 32 w 33"/>
                <a:gd name="T7" fmla="*/ 33 h 34"/>
                <a:gd name="T8" fmla="*/ 32 w 33"/>
                <a:gd name="T9" fmla="*/ 0 h 34"/>
              </a:gdLst>
              <a:ahLst/>
              <a:cxnLst>
                <a:cxn ang="0">
                  <a:pos x="T0" y="T1"/>
                </a:cxn>
                <a:cxn ang="0">
                  <a:pos x="T2" y="T3"/>
                </a:cxn>
                <a:cxn ang="0">
                  <a:pos x="T4" y="T5"/>
                </a:cxn>
                <a:cxn ang="0">
                  <a:pos x="T6" y="T7"/>
                </a:cxn>
                <a:cxn ang="0">
                  <a:pos x="T8" y="T9"/>
                </a:cxn>
              </a:cxnLst>
              <a:rect l="0" t="0" r="r" b="b"/>
              <a:pathLst>
                <a:path w="33" h="34">
                  <a:moveTo>
                    <a:pt x="32" y="0"/>
                  </a:moveTo>
                  <a:lnTo>
                    <a:pt x="0" y="0"/>
                  </a:lnTo>
                  <a:lnTo>
                    <a:pt x="0" y="33"/>
                  </a:lnTo>
                  <a:lnTo>
                    <a:pt x="32" y="33"/>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0" name="Freeform 369"/>
            <p:cNvSpPr>
              <a:spLocks noChangeArrowheads="1"/>
            </p:cNvSpPr>
            <p:nvPr/>
          </p:nvSpPr>
          <p:spPr bwMode="auto">
            <a:xfrm>
              <a:off x="2478541" y="3961873"/>
              <a:ext cx="14220" cy="16252"/>
            </a:xfrm>
            <a:custGeom>
              <a:avLst/>
              <a:gdLst>
                <a:gd name="T0" fmla="*/ 32 w 33"/>
                <a:gd name="T1" fmla="*/ 0 h 35"/>
                <a:gd name="T2" fmla="*/ 0 w 33"/>
                <a:gd name="T3" fmla="*/ 0 h 35"/>
                <a:gd name="T4" fmla="*/ 0 w 33"/>
                <a:gd name="T5" fmla="*/ 34 h 35"/>
                <a:gd name="T6" fmla="*/ 32 w 33"/>
                <a:gd name="T7" fmla="*/ 34 h 35"/>
                <a:gd name="T8" fmla="*/ 32 w 33"/>
                <a:gd name="T9" fmla="*/ 0 h 35"/>
              </a:gdLst>
              <a:ahLst/>
              <a:cxnLst>
                <a:cxn ang="0">
                  <a:pos x="T0" y="T1"/>
                </a:cxn>
                <a:cxn ang="0">
                  <a:pos x="T2" y="T3"/>
                </a:cxn>
                <a:cxn ang="0">
                  <a:pos x="T4" y="T5"/>
                </a:cxn>
                <a:cxn ang="0">
                  <a:pos x="T6" y="T7"/>
                </a:cxn>
                <a:cxn ang="0">
                  <a:pos x="T8" y="T9"/>
                </a:cxn>
              </a:cxnLst>
              <a:rect l="0" t="0" r="r" b="b"/>
              <a:pathLst>
                <a:path w="33" h="35">
                  <a:moveTo>
                    <a:pt x="32" y="0"/>
                  </a:moveTo>
                  <a:lnTo>
                    <a:pt x="0" y="0"/>
                  </a:lnTo>
                  <a:lnTo>
                    <a:pt x="0" y="34"/>
                  </a:lnTo>
                  <a:lnTo>
                    <a:pt x="32" y="34"/>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1" name="Freeform 370"/>
            <p:cNvSpPr>
              <a:spLocks noChangeArrowheads="1"/>
            </p:cNvSpPr>
            <p:nvPr/>
          </p:nvSpPr>
          <p:spPr bwMode="auto">
            <a:xfrm>
              <a:off x="2458226" y="3961873"/>
              <a:ext cx="14220" cy="16252"/>
            </a:xfrm>
            <a:custGeom>
              <a:avLst/>
              <a:gdLst>
                <a:gd name="T0" fmla="*/ 32 w 33"/>
                <a:gd name="T1" fmla="*/ 0 h 35"/>
                <a:gd name="T2" fmla="*/ 0 w 33"/>
                <a:gd name="T3" fmla="*/ 0 h 35"/>
                <a:gd name="T4" fmla="*/ 0 w 33"/>
                <a:gd name="T5" fmla="*/ 34 h 35"/>
                <a:gd name="T6" fmla="*/ 32 w 33"/>
                <a:gd name="T7" fmla="*/ 34 h 35"/>
                <a:gd name="T8" fmla="*/ 32 w 33"/>
                <a:gd name="T9" fmla="*/ 0 h 35"/>
              </a:gdLst>
              <a:ahLst/>
              <a:cxnLst>
                <a:cxn ang="0">
                  <a:pos x="T0" y="T1"/>
                </a:cxn>
                <a:cxn ang="0">
                  <a:pos x="T2" y="T3"/>
                </a:cxn>
                <a:cxn ang="0">
                  <a:pos x="T4" y="T5"/>
                </a:cxn>
                <a:cxn ang="0">
                  <a:pos x="T6" y="T7"/>
                </a:cxn>
                <a:cxn ang="0">
                  <a:pos x="T8" y="T9"/>
                </a:cxn>
              </a:cxnLst>
              <a:rect l="0" t="0" r="r" b="b"/>
              <a:pathLst>
                <a:path w="33" h="35">
                  <a:moveTo>
                    <a:pt x="32" y="0"/>
                  </a:moveTo>
                  <a:lnTo>
                    <a:pt x="0" y="0"/>
                  </a:lnTo>
                  <a:lnTo>
                    <a:pt x="0" y="34"/>
                  </a:lnTo>
                  <a:lnTo>
                    <a:pt x="32" y="34"/>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2" name="Freeform 371"/>
            <p:cNvSpPr>
              <a:spLocks noChangeArrowheads="1"/>
            </p:cNvSpPr>
            <p:nvPr/>
          </p:nvSpPr>
          <p:spPr bwMode="auto">
            <a:xfrm>
              <a:off x="2354619" y="3945621"/>
              <a:ext cx="48756" cy="46724"/>
            </a:xfrm>
            <a:custGeom>
              <a:avLst/>
              <a:gdLst>
                <a:gd name="T0" fmla="*/ 61 w 104"/>
                <a:gd name="T1" fmla="*/ 102 h 103"/>
                <a:gd name="T2" fmla="*/ 103 w 104"/>
                <a:gd name="T3" fmla="*/ 0 h 103"/>
                <a:gd name="T4" fmla="*/ 79 w 104"/>
                <a:gd name="T5" fmla="*/ 0 h 103"/>
                <a:gd name="T6" fmla="*/ 51 w 104"/>
                <a:gd name="T7" fmla="*/ 72 h 103"/>
                <a:gd name="T8" fmla="*/ 25 w 104"/>
                <a:gd name="T9" fmla="*/ 0 h 103"/>
                <a:gd name="T10" fmla="*/ 0 w 104"/>
                <a:gd name="T11" fmla="*/ 0 h 103"/>
                <a:gd name="T12" fmla="*/ 41 w 104"/>
                <a:gd name="T13" fmla="*/ 102 h 103"/>
                <a:gd name="T14" fmla="*/ 61 w 104"/>
                <a:gd name="T15" fmla="*/ 102 h 10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4" h="103">
                  <a:moveTo>
                    <a:pt x="61" y="102"/>
                  </a:moveTo>
                  <a:lnTo>
                    <a:pt x="103" y="0"/>
                  </a:lnTo>
                  <a:lnTo>
                    <a:pt x="79" y="0"/>
                  </a:lnTo>
                  <a:lnTo>
                    <a:pt x="51" y="72"/>
                  </a:lnTo>
                  <a:lnTo>
                    <a:pt x="25" y="0"/>
                  </a:lnTo>
                  <a:lnTo>
                    <a:pt x="0" y="0"/>
                  </a:lnTo>
                  <a:lnTo>
                    <a:pt x="41" y="102"/>
                  </a:lnTo>
                  <a:lnTo>
                    <a:pt x="61" y="102"/>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3" name="Freeform 372"/>
            <p:cNvSpPr>
              <a:spLocks noChangeArrowheads="1"/>
            </p:cNvSpPr>
            <p:nvPr/>
          </p:nvSpPr>
          <p:spPr bwMode="auto">
            <a:xfrm>
              <a:off x="2360714" y="3846077"/>
              <a:ext cx="38598" cy="48756"/>
            </a:xfrm>
            <a:custGeom>
              <a:avLst/>
              <a:gdLst>
                <a:gd name="T0" fmla="*/ 23 w 82"/>
                <a:gd name="T1" fmla="*/ 73 h 104"/>
                <a:gd name="T2" fmla="*/ 23 w 82"/>
                <a:gd name="T3" fmla="*/ 73 h 104"/>
                <a:gd name="T4" fmla="*/ 39 w 82"/>
                <a:gd name="T5" fmla="*/ 73 h 104"/>
                <a:gd name="T6" fmla="*/ 81 w 82"/>
                <a:gd name="T7" fmla="*/ 37 h 104"/>
                <a:gd name="T8" fmla="*/ 81 w 82"/>
                <a:gd name="T9" fmla="*/ 37 h 104"/>
                <a:gd name="T10" fmla="*/ 42 w 82"/>
                <a:gd name="T11" fmla="*/ 0 h 104"/>
                <a:gd name="T12" fmla="*/ 0 w 82"/>
                <a:gd name="T13" fmla="*/ 0 h 104"/>
                <a:gd name="T14" fmla="*/ 0 w 82"/>
                <a:gd name="T15" fmla="*/ 103 h 104"/>
                <a:gd name="T16" fmla="*/ 23 w 82"/>
                <a:gd name="T17" fmla="*/ 103 h 104"/>
                <a:gd name="T18" fmla="*/ 23 w 82"/>
                <a:gd name="T19" fmla="*/ 73 h 104"/>
                <a:gd name="T20" fmla="*/ 23 w 82"/>
                <a:gd name="T21" fmla="*/ 21 h 104"/>
                <a:gd name="T22" fmla="*/ 23 w 82"/>
                <a:gd name="T23" fmla="*/ 21 h 104"/>
                <a:gd name="T24" fmla="*/ 39 w 82"/>
                <a:gd name="T25" fmla="*/ 21 h 104"/>
                <a:gd name="T26" fmla="*/ 58 w 82"/>
                <a:gd name="T27" fmla="*/ 37 h 104"/>
                <a:gd name="T28" fmla="*/ 58 w 82"/>
                <a:gd name="T29" fmla="*/ 38 h 104"/>
                <a:gd name="T30" fmla="*/ 41 w 82"/>
                <a:gd name="T31" fmla="*/ 53 h 104"/>
                <a:gd name="T32" fmla="*/ 23 w 82"/>
                <a:gd name="T33" fmla="*/ 53 h 104"/>
                <a:gd name="T34" fmla="*/ 23 w 82"/>
                <a:gd name="T35" fmla="*/ 21 h 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2" h="104">
                  <a:moveTo>
                    <a:pt x="23" y="73"/>
                  </a:moveTo>
                  <a:lnTo>
                    <a:pt x="23" y="73"/>
                  </a:lnTo>
                  <a:cubicBezTo>
                    <a:pt x="39" y="73"/>
                    <a:pt x="39" y="73"/>
                    <a:pt x="39" y="73"/>
                  </a:cubicBezTo>
                  <a:cubicBezTo>
                    <a:pt x="62" y="73"/>
                    <a:pt x="81" y="60"/>
                    <a:pt x="81" y="37"/>
                  </a:cubicBezTo>
                  <a:lnTo>
                    <a:pt x="81" y="37"/>
                  </a:lnTo>
                  <a:cubicBezTo>
                    <a:pt x="81" y="16"/>
                    <a:pt x="66" y="0"/>
                    <a:pt x="42" y="0"/>
                  </a:cubicBezTo>
                  <a:cubicBezTo>
                    <a:pt x="0" y="0"/>
                    <a:pt x="0" y="0"/>
                    <a:pt x="0" y="0"/>
                  </a:cubicBezTo>
                  <a:cubicBezTo>
                    <a:pt x="0" y="103"/>
                    <a:pt x="0" y="103"/>
                    <a:pt x="0" y="103"/>
                  </a:cubicBezTo>
                  <a:cubicBezTo>
                    <a:pt x="23" y="103"/>
                    <a:pt x="23" y="103"/>
                    <a:pt x="23" y="103"/>
                  </a:cubicBezTo>
                  <a:lnTo>
                    <a:pt x="23" y="73"/>
                  </a:lnTo>
                  <a:close/>
                  <a:moveTo>
                    <a:pt x="23" y="21"/>
                  </a:moveTo>
                  <a:lnTo>
                    <a:pt x="23" y="21"/>
                  </a:lnTo>
                  <a:cubicBezTo>
                    <a:pt x="39" y="21"/>
                    <a:pt x="39" y="21"/>
                    <a:pt x="39" y="21"/>
                  </a:cubicBezTo>
                  <a:cubicBezTo>
                    <a:pt x="51" y="21"/>
                    <a:pt x="58" y="28"/>
                    <a:pt x="58" y="37"/>
                  </a:cubicBezTo>
                  <a:cubicBezTo>
                    <a:pt x="58" y="38"/>
                    <a:pt x="58" y="38"/>
                    <a:pt x="58" y="38"/>
                  </a:cubicBezTo>
                  <a:cubicBezTo>
                    <a:pt x="58" y="46"/>
                    <a:pt x="52" y="53"/>
                    <a:pt x="41" y="53"/>
                  </a:cubicBezTo>
                  <a:cubicBezTo>
                    <a:pt x="23" y="53"/>
                    <a:pt x="23" y="53"/>
                    <a:pt x="23" y="53"/>
                  </a:cubicBezTo>
                  <a:lnTo>
                    <a:pt x="23" y="21"/>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4" name="Freeform 373"/>
            <p:cNvSpPr>
              <a:spLocks noChangeArrowheads="1"/>
            </p:cNvSpPr>
            <p:nvPr/>
          </p:nvSpPr>
          <p:spPr bwMode="auto">
            <a:xfrm>
              <a:off x="2360714" y="4043133"/>
              <a:ext cx="38598" cy="46724"/>
            </a:xfrm>
            <a:custGeom>
              <a:avLst/>
              <a:gdLst>
                <a:gd name="T0" fmla="*/ 23 w 82"/>
                <a:gd name="T1" fmla="*/ 71 h 103"/>
                <a:gd name="T2" fmla="*/ 23 w 82"/>
                <a:gd name="T3" fmla="*/ 71 h 103"/>
                <a:gd name="T4" fmla="*/ 39 w 82"/>
                <a:gd name="T5" fmla="*/ 71 h 103"/>
                <a:gd name="T6" fmla="*/ 81 w 82"/>
                <a:gd name="T7" fmla="*/ 37 h 103"/>
                <a:gd name="T8" fmla="*/ 81 w 82"/>
                <a:gd name="T9" fmla="*/ 36 h 103"/>
                <a:gd name="T10" fmla="*/ 42 w 82"/>
                <a:gd name="T11" fmla="*/ 0 h 103"/>
                <a:gd name="T12" fmla="*/ 0 w 82"/>
                <a:gd name="T13" fmla="*/ 0 h 103"/>
                <a:gd name="T14" fmla="*/ 0 w 82"/>
                <a:gd name="T15" fmla="*/ 102 h 103"/>
                <a:gd name="T16" fmla="*/ 23 w 82"/>
                <a:gd name="T17" fmla="*/ 102 h 103"/>
                <a:gd name="T18" fmla="*/ 23 w 82"/>
                <a:gd name="T19" fmla="*/ 71 h 103"/>
                <a:gd name="T20" fmla="*/ 23 w 82"/>
                <a:gd name="T21" fmla="*/ 20 h 103"/>
                <a:gd name="T22" fmla="*/ 23 w 82"/>
                <a:gd name="T23" fmla="*/ 20 h 103"/>
                <a:gd name="T24" fmla="*/ 39 w 82"/>
                <a:gd name="T25" fmla="*/ 20 h 103"/>
                <a:gd name="T26" fmla="*/ 58 w 82"/>
                <a:gd name="T27" fmla="*/ 37 h 103"/>
                <a:gd name="T28" fmla="*/ 58 w 82"/>
                <a:gd name="T29" fmla="*/ 37 h 103"/>
                <a:gd name="T30" fmla="*/ 41 w 82"/>
                <a:gd name="T31" fmla="*/ 51 h 103"/>
                <a:gd name="T32" fmla="*/ 23 w 82"/>
                <a:gd name="T33" fmla="*/ 51 h 103"/>
                <a:gd name="T34" fmla="*/ 23 w 82"/>
                <a:gd name="T35" fmla="*/ 20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2" h="103">
                  <a:moveTo>
                    <a:pt x="23" y="71"/>
                  </a:moveTo>
                  <a:lnTo>
                    <a:pt x="23" y="71"/>
                  </a:lnTo>
                  <a:cubicBezTo>
                    <a:pt x="39" y="71"/>
                    <a:pt x="39" y="71"/>
                    <a:pt x="39" y="71"/>
                  </a:cubicBezTo>
                  <a:cubicBezTo>
                    <a:pt x="62" y="71"/>
                    <a:pt x="81" y="60"/>
                    <a:pt x="81" y="37"/>
                  </a:cubicBezTo>
                  <a:cubicBezTo>
                    <a:pt x="81" y="36"/>
                    <a:pt x="81" y="36"/>
                    <a:pt x="81" y="36"/>
                  </a:cubicBezTo>
                  <a:cubicBezTo>
                    <a:pt x="81" y="15"/>
                    <a:pt x="66" y="0"/>
                    <a:pt x="42" y="0"/>
                  </a:cubicBezTo>
                  <a:cubicBezTo>
                    <a:pt x="0" y="0"/>
                    <a:pt x="0" y="0"/>
                    <a:pt x="0" y="0"/>
                  </a:cubicBezTo>
                  <a:cubicBezTo>
                    <a:pt x="0" y="102"/>
                    <a:pt x="0" y="102"/>
                    <a:pt x="0" y="102"/>
                  </a:cubicBezTo>
                  <a:cubicBezTo>
                    <a:pt x="23" y="102"/>
                    <a:pt x="23" y="102"/>
                    <a:pt x="23" y="102"/>
                  </a:cubicBezTo>
                  <a:lnTo>
                    <a:pt x="23" y="71"/>
                  </a:lnTo>
                  <a:close/>
                  <a:moveTo>
                    <a:pt x="23" y="20"/>
                  </a:moveTo>
                  <a:lnTo>
                    <a:pt x="23" y="20"/>
                  </a:lnTo>
                  <a:cubicBezTo>
                    <a:pt x="39" y="20"/>
                    <a:pt x="39" y="20"/>
                    <a:pt x="39" y="20"/>
                  </a:cubicBezTo>
                  <a:cubicBezTo>
                    <a:pt x="51" y="20"/>
                    <a:pt x="58" y="26"/>
                    <a:pt x="58" y="37"/>
                  </a:cubicBezTo>
                  <a:lnTo>
                    <a:pt x="58" y="37"/>
                  </a:lnTo>
                  <a:cubicBezTo>
                    <a:pt x="58" y="45"/>
                    <a:pt x="52" y="51"/>
                    <a:pt x="41" y="51"/>
                  </a:cubicBezTo>
                  <a:cubicBezTo>
                    <a:pt x="23" y="51"/>
                    <a:pt x="23" y="51"/>
                    <a:pt x="23" y="51"/>
                  </a:cubicBezTo>
                  <a:lnTo>
                    <a:pt x="23" y="2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5" name="Freeform 374"/>
            <p:cNvSpPr>
              <a:spLocks noChangeArrowheads="1"/>
            </p:cNvSpPr>
            <p:nvPr/>
          </p:nvSpPr>
          <p:spPr bwMode="auto">
            <a:xfrm>
              <a:off x="2458226" y="4039070"/>
              <a:ext cx="14220" cy="16252"/>
            </a:xfrm>
            <a:custGeom>
              <a:avLst/>
              <a:gdLst>
                <a:gd name="T0" fmla="*/ 32 w 33"/>
                <a:gd name="T1" fmla="*/ 0 h 34"/>
                <a:gd name="T2" fmla="*/ 0 w 33"/>
                <a:gd name="T3" fmla="*/ 0 h 34"/>
                <a:gd name="T4" fmla="*/ 0 w 33"/>
                <a:gd name="T5" fmla="*/ 33 h 34"/>
                <a:gd name="T6" fmla="*/ 32 w 33"/>
                <a:gd name="T7" fmla="*/ 33 h 34"/>
                <a:gd name="T8" fmla="*/ 32 w 33"/>
                <a:gd name="T9" fmla="*/ 0 h 34"/>
              </a:gdLst>
              <a:ahLst/>
              <a:cxnLst>
                <a:cxn ang="0">
                  <a:pos x="T0" y="T1"/>
                </a:cxn>
                <a:cxn ang="0">
                  <a:pos x="T2" y="T3"/>
                </a:cxn>
                <a:cxn ang="0">
                  <a:pos x="T4" y="T5"/>
                </a:cxn>
                <a:cxn ang="0">
                  <a:pos x="T6" y="T7"/>
                </a:cxn>
                <a:cxn ang="0">
                  <a:pos x="T8" y="T9"/>
                </a:cxn>
              </a:cxnLst>
              <a:rect l="0" t="0" r="r" b="b"/>
              <a:pathLst>
                <a:path w="33" h="34">
                  <a:moveTo>
                    <a:pt x="32" y="0"/>
                  </a:moveTo>
                  <a:lnTo>
                    <a:pt x="0" y="0"/>
                  </a:lnTo>
                  <a:lnTo>
                    <a:pt x="0" y="33"/>
                  </a:lnTo>
                  <a:lnTo>
                    <a:pt x="32" y="33"/>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6" name="Freeform 375"/>
            <p:cNvSpPr>
              <a:spLocks noChangeArrowheads="1"/>
            </p:cNvSpPr>
            <p:nvPr/>
          </p:nvSpPr>
          <p:spPr bwMode="auto">
            <a:xfrm>
              <a:off x="2437911" y="4039070"/>
              <a:ext cx="14220" cy="16252"/>
            </a:xfrm>
            <a:custGeom>
              <a:avLst/>
              <a:gdLst>
                <a:gd name="T0" fmla="*/ 32 w 33"/>
                <a:gd name="T1" fmla="*/ 0 h 34"/>
                <a:gd name="T2" fmla="*/ 0 w 33"/>
                <a:gd name="T3" fmla="*/ 0 h 34"/>
                <a:gd name="T4" fmla="*/ 0 w 33"/>
                <a:gd name="T5" fmla="*/ 33 h 34"/>
                <a:gd name="T6" fmla="*/ 32 w 33"/>
                <a:gd name="T7" fmla="*/ 33 h 34"/>
                <a:gd name="T8" fmla="*/ 32 w 33"/>
                <a:gd name="T9" fmla="*/ 0 h 34"/>
              </a:gdLst>
              <a:ahLst/>
              <a:cxnLst>
                <a:cxn ang="0">
                  <a:pos x="T0" y="T1"/>
                </a:cxn>
                <a:cxn ang="0">
                  <a:pos x="T2" y="T3"/>
                </a:cxn>
                <a:cxn ang="0">
                  <a:pos x="T4" y="T5"/>
                </a:cxn>
                <a:cxn ang="0">
                  <a:pos x="T6" y="T7"/>
                </a:cxn>
                <a:cxn ang="0">
                  <a:pos x="T8" y="T9"/>
                </a:cxn>
              </a:cxnLst>
              <a:rect l="0" t="0" r="r" b="b"/>
              <a:pathLst>
                <a:path w="33" h="34">
                  <a:moveTo>
                    <a:pt x="32" y="0"/>
                  </a:moveTo>
                  <a:lnTo>
                    <a:pt x="0" y="0"/>
                  </a:lnTo>
                  <a:lnTo>
                    <a:pt x="0" y="33"/>
                  </a:lnTo>
                  <a:lnTo>
                    <a:pt x="32" y="33"/>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7" name="Freeform 376"/>
            <p:cNvSpPr>
              <a:spLocks noChangeArrowheads="1"/>
            </p:cNvSpPr>
            <p:nvPr/>
          </p:nvSpPr>
          <p:spPr bwMode="auto">
            <a:xfrm>
              <a:off x="2478541" y="4061416"/>
              <a:ext cx="14220" cy="14221"/>
            </a:xfrm>
            <a:custGeom>
              <a:avLst/>
              <a:gdLst>
                <a:gd name="T0" fmla="*/ 32 w 33"/>
                <a:gd name="T1" fmla="*/ 0 h 33"/>
                <a:gd name="T2" fmla="*/ 0 w 33"/>
                <a:gd name="T3" fmla="*/ 0 h 33"/>
                <a:gd name="T4" fmla="*/ 0 w 33"/>
                <a:gd name="T5" fmla="*/ 32 h 33"/>
                <a:gd name="T6" fmla="*/ 32 w 33"/>
                <a:gd name="T7" fmla="*/ 32 h 33"/>
                <a:gd name="T8" fmla="*/ 32 w 33"/>
                <a:gd name="T9" fmla="*/ 0 h 33"/>
              </a:gdLst>
              <a:ahLst/>
              <a:cxnLst>
                <a:cxn ang="0">
                  <a:pos x="T0" y="T1"/>
                </a:cxn>
                <a:cxn ang="0">
                  <a:pos x="T2" y="T3"/>
                </a:cxn>
                <a:cxn ang="0">
                  <a:pos x="T4" y="T5"/>
                </a:cxn>
                <a:cxn ang="0">
                  <a:pos x="T6" y="T7"/>
                </a:cxn>
                <a:cxn ang="0">
                  <a:pos x="T8" y="T9"/>
                </a:cxn>
              </a:cxnLst>
              <a:rect l="0" t="0" r="r" b="b"/>
              <a:pathLst>
                <a:path w="33" h="33">
                  <a:moveTo>
                    <a:pt x="32" y="0"/>
                  </a:moveTo>
                  <a:lnTo>
                    <a:pt x="0" y="0"/>
                  </a:lnTo>
                  <a:lnTo>
                    <a:pt x="0" y="32"/>
                  </a:lnTo>
                  <a:lnTo>
                    <a:pt x="32" y="32"/>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8" name="Freeform 377"/>
            <p:cNvSpPr>
              <a:spLocks noChangeArrowheads="1"/>
            </p:cNvSpPr>
            <p:nvPr/>
          </p:nvSpPr>
          <p:spPr bwMode="auto">
            <a:xfrm>
              <a:off x="2458226" y="4061416"/>
              <a:ext cx="14220" cy="14221"/>
            </a:xfrm>
            <a:custGeom>
              <a:avLst/>
              <a:gdLst>
                <a:gd name="T0" fmla="*/ 32 w 33"/>
                <a:gd name="T1" fmla="*/ 0 h 33"/>
                <a:gd name="T2" fmla="*/ 0 w 33"/>
                <a:gd name="T3" fmla="*/ 0 h 33"/>
                <a:gd name="T4" fmla="*/ 0 w 33"/>
                <a:gd name="T5" fmla="*/ 32 h 33"/>
                <a:gd name="T6" fmla="*/ 32 w 33"/>
                <a:gd name="T7" fmla="*/ 32 h 33"/>
                <a:gd name="T8" fmla="*/ 32 w 33"/>
                <a:gd name="T9" fmla="*/ 0 h 33"/>
              </a:gdLst>
              <a:ahLst/>
              <a:cxnLst>
                <a:cxn ang="0">
                  <a:pos x="T0" y="T1"/>
                </a:cxn>
                <a:cxn ang="0">
                  <a:pos x="T2" y="T3"/>
                </a:cxn>
                <a:cxn ang="0">
                  <a:pos x="T4" y="T5"/>
                </a:cxn>
                <a:cxn ang="0">
                  <a:pos x="T6" y="T7"/>
                </a:cxn>
                <a:cxn ang="0">
                  <a:pos x="T8" y="T9"/>
                </a:cxn>
              </a:cxnLst>
              <a:rect l="0" t="0" r="r" b="b"/>
              <a:pathLst>
                <a:path w="33" h="33">
                  <a:moveTo>
                    <a:pt x="32" y="0"/>
                  </a:moveTo>
                  <a:lnTo>
                    <a:pt x="0" y="0"/>
                  </a:lnTo>
                  <a:lnTo>
                    <a:pt x="0" y="32"/>
                  </a:lnTo>
                  <a:lnTo>
                    <a:pt x="32" y="32"/>
                  </a:lnTo>
                  <a:lnTo>
                    <a:pt x="32" y="0"/>
                  </a:ln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79" name="Freeform 378"/>
            <p:cNvSpPr>
              <a:spLocks noChangeArrowheads="1"/>
            </p:cNvSpPr>
            <p:nvPr/>
          </p:nvSpPr>
          <p:spPr bwMode="auto">
            <a:xfrm>
              <a:off x="2328211" y="3819668"/>
              <a:ext cx="195024" cy="306756"/>
            </a:xfrm>
            <a:custGeom>
              <a:avLst/>
              <a:gdLst>
                <a:gd name="T0" fmla="*/ 0 w 424"/>
                <a:gd name="T1" fmla="*/ 621 h 665"/>
                <a:gd name="T2" fmla="*/ 0 w 424"/>
                <a:gd name="T3" fmla="*/ 621 h 665"/>
                <a:gd name="T4" fmla="*/ 42 w 424"/>
                <a:gd name="T5" fmla="*/ 664 h 665"/>
                <a:gd name="T6" fmla="*/ 381 w 424"/>
                <a:gd name="T7" fmla="*/ 664 h 665"/>
                <a:gd name="T8" fmla="*/ 423 w 424"/>
                <a:gd name="T9" fmla="*/ 621 h 665"/>
                <a:gd name="T10" fmla="*/ 423 w 424"/>
                <a:gd name="T11" fmla="*/ 470 h 665"/>
                <a:gd name="T12" fmla="*/ 408 w 424"/>
                <a:gd name="T13" fmla="*/ 439 h 665"/>
                <a:gd name="T14" fmla="*/ 423 w 424"/>
                <a:gd name="T15" fmla="*/ 407 h 665"/>
                <a:gd name="T16" fmla="*/ 423 w 424"/>
                <a:gd name="T17" fmla="*/ 256 h 665"/>
                <a:gd name="T18" fmla="*/ 409 w 424"/>
                <a:gd name="T19" fmla="*/ 224 h 665"/>
                <a:gd name="T20" fmla="*/ 423 w 424"/>
                <a:gd name="T21" fmla="*/ 192 h 665"/>
                <a:gd name="T22" fmla="*/ 423 w 424"/>
                <a:gd name="T23" fmla="*/ 42 h 665"/>
                <a:gd name="T24" fmla="*/ 381 w 424"/>
                <a:gd name="T25" fmla="*/ 0 h 665"/>
                <a:gd name="T26" fmla="*/ 42 w 424"/>
                <a:gd name="T27" fmla="*/ 0 h 665"/>
                <a:gd name="T28" fmla="*/ 0 w 424"/>
                <a:gd name="T29" fmla="*/ 42 h 665"/>
                <a:gd name="T30" fmla="*/ 0 w 424"/>
                <a:gd name="T31" fmla="*/ 192 h 665"/>
                <a:gd name="T32" fmla="*/ 14 w 424"/>
                <a:gd name="T33" fmla="*/ 224 h 665"/>
                <a:gd name="T34" fmla="*/ 0 w 424"/>
                <a:gd name="T35" fmla="*/ 256 h 665"/>
                <a:gd name="T36" fmla="*/ 0 w 424"/>
                <a:gd name="T37" fmla="*/ 407 h 665"/>
                <a:gd name="T38" fmla="*/ 14 w 424"/>
                <a:gd name="T39" fmla="*/ 439 h 665"/>
                <a:gd name="T40" fmla="*/ 0 w 424"/>
                <a:gd name="T41" fmla="*/ 470 h 665"/>
                <a:gd name="T42" fmla="*/ 0 w 424"/>
                <a:gd name="T43" fmla="*/ 621 h 665"/>
                <a:gd name="T44" fmla="*/ 21 w 424"/>
                <a:gd name="T45" fmla="*/ 42 h 665"/>
                <a:gd name="T46" fmla="*/ 21 w 424"/>
                <a:gd name="T47" fmla="*/ 42 h 665"/>
                <a:gd name="T48" fmla="*/ 42 w 424"/>
                <a:gd name="T49" fmla="*/ 21 h 665"/>
                <a:gd name="T50" fmla="*/ 381 w 424"/>
                <a:gd name="T51" fmla="*/ 21 h 665"/>
                <a:gd name="T52" fmla="*/ 402 w 424"/>
                <a:gd name="T53" fmla="*/ 42 h 665"/>
                <a:gd name="T54" fmla="*/ 402 w 424"/>
                <a:gd name="T55" fmla="*/ 192 h 665"/>
                <a:gd name="T56" fmla="*/ 381 w 424"/>
                <a:gd name="T57" fmla="*/ 213 h 665"/>
                <a:gd name="T58" fmla="*/ 42 w 424"/>
                <a:gd name="T59" fmla="*/ 213 h 665"/>
                <a:gd name="T60" fmla="*/ 21 w 424"/>
                <a:gd name="T61" fmla="*/ 192 h 665"/>
                <a:gd name="T62" fmla="*/ 21 w 424"/>
                <a:gd name="T63" fmla="*/ 42 h 665"/>
                <a:gd name="T64" fmla="*/ 21 w 424"/>
                <a:gd name="T65" fmla="*/ 256 h 665"/>
                <a:gd name="T66" fmla="*/ 21 w 424"/>
                <a:gd name="T67" fmla="*/ 256 h 665"/>
                <a:gd name="T68" fmla="*/ 42 w 424"/>
                <a:gd name="T69" fmla="*/ 235 h 665"/>
                <a:gd name="T70" fmla="*/ 381 w 424"/>
                <a:gd name="T71" fmla="*/ 235 h 665"/>
                <a:gd name="T72" fmla="*/ 402 w 424"/>
                <a:gd name="T73" fmla="*/ 256 h 665"/>
                <a:gd name="T74" fmla="*/ 402 w 424"/>
                <a:gd name="T75" fmla="*/ 407 h 665"/>
                <a:gd name="T76" fmla="*/ 381 w 424"/>
                <a:gd name="T77" fmla="*/ 428 h 665"/>
                <a:gd name="T78" fmla="*/ 42 w 424"/>
                <a:gd name="T79" fmla="*/ 428 h 665"/>
                <a:gd name="T80" fmla="*/ 21 w 424"/>
                <a:gd name="T81" fmla="*/ 407 h 665"/>
                <a:gd name="T82" fmla="*/ 21 w 424"/>
                <a:gd name="T83" fmla="*/ 256 h 665"/>
                <a:gd name="T84" fmla="*/ 21 w 424"/>
                <a:gd name="T85" fmla="*/ 470 h 665"/>
                <a:gd name="T86" fmla="*/ 21 w 424"/>
                <a:gd name="T87" fmla="*/ 470 h 665"/>
                <a:gd name="T88" fmla="*/ 42 w 424"/>
                <a:gd name="T89" fmla="*/ 449 h 665"/>
                <a:gd name="T90" fmla="*/ 381 w 424"/>
                <a:gd name="T91" fmla="*/ 449 h 665"/>
                <a:gd name="T92" fmla="*/ 402 w 424"/>
                <a:gd name="T93" fmla="*/ 470 h 665"/>
                <a:gd name="T94" fmla="*/ 402 w 424"/>
                <a:gd name="T95" fmla="*/ 621 h 665"/>
                <a:gd name="T96" fmla="*/ 381 w 424"/>
                <a:gd name="T97" fmla="*/ 642 h 665"/>
                <a:gd name="T98" fmla="*/ 42 w 424"/>
                <a:gd name="T99" fmla="*/ 642 h 665"/>
                <a:gd name="T100" fmla="*/ 21 w 424"/>
                <a:gd name="T101" fmla="*/ 621 h 665"/>
                <a:gd name="T102" fmla="*/ 21 w 424"/>
                <a:gd name="T103" fmla="*/ 470 h 6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4" h="665">
                  <a:moveTo>
                    <a:pt x="0" y="621"/>
                  </a:moveTo>
                  <a:lnTo>
                    <a:pt x="0" y="621"/>
                  </a:lnTo>
                  <a:cubicBezTo>
                    <a:pt x="0" y="645"/>
                    <a:pt x="18" y="664"/>
                    <a:pt x="42" y="664"/>
                  </a:cubicBezTo>
                  <a:cubicBezTo>
                    <a:pt x="381" y="664"/>
                    <a:pt x="381" y="664"/>
                    <a:pt x="381" y="664"/>
                  </a:cubicBezTo>
                  <a:cubicBezTo>
                    <a:pt x="404" y="664"/>
                    <a:pt x="423" y="645"/>
                    <a:pt x="423" y="621"/>
                  </a:cubicBezTo>
                  <a:cubicBezTo>
                    <a:pt x="423" y="470"/>
                    <a:pt x="423" y="470"/>
                    <a:pt x="423" y="470"/>
                  </a:cubicBezTo>
                  <a:cubicBezTo>
                    <a:pt x="423" y="458"/>
                    <a:pt x="418" y="446"/>
                    <a:pt x="408" y="439"/>
                  </a:cubicBezTo>
                  <a:cubicBezTo>
                    <a:pt x="418" y="431"/>
                    <a:pt x="423" y="420"/>
                    <a:pt x="423" y="407"/>
                  </a:cubicBezTo>
                  <a:cubicBezTo>
                    <a:pt x="423" y="256"/>
                    <a:pt x="423" y="256"/>
                    <a:pt x="423" y="256"/>
                  </a:cubicBezTo>
                  <a:cubicBezTo>
                    <a:pt x="423" y="243"/>
                    <a:pt x="418" y="232"/>
                    <a:pt x="409" y="224"/>
                  </a:cubicBezTo>
                  <a:cubicBezTo>
                    <a:pt x="418" y="216"/>
                    <a:pt x="423" y="206"/>
                    <a:pt x="423" y="192"/>
                  </a:cubicBezTo>
                  <a:cubicBezTo>
                    <a:pt x="423" y="42"/>
                    <a:pt x="423" y="42"/>
                    <a:pt x="423" y="42"/>
                  </a:cubicBezTo>
                  <a:cubicBezTo>
                    <a:pt x="423" y="19"/>
                    <a:pt x="404" y="0"/>
                    <a:pt x="381" y="0"/>
                  </a:cubicBezTo>
                  <a:cubicBezTo>
                    <a:pt x="42" y="0"/>
                    <a:pt x="42" y="0"/>
                    <a:pt x="42" y="0"/>
                  </a:cubicBezTo>
                  <a:cubicBezTo>
                    <a:pt x="18" y="0"/>
                    <a:pt x="0" y="19"/>
                    <a:pt x="0" y="42"/>
                  </a:cubicBezTo>
                  <a:cubicBezTo>
                    <a:pt x="0" y="192"/>
                    <a:pt x="0" y="192"/>
                    <a:pt x="0" y="192"/>
                  </a:cubicBezTo>
                  <a:cubicBezTo>
                    <a:pt x="0" y="206"/>
                    <a:pt x="5" y="216"/>
                    <a:pt x="14" y="224"/>
                  </a:cubicBezTo>
                  <a:cubicBezTo>
                    <a:pt x="5" y="232"/>
                    <a:pt x="0" y="243"/>
                    <a:pt x="0" y="256"/>
                  </a:cubicBezTo>
                  <a:cubicBezTo>
                    <a:pt x="0" y="407"/>
                    <a:pt x="0" y="407"/>
                    <a:pt x="0" y="407"/>
                  </a:cubicBezTo>
                  <a:cubicBezTo>
                    <a:pt x="0" y="420"/>
                    <a:pt x="6" y="431"/>
                    <a:pt x="14" y="439"/>
                  </a:cubicBezTo>
                  <a:cubicBezTo>
                    <a:pt x="6" y="446"/>
                    <a:pt x="0" y="458"/>
                    <a:pt x="0" y="470"/>
                  </a:cubicBezTo>
                  <a:lnTo>
                    <a:pt x="0" y="621"/>
                  </a:lnTo>
                  <a:close/>
                  <a:moveTo>
                    <a:pt x="21" y="42"/>
                  </a:moveTo>
                  <a:lnTo>
                    <a:pt x="21" y="42"/>
                  </a:lnTo>
                  <a:cubicBezTo>
                    <a:pt x="21" y="30"/>
                    <a:pt x="30" y="21"/>
                    <a:pt x="42" y="21"/>
                  </a:cubicBezTo>
                  <a:cubicBezTo>
                    <a:pt x="381" y="21"/>
                    <a:pt x="381" y="21"/>
                    <a:pt x="381" y="21"/>
                  </a:cubicBezTo>
                  <a:cubicBezTo>
                    <a:pt x="393" y="21"/>
                    <a:pt x="402" y="30"/>
                    <a:pt x="402" y="42"/>
                  </a:cubicBezTo>
                  <a:cubicBezTo>
                    <a:pt x="402" y="192"/>
                    <a:pt x="402" y="192"/>
                    <a:pt x="402" y="192"/>
                  </a:cubicBezTo>
                  <a:cubicBezTo>
                    <a:pt x="402" y="204"/>
                    <a:pt x="393" y="213"/>
                    <a:pt x="381" y="213"/>
                  </a:cubicBezTo>
                  <a:cubicBezTo>
                    <a:pt x="42" y="213"/>
                    <a:pt x="42" y="213"/>
                    <a:pt x="42" y="213"/>
                  </a:cubicBezTo>
                  <a:cubicBezTo>
                    <a:pt x="30" y="213"/>
                    <a:pt x="21" y="204"/>
                    <a:pt x="21" y="192"/>
                  </a:cubicBezTo>
                  <a:lnTo>
                    <a:pt x="21" y="42"/>
                  </a:lnTo>
                  <a:close/>
                  <a:moveTo>
                    <a:pt x="21" y="256"/>
                  </a:moveTo>
                  <a:lnTo>
                    <a:pt x="21" y="256"/>
                  </a:lnTo>
                  <a:cubicBezTo>
                    <a:pt x="21" y="245"/>
                    <a:pt x="30" y="235"/>
                    <a:pt x="42" y="235"/>
                  </a:cubicBezTo>
                  <a:cubicBezTo>
                    <a:pt x="381" y="235"/>
                    <a:pt x="381" y="235"/>
                    <a:pt x="381" y="235"/>
                  </a:cubicBezTo>
                  <a:cubicBezTo>
                    <a:pt x="393" y="235"/>
                    <a:pt x="402" y="245"/>
                    <a:pt x="402" y="256"/>
                  </a:cubicBezTo>
                  <a:cubicBezTo>
                    <a:pt x="402" y="407"/>
                    <a:pt x="402" y="407"/>
                    <a:pt x="402" y="407"/>
                  </a:cubicBezTo>
                  <a:cubicBezTo>
                    <a:pt x="402" y="419"/>
                    <a:pt x="393" y="428"/>
                    <a:pt x="381" y="428"/>
                  </a:cubicBezTo>
                  <a:cubicBezTo>
                    <a:pt x="42" y="428"/>
                    <a:pt x="42" y="428"/>
                    <a:pt x="42" y="428"/>
                  </a:cubicBezTo>
                  <a:cubicBezTo>
                    <a:pt x="30" y="428"/>
                    <a:pt x="21" y="419"/>
                    <a:pt x="21" y="407"/>
                  </a:cubicBezTo>
                  <a:lnTo>
                    <a:pt x="21" y="256"/>
                  </a:lnTo>
                  <a:close/>
                  <a:moveTo>
                    <a:pt x="21" y="470"/>
                  </a:moveTo>
                  <a:lnTo>
                    <a:pt x="21" y="470"/>
                  </a:lnTo>
                  <a:cubicBezTo>
                    <a:pt x="21" y="459"/>
                    <a:pt x="30" y="449"/>
                    <a:pt x="42" y="449"/>
                  </a:cubicBezTo>
                  <a:cubicBezTo>
                    <a:pt x="381" y="449"/>
                    <a:pt x="381" y="449"/>
                    <a:pt x="381" y="449"/>
                  </a:cubicBezTo>
                  <a:cubicBezTo>
                    <a:pt x="393" y="449"/>
                    <a:pt x="402" y="459"/>
                    <a:pt x="402" y="470"/>
                  </a:cubicBezTo>
                  <a:cubicBezTo>
                    <a:pt x="402" y="621"/>
                    <a:pt x="402" y="621"/>
                    <a:pt x="402" y="621"/>
                  </a:cubicBezTo>
                  <a:cubicBezTo>
                    <a:pt x="402" y="632"/>
                    <a:pt x="393" y="642"/>
                    <a:pt x="381" y="642"/>
                  </a:cubicBezTo>
                  <a:cubicBezTo>
                    <a:pt x="42" y="642"/>
                    <a:pt x="42" y="642"/>
                    <a:pt x="42" y="642"/>
                  </a:cubicBezTo>
                  <a:cubicBezTo>
                    <a:pt x="30" y="642"/>
                    <a:pt x="21" y="632"/>
                    <a:pt x="21" y="621"/>
                  </a:cubicBezTo>
                  <a:lnTo>
                    <a:pt x="21" y="470"/>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pic>
        <p:nvPicPr>
          <p:cNvPr id="80" name="Picture 79"/>
          <p:cNvPicPr>
            <a:picLocks noChangeAspect="1"/>
          </p:cNvPicPr>
          <p:nvPr/>
        </p:nvPicPr>
        <p:blipFill>
          <a:blip r:embed="rId4"/>
          <a:stretch>
            <a:fillRect/>
          </a:stretch>
        </p:blipFill>
        <p:spPr>
          <a:xfrm>
            <a:off x="7660283" y="5680710"/>
            <a:ext cx="126547" cy="156754"/>
          </a:xfrm>
          <a:prstGeom prst="rect">
            <a:avLst/>
          </a:prstGeom>
        </p:spPr>
      </p:pic>
      <p:grpSp>
        <p:nvGrpSpPr>
          <p:cNvPr id="81" name="Group 80"/>
          <p:cNvGrpSpPr>
            <a:grpSpLocks noChangeAspect="1"/>
          </p:cNvGrpSpPr>
          <p:nvPr/>
        </p:nvGrpSpPr>
        <p:grpSpPr>
          <a:xfrm>
            <a:off x="1233469" y="3777702"/>
            <a:ext cx="253195" cy="447950"/>
            <a:chOff x="4042464" y="1909462"/>
            <a:chExt cx="168783" cy="298617"/>
          </a:xfrm>
          <a:solidFill>
            <a:srgbClr val="0078EF"/>
          </a:solidFill>
        </p:grpSpPr>
        <p:sp>
          <p:nvSpPr>
            <p:cNvPr id="82" name="Freeform 54"/>
            <p:cNvSpPr>
              <a:spLocks noChangeArrowheads="1"/>
            </p:cNvSpPr>
            <p:nvPr/>
          </p:nvSpPr>
          <p:spPr bwMode="auto">
            <a:xfrm>
              <a:off x="4042464" y="1909462"/>
              <a:ext cx="168783" cy="298617"/>
            </a:xfrm>
            <a:custGeom>
              <a:avLst/>
              <a:gdLst>
                <a:gd name="T0" fmla="*/ 47 w 400"/>
                <a:gd name="T1" fmla="*/ 711 h 712"/>
                <a:gd name="T2" fmla="*/ 47 w 400"/>
                <a:gd name="T3" fmla="*/ 711 h 712"/>
                <a:gd name="T4" fmla="*/ 352 w 400"/>
                <a:gd name="T5" fmla="*/ 711 h 712"/>
                <a:gd name="T6" fmla="*/ 399 w 400"/>
                <a:gd name="T7" fmla="*/ 664 h 712"/>
                <a:gd name="T8" fmla="*/ 399 w 400"/>
                <a:gd name="T9" fmla="*/ 48 h 712"/>
                <a:gd name="T10" fmla="*/ 352 w 400"/>
                <a:gd name="T11" fmla="*/ 0 h 712"/>
                <a:gd name="T12" fmla="*/ 47 w 400"/>
                <a:gd name="T13" fmla="*/ 0 h 712"/>
                <a:gd name="T14" fmla="*/ 0 w 400"/>
                <a:gd name="T15" fmla="*/ 48 h 712"/>
                <a:gd name="T16" fmla="*/ 0 w 400"/>
                <a:gd name="T17" fmla="*/ 664 h 712"/>
                <a:gd name="T18" fmla="*/ 47 w 400"/>
                <a:gd name="T19" fmla="*/ 711 h 712"/>
                <a:gd name="T20" fmla="*/ 23 w 400"/>
                <a:gd name="T21" fmla="*/ 48 h 712"/>
                <a:gd name="T22" fmla="*/ 23 w 400"/>
                <a:gd name="T23" fmla="*/ 48 h 712"/>
                <a:gd name="T24" fmla="*/ 47 w 400"/>
                <a:gd name="T25" fmla="*/ 24 h 712"/>
                <a:gd name="T26" fmla="*/ 352 w 400"/>
                <a:gd name="T27" fmla="*/ 24 h 712"/>
                <a:gd name="T28" fmla="*/ 376 w 400"/>
                <a:gd name="T29" fmla="*/ 48 h 712"/>
                <a:gd name="T30" fmla="*/ 376 w 400"/>
                <a:gd name="T31" fmla="*/ 664 h 712"/>
                <a:gd name="T32" fmla="*/ 352 w 400"/>
                <a:gd name="T33" fmla="*/ 688 h 712"/>
                <a:gd name="T34" fmla="*/ 47 w 400"/>
                <a:gd name="T35" fmla="*/ 688 h 712"/>
                <a:gd name="T36" fmla="*/ 23 w 400"/>
                <a:gd name="T37" fmla="*/ 664 h 712"/>
                <a:gd name="T38" fmla="*/ 23 w 400"/>
                <a:gd name="T39" fmla="*/ 48 h 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00" h="712">
                  <a:moveTo>
                    <a:pt x="47" y="711"/>
                  </a:moveTo>
                  <a:lnTo>
                    <a:pt x="47" y="711"/>
                  </a:lnTo>
                  <a:cubicBezTo>
                    <a:pt x="352" y="711"/>
                    <a:pt x="352" y="711"/>
                    <a:pt x="352" y="711"/>
                  </a:cubicBezTo>
                  <a:cubicBezTo>
                    <a:pt x="378" y="711"/>
                    <a:pt x="399" y="690"/>
                    <a:pt x="399" y="664"/>
                  </a:cubicBezTo>
                  <a:cubicBezTo>
                    <a:pt x="399" y="48"/>
                    <a:pt x="399" y="48"/>
                    <a:pt x="399" y="48"/>
                  </a:cubicBezTo>
                  <a:cubicBezTo>
                    <a:pt x="399" y="22"/>
                    <a:pt x="378" y="0"/>
                    <a:pt x="352" y="0"/>
                  </a:cubicBezTo>
                  <a:cubicBezTo>
                    <a:pt x="47" y="0"/>
                    <a:pt x="47" y="0"/>
                    <a:pt x="47" y="0"/>
                  </a:cubicBezTo>
                  <a:cubicBezTo>
                    <a:pt x="21" y="0"/>
                    <a:pt x="0" y="22"/>
                    <a:pt x="0" y="48"/>
                  </a:cubicBezTo>
                  <a:cubicBezTo>
                    <a:pt x="0" y="664"/>
                    <a:pt x="0" y="664"/>
                    <a:pt x="0" y="664"/>
                  </a:cubicBezTo>
                  <a:cubicBezTo>
                    <a:pt x="0" y="690"/>
                    <a:pt x="21" y="711"/>
                    <a:pt x="47" y="711"/>
                  </a:cubicBezTo>
                  <a:close/>
                  <a:moveTo>
                    <a:pt x="23" y="48"/>
                  </a:moveTo>
                  <a:lnTo>
                    <a:pt x="23" y="48"/>
                  </a:lnTo>
                  <a:cubicBezTo>
                    <a:pt x="23" y="35"/>
                    <a:pt x="34" y="24"/>
                    <a:pt x="47" y="24"/>
                  </a:cubicBezTo>
                  <a:cubicBezTo>
                    <a:pt x="352" y="24"/>
                    <a:pt x="352" y="24"/>
                    <a:pt x="352" y="24"/>
                  </a:cubicBezTo>
                  <a:cubicBezTo>
                    <a:pt x="365" y="24"/>
                    <a:pt x="376" y="35"/>
                    <a:pt x="376" y="48"/>
                  </a:cubicBezTo>
                  <a:cubicBezTo>
                    <a:pt x="376" y="664"/>
                    <a:pt x="376" y="664"/>
                    <a:pt x="376" y="664"/>
                  </a:cubicBezTo>
                  <a:cubicBezTo>
                    <a:pt x="376" y="677"/>
                    <a:pt x="365" y="688"/>
                    <a:pt x="352" y="688"/>
                  </a:cubicBezTo>
                  <a:cubicBezTo>
                    <a:pt x="47" y="688"/>
                    <a:pt x="47" y="688"/>
                    <a:pt x="47" y="688"/>
                  </a:cubicBezTo>
                  <a:cubicBezTo>
                    <a:pt x="34" y="688"/>
                    <a:pt x="23" y="677"/>
                    <a:pt x="23" y="664"/>
                  </a:cubicBezTo>
                  <a:lnTo>
                    <a:pt x="23" y="48"/>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83" name="Freeform 55"/>
            <p:cNvSpPr>
              <a:spLocks noChangeArrowheads="1"/>
            </p:cNvSpPr>
            <p:nvPr/>
          </p:nvSpPr>
          <p:spPr bwMode="auto">
            <a:xfrm>
              <a:off x="4062866" y="1957686"/>
              <a:ext cx="124270" cy="187332"/>
            </a:xfrm>
            <a:custGeom>
              <a:avLst/>
              <a:gdLst>
                <a:gd name="T0" fmla="*/ 12 w 296"/>
                <a:gd name="T1" fmla="*/ 446 h 447"/>
                <a:gd name="T2" fmla="*/ 12 w 296"/>
                <a:gd name="T3" fmla="*/ 446 h 447"/>
                <a:gd name="T4" fmla="*/ 284 w 296"/>
                <a:gd name="T5" fmla="*/ 446 h 447"/>
                <a:gd name="T6" fmla="*/ 295 w 296"/>
                <a:gd name="T7" fmla="*/ 435 h 447"/>
                <a:gd name="T8" fmla="*/ 295 w 296"/>
                <a:gd name="T9" fmla="*/ 11 h 447"/>
                <a:gd name="T10" fmla="*/ 284 w 296"/>
                <a:gd name="T11" fmla="*/ 0 h 447"/>
                <a:gd name="T12" fmla="*/ 12 w 296"/>
                <a:gd name="T13" fmla="*/ 0 h 447"/>
                <a:gd name="T14" fmla="*/ 0 w 296"/>
                <a:gd name="T15" fmla="*/ 11 h 447"/>
                <a:gd name="T16" fmla="*/ 0 w 296"/>
                <a:gd name="T17" fmla="*/ 435 h 447"/>
                <a:gd name="T18" fmla="*/ 12 w 296"/>
                <a:gd name="T19" fmla="*/ 446 h 447"/>
                <a:gd name="T20" fmla="*/ 24 w 296"/>
                <a:gd name="T21" fmla="*/ 23 h 447"/>
                <a:gd name="T22" fmla="*/ 24 w 296"/>
                <a:gd name="T23" fmla="*/ 23 h 447"/>
                <a:gd name="T24" fmla="*/ 272 w 296"/>
                <a:gd name="T25" fmla="*/ 23 h 447"/>
                <a:gd name="T26" fmla="*/ 272 w 296"/>
                <a:gd name="T27" fmla="*/ 422 h 447"/>
                <a:gd name="T28" fmla="*/ 24 w 296"/>
                <a:gd name="T29" fmla="*/ 422 h 447"/>
                <a:gd name="T30" fmla="*/ 24 w 296"/>
                <a:gd name="T31" fmla="*/ 23 h 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6" h="447">
                  <a:moveTo>
                    <a:pt x="12" y="446"/>
                  </a:moveTo>
                  <a:lnTo>
                    <a:pt x="12" y="446"/>
                  </a:lnTo>
                  <a:cubicBezTo>
                    <a:pt x="284" y="446"/>
                    <a:pt x="284" y="446"/>
                    <a:pt x="284" y="446"/>
                  </a:cubicBezTo>
                  <a:cubicBezTo>
                    <a:pt x="290" y="446"/>
                    <a:pt x="295" y="441"/>
                    <a:pt x="295" y="435"/>
                  </a:cubicBezTo>
                  <a:cubicBezTo>
                    <a:pt x="295" y="11"/>
                    <a:pt x="295" y="11"/>
                    <a:pt x="295" y="11"/>
                  </a:cubicBezTo>
                  <a:cubicBezTo>
                    <a:pt x="295" y="5"/>
                    <a:pt x="290" y="0"/>
                    <a:pt x="284" y="0"/>
                  </a:cubicBezTo>
                  <a:cubicBezTo>
                    <a:pt x="12" y="0"/>
                    <a:pt x="12" y="0"/>
                    <a:pt x="12" y="0"/>
                  </a:cubicBezTo>
                  <a:cubicBezTo>
                    <a:pt x="6" y="0"/>
                    <a:pt x="0" y="5"/>
                    <a:pt x="0" y="11"/>
                  </a:cubicBezTo>
                  <a:cubicBezTo>
                    <a:pt x="0" y="435"/>
                    <a:pt x="0" y="435"/>
                    <a:pt x="0" y="435"/>
                  </a:cubicBezTo>
                  <a:cubicBezTo>
                    <a:pt x="0" y="441"/>
                    <a:pt x="6" y="446"/>
                    <a:pt x="12" y="446"/>
                  </a:cubicBezTo>
                  <a:close/>
                  <a:moveTo>
                    <a:pt x="24" y="23"/>
                  </a:moveTo>
                  <a:lnTo>
                    <a:pt x="24" y="23"/>
                  </a:lnTo>
                  <a:cubicBezTo>
                    <a:pt x="272" y="23"/>
                    <a:pt x="272" y="23"/>
                    <a:pt x="272" y="23"/>
                  </a:cubicBezTo>
                  <a:cubicBezTo>
                    <a:pt x="272" y="422"/>
                    <a:pt x="272" y="422"/>
                    <a:pt x="272" y="422"/>
                  </a:cubicBezTo>
                  <a:cubicBezTo>
                    <a:pt x="24" y="422"/>
                    <a:pt x="24" y="422"/>
                    <a:pt x="24" y="422"/>
                  </a:cubicBezTo>
                  <a:lnTo>
                    <a:pt x="24" y="2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84" name="Freeform 56"/>
            <p:cNvSpPr>
              <a:spLocks noChangeArrowheads="1"/>
            </p:cNvSpPr>
            <p:nvPr/>
          </p:nvSpPr>
          <p:spPr bwMode="auto">
            <a:xfrm>
              <a:off x="4105526" y="1929865"/>
              <a:ext cx="38950" cy="16692"/>
            </a:xfrm>
            <a:custGeom>
              <a:avLst/>
              <a:gdLst>
                <a:gd name="T0" fmla="*/ 17 w 92"/>
                <a:gd name="T1" fmla="*/ 37 h 38"/>
                <a:gd name="T2" fmla="*/ 17 w 92"/>
                <a:gd name="T3" fmla="*/ 37 h 38"/>
                <a:gd name="T4" fmla="*/ 74 w 92"/>
                <a:gd name="T5" fmla="*/ 37 h 38"/>
                <a:gd name="T6" fmla="*/ 91 w 92"/>
                <a:gd name="T7" fmla="*/ 18 h 38"/>
                <a:gd name="T8" fmla="*/ 74 w 92"/>
                <a:gd name="T9" fmla="*/ 0 h 38"/>
                <a:gd name="T10" fmla="*/ 17 w 92"/>
                <a:gd name="T11" fmla="*/ 0 h 38"/>
                <a:gd name="T12" fmla="*/ 0 w 92"/>
                <a:gd name="T13" fmla="*/ 19 h 38"/>
                <a:gd name="T14" fmla="*/ 17 w 92"/>
                <a:gd name="T15" fmla="*/ 37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2" h="38">
                  <a:moveTo>
                    <a:pt x="17" y="37"/>
                  </a:moveTo>
                  <a:lnTo>
                    <a:pt x="17" y="37"/>
                  </a:lnTo>
                  <a:cubicBezTo>
                    <a:pt x="74" y="37"/>
                    <a:pt x="74" y="37"/>
                    <a:pt x="74" y="37"/>
                  </a:cubicBezTo>
                  <a:cubicBezTo>
                    <a:pt x="83" y="37"/>
                    <a:pt x="91" y="28"/>
                    <a:pt x="91" y="18"/>
                  </a:cubicBezTo>
                  <a:cubicBezTo>
                    <a:pt x="91" y="8"/>
                    <a:pt x="83" y="0"/>
                    <a:pt x="74" y="0"/>
                  </a:cubicBezTo>
                  <a:cubicBezTo>
                    <a:pt x="17" y="0"/>
                    <a:pt x="17" y="0"/>
                    <a:pt x="17" y="0"/>
                  </a:cubicBezTo>
                  <a:cubicBezTo>
                    <a:pt x="7" y="0"/>
                    <a:pt x="0" y="8"/>
                    <a:pt x="0" y="19"/>
                  </a:cubicBezTo>
                  <a:cubicBezTo>
                    <a:pt x="0" y="28"/>
                    <a:pt x="7" y="37"/>
                    <a:pt x="17" y="3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85" name="Freeform 57"/>
            <p:cNvSpPr>
              <a:spLocks noChangeArrowheads="1"/>
            </p:cNvSpPr>
            <p:nvPr/>
          </p:nvSpPr>
          <p:spPr bwMode="auto">
            <a:xfrm>
              <a:off x="4112946" y="2158002"/>
              <a:ext cx="27821" cy="27822"/>
            </a:xfrm>
            <a:custGeom>
              <a:avLst/>
              <a:gdLst>
                <a:gd name="T0" fmla="*/ 33 w 66"/>
                <a:gd name="T1" fmla="*/ 0 h 66"/>
                <a:gd name="T2" fmla="*/ 33 w 66"/>
                <a:gd name="T3" fmla="*/ 0 h 66"/>
                <a:gd name="T4" fmla="*/ 0 w 66"/>
                <a:gd name="T5" fmla="*/ 33 h 66"/>
                <a:gd name="T6" fmla="*/ 33 w 66"/>
                <a:gd name="T7" fmla="*/ 65 h 66"/>
                <a:gd name="T8" fmla="*/ 65 w 66"/>
                <a:gd name="T9" fmla="*/ 33 h 66"/>
                <a:gd name="T10" fmla="*/ 33 w 66"/>
                <a:gd name="T11" fmla="*/ 0 h 66"/>
              </a:gdLst>
              <a:ahLst/>
              <a:cxnLst>
                <a:cxn ang="0">
                  <a:pos x="T0" y="T1"/>
                </a:cxn>
                <a:cxn ang="0">
                  <a:pos x="T2" y="T3"/>
                </a:cxn>
                <a:cxn ang="0">
                  <a:pos x="T4" y="T5"/>
                </a:cxn>
                <a:cxn ang="0">
                  <a:pos x="T6" y="T7"/>
                </a:cxn>
                <a:cxn ang="0">
                  <a:pos x="T8" y="T9"/>
                </a:cxn>
                <a:cxn ang="0">
                  <a:pos x="T10" y="T11"/>
                </a:cxn>
              </a:cxnLst>
              <a:rect l="0" t="0" r="r" b="b"/>
              <a:pathLst>
                <a:path w="66" h="66">
                  <a:moveTo>
                    <a:pt x="33" y="0"/>
                  </a:moveTo>
                  <a:lnTo>
                    <a:pt x="33" y="0"/>
                  </a:lnTo>
                  <a:cubicBezTo>
                    <a:pt x="15" y="0"/>
                    <a:pt x="0" y="15"/>
                    <a:pt x="0" y="33"/>
                  </a:cubicBezTo>
                  <a:cubicBezTo>
                    <a:pt x="0" y="50"/>
                    <a:pt x="15" y="65"/>
                    <a:pt x="33" y="65"/>
                  </a:cubicBezTo>
                  <a:cubicBezTo>
                    <a:pt x="50" y="65"/>
                    <a:pt x="65" y="50"/>
                    <a:pt x="65" y="33"/>
                  </a:cubicBezTo>
                  <a:cubicBezTo>
                    <a:pt x="65" y="15"/>
                    <a:pt x="50" y="0"/>
                    <a:pt x="33"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nvGrpSpPr>
          <p:cNvPr id="86" name="Group 85"/>
          <p:cNvGrpSpPr>
            <a:grpSpLocks noChangeAspect="1"/>
          </p:cNvGrpSpPr>
          <p:nvPr/>
        </p:nvGrpSpPr>
        <p:grpSpPr>
          <a:xfrm>
            <a:off x="1666499" y="1974263"/>
            <a:ext cx="325157" cy="441893"/>
            <a:chOff x="6630326" y="2839203"/>
            <a:chExt cx="216763" cy="294577"/>
          </a:xfrm>
          <a:solidFill>
            <a:srgbClr val="0078EF"/>
          </a:solidFill>
        </p:grpSpPr>
        <p:sp>
          <p:nvSpPr>
            <p:cNvPr id="87" name="Freeform 166"/>
            <p:cNvSpPr>
              <a:spLocks noChangeArrowheads="1"/>
            </p:cNvSpPr>
            <p:nvPr/>
          </p:nvSpPr>
          <p:spPr bwMode="auto">
            <a:xfrm>
              <a:off x="6630326" y="2839203"/>
              <a:ext cx="216763" cy="294577"/>
            </a:xfrm>
            <a:custGeom>
              <a:avLst/>
              <a:gdLst>
                <a:gd name="T0" fmla="*/ 432 w 515"/>
                <a:gd name="T1" fmla="*/ 0 h 702"/>
                <a:gd name="T2" fmla="*/ 432 w 515"/>
                <a:gd name="T3" fmla="*/ 0 h 702"/>
                <a:gd name="T4" fmla="*/ 105 w 515"/>
                <a:gd name="T5" fmla="*/ 0 h 702"/>
                <a:gd name="T6" fmla="*/ 93 w 515"/>
                <a:gd name="T7" fmla="*/ 11 h 702"/>
                <a:gd name="T8" fmla="*/ 93 w 515"/>
                <a:gd name="T9" fmla="*/ 117 h 702"/>
                <a:gd name="T10" fmla="*/ 12 w 515"/>
                <a:gd name="T11" fmla="*/ 117 h 702"/>
                <a:gd name="T12" fmla="*/ 0 w 515"/>
                <a:gd name="T13" fmla="*/ 128 h 702"/>
                <a:gd name="T14" fmla="*/ 0 w 515"/>
                <a:gd name="T15" fmla="*/ 688 h 702"/>
                <a:gd name="T16" fmla="*/ 12 w 515"/>
                <a:gd name="T17" fmla="*/ 701 h 702"/>
                <a:gd name="T18" fmla="*/ 198 w 515"/>
                <a:gd name="T19" fmla="*/ 701 h 702"/>
                <a:gd name="T20" fmla="*/ 315 w 515"/>
                <a:gd name="T21" fmla="*/ 701 h 702"/>
                <a:gd name="T22" fmla="*/ 501 w 515"/>
                <a:gd name="T23" fmla="*/ 701 h 702"/>
                <a:gd name="T24" fmla="*/ 514 w 515"/>
                <a:gd name="T25" fmla="*/ 688 h 702"/>
                <a:gd name="T26" fmla="*/ 514 w 515"/>
                <a:gd name="T27" fmla="*/ 128 h 702"/>
                <a:gd name="T28" fmla="*/ 501 w 515"/>
                <a:gd name="T29" fmla="*/ 117 h 702"/>
                <a:gd name="T30" fmla="*/ 443 w 515"/>
                <a:gd name="T31" fmla="*/ 117 h 702"/>
                <a:gd name="T32" fmla="*/ 443 w 515"/>
                <a:gd name="T33" fmla="*/ 11 h 702"/>
                <a:gd name="T34" fmla="*/ 432 w 515"/>
                <a:gd name="T35" fmla="*/ 0 h 702"/>
                <a:gd name="T36" fmla="*/ 116 w 515"/>
                <a:gd name="T37" fmla="*/ 24 h 702"/>
                <a:gd name="T38" fmla="*/ 116 w 515"/>
                <a:gd name="T39" fmla="*/ 24 h 702"/>
                <a:gd name="T40" fmla="*/ 420 w 515"/>
                <a:gd name="T41" fmla="*/ 24 h 702"/>
                <a:gd name="T42" fmla="*/ 420 w 515"/>
                <a:gd name="T43" fmla="*/ 117 h 702"/>
                <a:gd name="T44" fmla="*/ 116 w 515"/>
                <a:gd name="T45" fmla="*/ 117 h 702"/>
                <a:gd name="T46" fmla="*/ 116 w 515"/>
                <a:gd name="T47" fmla="*/ 24 h 702"/>
                <a:gd name="T48" fmla="*/ 210 w 515"/>
                <a:gd name="T49" fmla="*/ 677 h 702"/>
                <a:gd name="T50" fmla="*/ 210 w 515"/>
                <a:gd name="T51" fmla="*/ 677 h 702"/>
                <a:gd name="T52" fmla="*/ 210 w 515"/>
                <a:gd name="T53" fmla="*/ 607 h 702"/>
                <a:gd name="T54" fmla="*/ 304 w 515"/>
                <a:gd name="T55" fmla="*/ 607 h 702"/>
                <a:gd name="T56" fmla="*/ 304 w 515"/>
                <a:gd name="T57" fmla="*/ 677 h 702"/>
                <a:gd name="T58" fmla="*/ 210 w 515"/>
                <a:gd name="T59" fmla="*/ 677 h 702"/>
                <a:gd name="T60" fmla="*/ 490 w 515"/>
                <a:gd name="T61" fmla="*/ 677 h 702"/>
                <a:gd name="T62" fmla="*/ 490 w 515"/>
                <a:gd name="T63" fmla="*/ 677 h 702"/>
                <a:gd name="T64" fmla="*/ 326 w 515"/>
                <a:gd name="T65" fmla="*/ 677 h 702"/>
                <a:gd name="T66" fmla="*/ 326 w 515"/>
                <a:gd name="T67" fmla="*/ 595 h 702"/>
                <a:gd name="T68" fmla="*/ 315 w 515"/>
                <a:gd name="T69" fmla="*/ 584 h 702"/>
                <a:gd name="T70" fmla="*/ 198 w 515"/>
                <a:gd name="T71" fmla="*/ 584 h 702"/>
                <a:gd name="T72" fmla="*/ 187 w 515"/>
                <a:gd name="T73" fmla="*/ 595 h 702"/>
                <a:gd name="T74" fmla="*/ 187 w 515"/>
                <a:gd name="T75" fmla="*/ 677 h 702"/>
                <a:gd name="T76" fmla="*/ 24 w 515"/>
                <a:gd name="T77" fmla="*/ 677 h 702"/>
                <a:gd name="T78" fmla="*/ 24 w 515"/>
                <a:gd name="T79" fmla="*/ 141 h 702"/>
                <a:gd name="T80" fmla="*/ 105 w 515"/>
                <a:gd name="T81" fmla="*/ 141 h 702"/>
                <a:gd name="T82" fmla="*/ 432 w 515"/>
                <a:gd name="T83" fmla="*/ 141 h 702"/>
                <a:gd name="T84" fmla="*/ 490 w 515"/>
                <a:gd name="T85" fmla="*/ 141 h 702"/>
                <a:gd name="T86" fmla="*/ 490 w 515"/>
                <a:gd name="T87" fmla="*/ 677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515" h="702">
                  <a:moveTo>
                    <a:pt x="432" y="0"/>
                  </a:moveTo>
                  <a:lnTo>
                    <a:pt x="432" y="0"/>
                  </a:lnTo>
                  <a:cubicBezTo>
                    <a:pt x="105" y="0"/>
                    <a:pt x="105" y="0"/>
                    <a:pt x="105" y="0"/>
                  </a:cubicBezTo>
                  <a:cubicBezTo>
                    <a:pt x="98" y="0"/>
                    <a:pt x="93" y="5"/>
                    <a:pt x="93" y="11"/>
                  </a:cubicBezTo>
                  <a:cubicBezTo>
                    <a:pt x="93" y="117"/>
                    <a:pt x="93" y="117"/>
                    <a:pt x="93" y="117"/>
                  </a:cubicBezTo>
                  <a:cubicBezTo>
                    <a:pt x="12" y="117"/>
                    <a:pt x="12" y="117"/>
                    <a:pt x="12" y="117"/>
                  </a:cubicBezTo>
                  <a:cubicBezTo>
                    <a:pt x="5" y="117"/>
                    <a:pt x="0" y="122"/>
                    <a:pt x="0" y="128"/>
                  </a:cubicBezTo>
                  <a:cubicBezTo>
                    <a:pt x="0" y="688"/>
                    <a:pt x="0" y="688"/>
                    <a:pt x="0" y="688"/>
                  </a:cubicBezTo>
                  <a:cubicBezTo>
                    <a:pt x="0" y="695"/>
                    <a:pt x="5" y="701"/>
                    <a:pt x="12" y="701"/>
                  </a:cubicBezTo>
                  <a:cubicBezTo>
                    <a:pt x="198" y="701"/>
                    <a:pt x="198" y="701"/>
                    <a:pt x="198" y="701"/>
                  </a:cubicBezTo>
                  <a:cubicBezTo>
                    <a:pt x="315" y="701"/>
                    <a:pt x="315" y="701"/>
                    <a:pt x="315" y="701"/>
                  </a:cubicBezTo>
                  <a:cubicBezTo>
                    <a:pt x="501" y="701"/>
                    <a:pt x="501" y="701"/>
                    <a:pt x="501" y="701"/>
                  </a:cubicBezTo>
                  <a:cubicBezTo>
                    <a:pt x="508" y="701"/>
                    <a:pt x="514" y="695"/>
                    <a:pt x="514" y="688"/>
                  </a:cubicBezTo>
                  <a:cubicBezTo>
                    <a:pt x="514" y="128"/>
                    <a:pt x="514" y="128"/>
                    <a:pt x="514" y="128"/>
                  </a:cubicBezTo>
                  <a:cubicBezTo>
                    <a:pt x="514" y="122"/>
                    <a:pt x="508" y="117"/>
                    <a:pt x="501" y="117"/>
                  </a:cubicBezTo>
                  <a:cubicBezTo>
                    <a:pt x="443" y="117"/>
                    <a:pt x="443" y="117"/>
                    <a:pt x="443" y="117"/>
                  </a:cubicBezTo>
                  <a:cubicBezTo>
                    <a:pt x="443" y="11"/>
                    <a:pt x="443" y="11"/>
                    <a:pt x="443" y="11"/>
                  </a:cubicBezTo>
                  <a:cubicBezTo>
                    <a:pt x="443" y="5"/>
                    <a:pt x="438" y="0"/>
                    <a:pt x="432" y="0"/>
                  </a:cubicBezTo>
                  <a:close/>
                  <a:moveTo>
                    <a:pt x="116" y="24"/>
                  </a:moveTo>
                  <a:lnTo>
                    <a:pt x="116" y="24"/>
                  </a:lnTo>
                  <a:cubicBezTo>
                    <a:pt x="420" y="24"/>
                    <a:pt x="420" y="24"/>
                    <a:pt x="420" y="24"/>
                  </a:cubicBezTo>
                  <a:cubicBezTo>
                    <a:pt x="420" y="117"/>
                    <a:pt x="420" y="117"/>
                    <a:pt x="420" y="117"/>
                  </a:cubicBezTo>
                  <a:cubicBezTo>
                    <a:pt x="116" y="117"/>
                    <a:pt x="116" y="117"/>
                    <a:pt x="116" y="117"/>
                  </a:cubicBezTo>
                  <a:lnTo>
                    <a:pt x="116" y="24"/>
                  </a:lnTo>
                  <a:close/>
                  <a:moveTo>
                    <a:pt x="210" y="677"/>
                  </a:moveTo>
                  <a:lnTo>
                    <a:pt x="210" y="677"/>
                  </a:lnTo>
                  <a:cubicBezTo>
                    <a:pt x="210" y="607"/>
                    <a:pt x="210" y="607"/>
                    <a:pt x="210" y="607"/>
                  </a:cubicBezTo>
                  <a:cubicBezTo>
                    <a:pt x="304" y="607"/>
                    <a:pt x="304" y="607"/>
                    <a:pt x="304" y="607"/>
                  </a:cubicBezTo>
                  <a:cubicBezTo>
                    <a:pt x="304" y="677"/>
                    <a:pt x="304" y="677"/>
                    <a:pt x="304" y="677"/>
                  </a:cubicBezTo>
                  <a:lnTo>
                    <a:pt x="210" y="677"/>
                  </a:lnTo>
                  <a:close/>
                  <a:moveTo>
                    <a:pt x="490" y="677"/>
                  </a:moveTo>
                  <a:lnTo>
                    <a:pt x="490" y="677"/>
                  </a:lnTo>
                  <a:cubicBezTo>
                    <a:pt x="326" y="677"/>
                    <a:pt x="326" y="677"/>
                    <a:pt x="326" y="677"/>
                  </a:cubicBezTo>
                  <a:cubicBezTo>
                    <a:pt x="326" y="595"/>
                    <a:pt x="326" y="595"/>
                    <a:pt x="326" y="595"/>
                  </a:cubicBezTo>
                  <a:cubicBezTo>
                    <a:pt x="326" y="589"/>
                    <a:pt x="321" y="584"/>
                    <a:pt x="315" y="584"/>
                  </a:cubicBezTo>
                  <a:cubicBezTo>
                    <a:pt x="198" y="584"/>
                    <a:pt x="198" y="584"/>
                    <a:pt x="198" y="584"/>
                  </a:cubicBezTo>
                  <a:cubicBezTo>
                    <a:pt x="192" y="584"/>
                    <a:pt x="187" y="589"/>
                    <a:pt x="187" y="595"/>
                  </a:cubicBezTo>
                  <a:cubicBezTo>
                    <a:pt x="187" y="677"/>
                    <a:pt x="187" y="677"/>
                    <a:pt x="187" y="677"/>
                  </a:cubicBezTo>
                  <a:cubicBezTo>
                    <a:pt x="24" y="677"/>
                    <a:pt x="24" y="677"/>
                    <a:pt x="24" y="677"/>
                  </a:cubicBezTo>
                  <a:cubicBezTo>
                    <a:pt x="24" y="141"/>
                    <a:pt x="24" y="141"/>
                    <a:pt x="24" y="141"/>
                  </a:cubicBezTo>
                  <a:cubicBezTo>
                    <a:pt x="105" y="141"/>
                    <a:pt x="105" y="141"/>
                    <a:pt x="105" y="141"/>
                  </a:cubicBezTo>
                  <a:cubicBezTo>
                    <a:pt x="432" y="141"/>
                    <a:pt x="432" y="141"/>
                    <a:pt x="432" y="141"/>
                  </a:cubicBezTo>
                  <a:cubicBezTo>
                    <a:pt x="490" y="141"/>
                    <a:pt x="490" y="141"/>
                    <a:pt x="490" y="141"/>
                  </a:cubicBezTo>
                  <a:lnTo>
                    <a:pt x="490" y="677"/>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88" name="Freeform 167"/>
            <p:cNvSpPr>
              <a:spLocks noChangeArrowheads="1"/>
            </p:cNvSpPr>
            <p:nvPr/>
          </p:nvSpPr>
          <p:spPr bwMode="auto">
            <a:xfrm>
              <a:off x="6665527" y="2926280"/>
              <a:ext cx="29643" cy="9263"/>
            </a:xfrm>
            <a:custGeom>
              <a:avLst/>
              <a:gdLst>
                <a:gd name="T0" fmla="*/ 58 w 71"/>
                <a:gd name="T1" fmla="*/ 0 h 24"/>
                <a:gd name="T2" fmla="*/ 58 w 71"/>
                <a:gd name="T3" fmla="*/ 0 h 24"/>
                <a:gd name="T4" fmla="*/ 11 w 71"/>
                <a:gd name="T5" fmla="*/ 0 h 24"/>
                <a:gd name="T6" fmla="*/ 0 w 71"/>
                <a:gd name="T7" fmla="*/ 12 h 24"/>
                <a:gd name="T8" fmla="*/ 11 w 71"/>
                <a:gd name="T9" fmla="*/ 23 h 24"/>
                <a:gd name="T10" fmla="*/ 58 w 71"/>
                <a:gd name="T11" fmla="*/ 23 h 24"/>
                <a:gd name="T12" fmla="*/ 70 w 71"/>
                <a:gd name="T13" fmla="*/ 12 h 24"/>
                <a:gd name="T14" fmla="*/ 58 w 71"/>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4">
                  <a:moveTo>
                    <a:pt x="58" y="0"/>
                  </a:moveTo>
                  <a:lnTo>
                    <a:pt x="58" y="0"/>
                  </a:lnTo>
                  <a:cubicBezTo>
                    <a:pt x="11" y="0"/>
                    <a:pt x="11" y="0"/>
                    <a:pt x="11" y="0"/>
                  </a:cubicBezTo>
                  <a:cubicBezTo>
                    <a:pt x="5" y="0"/>
                    <a:pt x="0" y="5"/>
                    <a:pt x="0" y="12"/>
                  </a:cubicBezTo>
                  <a:cubicBezTo>
                    <a:pt x="0" y="18"/>
                    <a:pt x="5" y="23"/>
                    <a:pt x="11" y="23"/>
                  </a:cubicBezTo>
                  <a:cubicBezTo>
                    <a:pt x="58" y="23"/>
                    <a:pt x="58" y="23"/>
                    <a:pt x="58" y="23"/>
                  </a:cubicBezTo>
                  <a:cubicBezTo>
                    <a:pt x="64" y="23"/>
                    <a:pt x="70" y="18"/>
                    <a:pt x="70" y="12"/>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89" name="Freeform 168"/>
            <p:cNvSpPr>
              <a:spLocks noChangeArrowheads="1"/>
            </p:cNvSpPr>
            <p:nvPr/>
          </p:nvSpPr>
          <p:spPr bwMode="auto">
            <a:xfrm>
              <a:off x="6722960" y="2926280"/>
              <a:ext cx="29643" cy="9263"/>
            </a:xfrm>
            <a:custGeom>
              <a:avLst/>
              <a:gdLst>
                <a:gd name="T0" fmla="*/ 59 w 72"/>
                <a:gd name="T1" fmla="*/ 0 h 24"/>
                <a:gd name="T2" fmla="*/ 59 w 72"/>
                <a:gd name="T3" fmla="*/ 0 h 24"/>
                <a:gd name="T4" fmla="*/ 13 w 72"/>
                <a:gd name="T5" fmla="*/ 0 h 24"/>
                <a:gd name="T6" fmla="*/ 0 w 72"/>
                <a:gd name="T7" fmla="*/ 12 h 24"/>
                <a:gd name="T8" fmla="*/ 13 w 72"/>
                <a:gd name="T9" fmla="*/ 23 h 24"/>
                <a:gd name="T10" fmla="*/ 59 w 72"/>
                <a:gd name="T11" fmla="*/ 23 h 24"/>
                <a:gd name="T12" fmla="*/ 71 w 72"/>
                <a:gd name="T13" fmla="*/ 12 h 24"/>
                <a:gd name="T14" fmla="*/ 59 w 72"/>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24">
                  <a:moveTo>
                    <a:pt x="59" y="0"/>
                  </a:moveTo>
                  <a:lnTo>
                    <a:pt x="59" y="0"/>
                  </a:lnTo>
                  <a:cubicBezTo>
                    <a:pt x="13" y="0"/>
                    <a:pt x="13" y="0"/>
                    <a:pt x="13" y="0"/>
                  </a:cubicBezTo>
                  <a:cubicBezTo>
                    <a:pt x="6" y="0"/>
                    <a:pt x="0" y="5"/>
                    <a:pt x="0" y="12"/>
                  </a:cubicBezTo>
                  <a:cubicBezTo>
                    <a:pt x="0" y="18"/>
                    <a:pt x="6" y="23"/>
                    <a:pt x="13" y="23"/>
                  </a:cubicBezTo>
                  <a:cubicBezTo>
                    <a:pt x="59" y="23"/>
                    <a:pt x="59" y="23"/>
                    <a:pt x="59" y="23"/>
                  </a:cubicBezTo>
                  <a:cubicBezTo>
                    <a:pt x="66" y="23"/>
                    <a:pt x="71" y="18"/>
                    <a:pt x="71" y="12"/>
                  </a:cubicBezTo>
                  <a:cubicBezTo>
                    <a:pt x="71" y="5"/>
                    <a:pt x="66" y="0"/>
                    <a:pt x="59"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0" name="Freeform 169"/>
            <p:cNvSpPr>
              <a:spLocks noChangeArrowheads="1"/>
            </p:cNvSpPr>
            <p:nvPr/>
          </p:nvSpPr>
          <p:spPr bwMode="auto">
            <a:xfrm>
              <a:off x="6695170" y="2868846"/>
              <a:ext cx="38907" cy="11116"/>
            </a:xfrm>
            <a:custGeom>
              <a:avLst/>
              <a:gdLst>
                <a:gd name="T0" fmla="*/ 82 w 94"/>
                <a:gd name="T1" fmla="*/ 0 h 25"/>
                <a:gd name="T2" fmla="*/ 82 w 94"/>
                <a:gd name="T3" fmla="*/ 0 h 25"/>
                <a:gd name="T4" fmla="*/ 11 w 94"/>
                <a:gd name="T5" fmla="*/ 0 h 25"/>
                <a:gd name="T6" fmla="*/ 0 w 94"/>
                <a:gd name="T7" fmla="*/ 12 h 25"/>
                <a:gd name="T8" fmla="*/ 11 w 94"/>
                <a:gd name="T9" fmla="*/ 24 h 25"/>
                <a:gd name="T10" fmla="*/ 82 w 94"/>
                <a:gd name="T11" fmla="*/ 24 h 25"/>
                <a:gd name="T12" fmla="*/ 93 w 94"/>
                <a:gd name="T13" fmla="*/ 12 h 25"/>
                <a:gd name="T14" fmla="*/ 82 w 94"/>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4" h="25">
                  <a:moveTo>
                    <a:pt x="82" y="0"/>
                  </a:moveTo>
                  <a:lnTo>
                    <a:pt x="82" y="0"/>
                  </a:lnTo>
                  <a:cubicBezTo>
                    <a:pt x="11" y="0"/>
                    <a:pt x="11" y="0"/>
                    <a:pt x="11" y="0"/>
                  </a:cubicBezTo>
                  <a:cubicBezTo>
                    <a:pt x="5" y="0"/>
                    <a:pt x="0" y="5"/>
                    <a:pt x="0" y="12"/>
                  </a:cubicBezTo>
                  <a:cubicBezTo>
                    <a:pt x="0" y="18"/>
                    <a:pt x="5" y="24"/>
                    <a:pt x="11" y="24"/>
                  </a:cubicBezTo>
                  <a:cubicBezTo>
                    <a:pt x="82" y="24"/>
                    <a:pt x="82" y="24"/>
                    <a:pt x="82" y="24"/>
                  </a:cubicBezTo>
                  <a:cubicBezTo>
                    <a:pt x="88" y="24"/>
                    <a:pt x="93" y="18"/>
                    <a:pt x="93" y="12"/>
                  </a:cubicBezTo>
                  <a:cubicBezTo>
                    <a:pt x="93" y="5"/>
                    <a:pt x="88" y="0"/>
                    <a:pt x="82"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1" name="Freeform 170"/>
            <p:cNvSpPr>
              <a:spLocks noChangeArrowheads="1"/>
            </p:cNvSpPr>
            <p:nvPr/>
          </p:nvSpPr>
          <p:spPr bwMode="auto">
            <a:xfrm>
              <a:off x="6752603" y="2868846"/>
              <a:ext cx="38906" cy="11116"/>
            </a:xfrm>
            <a:custGeom>
              <a:avLst/>
              <a:gdLst>
                <a:gd name="T0" fmla="*/ 81 w 94"/>
                <a:gd name="T1" fmla="*/ 0 h 25"/>
                <a:gd name="T2" fmla="*/ 81 w 94"/>
                <a:gd name="T3" fmla="*/ 0 h 25"/>
                <a:gd name="T4" fmla="*/ 12 w 94"/>
                <a:gd name="T5" fmla="*/ 0 h 25"/>
                <a:gd name="T6" fmla="*/ 0 w 94"/>
                <a:gd name="T7" fmla="*/ 12 h 25"/>
                <a:gd name="T8" fmla="*/ 12 w 94"/>
                <a:gd name="T9" fmla="*/ 24 h 25"/>
                <a:gd name="T10" fmla="*/ 81 w 94"/>
                <a:gd name="T11" fmla="*/ 24 h 25"/>
                <a:gd name="T12" fmla="*/ 93 w 94"/>
                <a:gd name="T13" fmla="*/ 12 h 25"/>
                <a:gd name="T14" fmla="*/ 81 w 94"/>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4" h="25">
                  <a:moveTo>
                    <a:pt x="81" y="0"/>
                  </a:moveTo>
                  <a:lnTo>
                    <a:pt x="81" y="0"/>
                  </a:lnTo>
                  <a:cubicBezTo>
                    <a:pt x="12" y="0"/>
                    <a:pt x="12" y="0"/>
                    <a:pt x="12" y="0"/>
                  </a:cubicBezTo>
                  <a:cubicBezTo>
                    <a:pt x="5" y="0"/>
                    <a:pt x="0" y="5"/>
                    <a:pt x="0" y="12"/>
                  </a:cubicBezTo>
                  <a:cubicBezTo>
                    <a:pt x="0" y="18"/>
                    <a:pt x="5" y="24"/>
                    <a:pt x="12" y="24"/>
                  </a:cubicBezTo>
                  <a:cubicBezTo>
                    <a:pt x="81" y="24"/>
                    <a:pt x="81" y="24"/>
                    <a:pt x="81" y="24"/>
                  </a:cubicBezTo>
                  <a:cubicBezTo>
                    <a:pt x="88" y="24"/>
                    <a:pt x="93" y="18"/>
                    <a:pt x="93" y="12"/>
                  </a:cubicBezTo>
                  <a:cubicBezTo>
                    <a:pt x="93" y="5"/>
                    <a:pt x="88" y="0"/>
                    <a:pt x="81"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2" name="Freeform 171"/>
            <p:cNvSpPr>
              <a:spLocks noChangeArrowheads="1"/>
            </p:cNvSpPr>
            <p:nvPr/>
          </p:nvSpPr>
          <p:spPr bwMode="auto">
            <a:xfrm>
              <a:off x="6782246" y="2926280"/>
              <a:ext cx="29643" cy="9263"/>
            </a:xfrm>
            <a:custGeom>
              <a:avLst/>
              <a:gdLst>
                <a:gd name="T0" fmla="*/ 58 w 71"/>
                <a:gd name="T1" fmla="*/ 0 h 24"/>
                <a:gd name="T2" fmla="*/ 58 w 71"/>
                <a:gd name="T3" fmla="*/ 0 h 24"/>
                <a:gd name="T4" fmla="*/ 11 w 71"/>
                <a:gd name="T5" fmla="*/ 0 h 24"/>
                <a:gd name="T6" fmla="*/ 0 w 71"/>
                <a:gd name="T7" fmla="*/ 12 h 24"/>
                <a:gd name="T8" fmla="*/ 11 w 71"/>
                <a:gd name="T9" fmla="*/ 23 h 24"/>
                <a:gd name="T10" fmla="*/ 58 w 71"/>
                <a:gd name="T11" fmla="*/ 23 h 24"/>
                <a:gd name="T12" fmla="*/ 70 w 71"/>
                <a:gd name="T13" fmla="*/ 12 h 24"/>
                <a:gd name="T14" fmla="*/ 58 w 71"/>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4">
                  <a:moveTo>
                    <a:pt x="58" y="0"/>
                  </a:moveTo>
                  <a:lnTo>
                    <a:pt x="58" y="0"/>
                  </a:lnTo>
                  <a:cubicBezTo>
                    <a:pt x="11" y="0"/>
                    <a:pt x="11" y="0"/>
                    <a:pt x="11" y="0"/>
                  </a:cubicBezTo>
                  <a:cubicBezTo>
                    <a:pt x="5" y="0"/>
                    <a:pt x="0" y="5"/>
                    <a:pt x="0" y="12"/>
                  </a:cubicBezTo>
                  <a:cubicBezTo>
                    <a:pt x="0" y="18"/>
                    <a:pt x="5" y="23"/>
                    <a:pt x="11" y="23"/>
                  </a:cubicBezTo>
                  <a:cubicBezTo>
                    <a:pt x="58" y="23"/>
                    <a:pt x="58" y="23"/>
                    <a:pt x="58" y="23"/>
                  </a:cubicBezTo>
                  <a:cubicBezTo>
                    <a:pt x="64" y="23"/>
                    <a:pt x="70" y="18"/>
                    <a:pt x="70" y="12"/>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3" name="Freeform 172"/>
            <p:cNvSpPr>
              <a:spLocks noChangeArrowheads="1"/>
            </p:cNvSpPr>
            <p:nvPr/>
          </p:nvSpPr>
          <p:spPr bwMode="auto">
            <a:xfrm>
              <a:off x="6665527" y="2946659"/>
              <a:ext cx="29643" cy="9264"/>
            </a:xfrm>
            <a:custGeom>
              <a:avLst/>
              <a:gdLst>
                <a:gd name="T0" fmla="*/ 58 w 71"/>
                <a:gd name="T1" fmla="*/ 0 h 24"/>
                <a:gd name="T2" fmla="*/ 58 w 71"/>
                <a:gd name="T3" fmla="*/ 0 h 24"/>
                <a:gd name="T4" fmla="*/ 11 w 71"/>
                <a:gd name="T5" fmla="*/ 0 h 24"/>
                <a:gd name="T6" fmla="*/ 0 w 71"/>
                <a:gd name="T7" fmla="*/ 12 h 24"/>
                <a:gd name="T8" fmla="*/ 11 w 71"/>
                <a:gd name="T9" fmla="*/ 23 h 24"/>
                <a:gd name="T10" fmla="*/ 58 w 71"/>
                <a:gd name="T11" fmla="*/ 23 h 24"/>
                <a:gd name="T12" fmla="*/ 70 w 71"/>
                <a:gd name="T13" fmla="*/ 12 h 24"/>
                <a:gd name="T14" fmla="*/ 58 w 71"/>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4">
                  <a:moveTo>
                    <a:pt x="58" y="0"/>
                  </a:moveTo>
                  <a:lnTo>
                    <a:pt x="58" y="0"/>
                  </a:lnTo>
                  <a:cubicBezTo>
                    <a:pt x="11" y="0"/>
                    <a:pt x="11" y="0"/>
                    <a:pt x="11" y="0"/>
                  </a:cubicBezTo>
                  <a:cubicBezTo>
                    <a:pt x="5" y="0"/>
                    <a:pt x="0" y="5"/>
                    <a:pt x="0" y="12"/>
                  </a:cubicBezTo>
                  <a:cubicBezTo>
                    <a:pt x="0" y="18"/>
                    <a:pt x="5" y="23"/>
                    <a:pt x="11" y="23"/>
                  </a:cubicBezTo>
                  <a:cubicBezTo>
                    <a:pt x="58" y="23"/>
                    <a:pt x="58" y="23"/>
                    <a:pt x="58" y="23"/>
                  </a:cubicBezTo>
                  <a:cubicBezTo>
                    <a:pt x="64" y="23"/>
                    <a:pt x="70" y="18"/>
                    <a:pt x="70" y="12"/>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4" name="Freeform 173"/>
            <p:cNvSpPr>
              <a:spLocks noChangeArrowheads="1"/>
            </p:cNvSpPr>
            <p:nvPr/>
          </p:nvSpPr>
          <p:spPr bwMode="auto">
            <a:xfrm>
              <a:off x="6722960" y="2946659"/>
              <a:ext cx="29643" cy="9264"/>
            </a:xfrm>
            <a:custGeom>
              <a:avLst/>
              <a:gdLst>
                <a:gd name="T0" fmla="*/ 59 w 72"/>
                <a:gd name="T1" fmla="*/ 0 h 24"/>
                <a:gd name="T2" fmla="*/ 59 w 72"/>
                <a:gd name="T3" fmla="*/ 0 h 24"/>
                <a:gd name="T4" fmla="*/ 13 w 72"/>
                <a:gd name="T5" fmla="*/ 0 h 24"/>
                <a:gd name="T6" fmla="*/ 0 w 72"/>
                <a:gd name="T7" fmla="*/ 12 h 24"/>
                <a:gd name="T8" fmla="*/ 13 w 72"/>
                <a:gd name="T9" fmla="*/ 23 h 24"/>
                <a:gd name="T10" fmla="*/ 59 w 72"/>
                <a:gd name="T11" fmla="*/ 23 h 24"/>
                <a:gd name="T12" fmla="*/ 71 w 72"/>
                <a:gd name="T13" fmla="*/ 12 h 24"/>
                <a:gd name="T14" fmla="*/ 59 w 72"/>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24">
                  <a:moveTo>
                    <a:pt x="59" y="0"/>
                  </a:moveTo>
                  <a:lnTo>
                    <a:pt x="59" y="0"/>
                  </a:lnTo>
                  <a:cubicBezTo>
                    <a:pt x="13" y="0"/>
                    <a:pt x="13" y="0"/>
                    <a:pt x="13" y="0"/>
                  </a:cubicBezTo>
                  <a:cubicBezTo>
                    <a:pt x="6" y="0"/>
                    <a:pt x="0" y="5"/>
                    <a:pt x="0" y="12"/>
                  </a:cubicBezTo>
                  <a:cubicBezTo>
                    <a:pt x="0" y="18"/>
                    <a:pt x="6" y="23"/>
                    <a:pt x="13" y="23"/>
                  </a:cubicBezTo>
                  <a:cubicBezTo>
                    <a:pt x="59" y="23"/>
                    <a:pt x="59" y="23"/>
                    <a:pt x="59" y="23"/>
                  </a:cubicBezTo>
                  <a:cubicBezTo>
                    <a:pt x="66" y="23"/>
                    <a:pt x="71" y="18"/>
                    <a:pt x="71" y="12"/>
                  </a:cubicBezTo>
                  <a:cubicBezTo>
                    <a:pt x="71" y="5"/>
                    <a:pt x="66" y="0"/>
                    <a:pt x="59"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5" name="Freeform 174"/>
            <p:cNvSpPr>
              <a:spLocks noChangeArrowheads="1"/>
            </p:cNvSpPr>
            <p:nvPr/>
          </p:nvSpPr>
          <p:spPr bwMode="auto">
            <a:xfrm>
              <a:off x="6782246" y="2946659"/>
              <a:ext cx="29643" cy="9264"/>
            </a:xfrm>
            <a:custGeom>
              <a:avLst/>
              <a:gdLst>
                <a:gd name="T0" fmla="*/ 58 w 71"/>
                <a:gd name="T1" fmla="*/ 0 h 24"/>
                <a:gd name="T2" fmla="*/ 58 w 71"/>
                <a:gd name="T3" fmla="*/ 0 h 24"/>
                <a:gd name="T4" fmla="*/ 11 w 71"/>
                <a:gd name="T5" fmla="*/ 0 h 24"/>
                <a:gd name="T6" fmla="*/ 0 w 71"/>
                <a:gd name="T7" fmla="*/ 12 h 24"/>
                <a:gd name="T8" fmla="*/ 11 w 71"/>
                <a:gd name="T9" fmla="*/ 23 h 24"/>
                <a:gd name="T10" fmla="*/ 58 w 71"/>
                <a:gd name="T11" fmla="*/ 23 h 24"/>
                <a:gd name="T12" fmla="*/ 70 w 71"/>
                <a:gd name="T13" fmla="*/ 12 h 24"/>
                <a:gd name="T14" fmla="*/ 58 w 71"/>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4">
                  <a:moveTo>
                    <a:pt x="58" y="0"/>
                  </a:moveTo>
                  <a:lnTo>
                    <a:pt x="58" y="0"/>
                  </a:lnTo>
                  <a:cubicBezTo>
                    <a:pt x="11" y="0"/>
                    <a:pt x="11" y="0"/>
                    <a:pt x="11" y="0"/>
                  </a:cubicBezTo>
                  <a:cubicBezTo>
                    <a:pt x="5" y="0"/>
                    <a:pt x="0" y="5"/>
                    <a:pt x="0" y="12"/>
                  </a:cubicBezTo>
                  <a:cubicBezTo>
                    <a:pt x="0" y="18"/>
                    <a:pt x="5" y="23"/>
                    <a:pt x="11" y="23"/>
                  </a:cubicBezTo>
                  <a:cubicBezTo>
                    <a:pt x="58" y="23"/>
                    <a:pt x="58" y="23"/>
                    <a:pt x="58" y="23"/>
                  </a:cubicBezTo>
                  <a:cubicBezTo>
                    <a:pt x="64" y="23"/>
                    <a:pt x="70" y="18"/>
                    <a:pt x="70" y="12"/>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6" name="Freeform 175"/>
            <p:cNvSpPr>
              <a:spLocks noChangeArrowheads="1"/>
            </p:cNvSpPr>
            <p:nvPr/>
          </p:nvSpPr>
          <p:spPr bwMode="auto">
            <a:xfrm>
              <a:off x="6665527" y="2967039"/>
              <a:ext cx="29643" cy="9263"/>
            </a:xfrm>
            <a:custGeom>
              <a:avLst/>
              <a:gdLst>
                <a:gd name="T0" fmla="*/ 58 w 71"/>
                <a:gd name="T1" fmla="*/ 0 h 24"/>
                <a:gd name="T2" fmla="*/ 58 w 71"/>
                <a:gd name="T3" fmla="*/ 0 h 24"/>
                <a:gd name="T4" fmla="*/ 11 w 71"/>
                <a:gd name="T5" fmla="*/ 0 h 24"/>
                <a:gd name="T6" fmla="*/ 0 w 71"/>
                <a:gd name="T7" fmla="*/ 11 h 24"/>
                <a:gd name="T8" fmla="*/ 11 w 71"/>
                <a:gd name="T9" fmla="*/ 23 h 24"/>
                <a:gd name="T10" fmla="*/ 58 w 71"/>
                <a:gd name="T11" fmla="*/ 23 h 24"/>
                <a:gd name="T12" fmla="*/ 70 w 71"/>
                <a:gd name="T13" fmla="*/ 11 h 24"/>
                <a:gd name="T14" fmla="*/ 58 w 71"/>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4">
                  <a:moveTo>
                    <a:pt x="58" y="0"/>
                  </a:moveTo>
                  <a:lnTo>
                    <a:pt x="58" y="0"/>
                  </a:lnTo>
                  <a:cubicBezTo>
                    <a:pt x="11" y="0"/>
                    <a:pt x="11" y="0"/>
                    <a:pt x="11" y="0"/>
                  </a:cubicBezTo>
                  <a:cubicBezTo>
                    <a:pt x="5" y="0"/>
                    <a:pt x="0" y="5"/>
                    <a:pt x="0" y="11"/>
                  </a:cubicBezTo>
                  <a:cubicBezTo>
                    <a:pt x="0" y="18"/>
                    <a:pt x="5" y="23"/>
                    <a:pt x="11" y="23"/>
                  </a:cubicBezTo>
                  <a:cubicBezTo>
                    <a:pt x="58" y="23"/>
                    <a:pt x="58" y="23"/>
                    <a:pt x="58" y="23"/>
                  </a:cubicBezTo>
                  <a:cubicBezTo>
                    <a:pt x="64" y="23"/>
                    <a:pt x="70" y="18"/>
                    <a:pt x="70" y="11"/>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7" name="Freeform 176"/>
            <p:cNvSpPr>
              <a:spLocks noChangeArrowheads="1"/>
            </p:cNvSpPr>
            <p:nvPr/>
          </p:nvSpPr>
          <p:spPr bwMode="auto">
            <a:xfrm>
              <a:off x="6722960" y="2967039"/>
              <a:ext cx="29643" cy="9263"/>
            </a:xfrm>
            <a:custGeom>
              <a:avLst/>
              <a:gdLst>
                <a:gd name="T0" fmla="*/ 59 w 72"/>
                <a:gd name="T1" fmla="*/ 0 h 24"/>
                <a:gd name="T2" fmla="*/ 59 w 72"/>
                <a:gd name="T3" fmla="*/ 0 h 24"/>
                <a:gd name="T4" fmla="*/ 13 w 72"/>
                <a:gd name="T5" fmla="*/ 0 h 24"/>
                <a:gd name="T6" fmla="*/ 0 w 72"/>
                <a:gd name="T7" fmla="*/ 11 h 24"/>
                <a:gd name="T8" fmla="*/ 13 w 72"/>
                <a:gd name="T9" fmla="*/ 23 h 24"/>
                <a:gd name="T10" fmla="*/ 59 w 72"/>
                <a:gd name="T11" fmla="*/ 23 h 24"/>
                <a:gd name="T12" fmla="*/ 71 w 72"/>
                <a:gd name="T13" fmla="*/ 11 h 24"/>
                <a:gd name="T14" fmla="*/ 59 w 72"/>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24">
                  <a:moveTo>
                    <a:pt x="59" y="0"/>
                  </a:moveTo>
                  <a:lnTo>
                    <a:pt x="59" y="0"/>
                  </a:lnTo>
                  <a:cubicBezTo>
                    <a:pt x="13" y="0"/>
                    <a:pt x="13" y="0"/>
                    <a:pt x="13" y="0"/>
                  </a:cubicBezTo>
                  <a:cubicBezTo>
                    <a:pt x="6" y="0"/>
                    <a:pt x="0" y="5"/>
                    <a:pt x="0" y="11"/>
                  </a:cubicBezTo>
                  <a:cubicBezTo>
                    <a:pt x="0" y="18"/>
                    <a:pt x="6" y="23"/>
                    <a:pt x="13" y="23"/>
                  </a:cubicBezTo>
                  <a:cubicBezTo>
                    <a:pt x="59" y="23"/>
                    <a:pt x="59" y="23"/>
                    <a:pt x="59" y="23"/>
                  </a:cubicBezTo>
                  <a:cubicBezTo>
                    <a:pt x="66" y="23"/>
                    <a:pt x="71" y="18"/>
                    <a:pt x="71" y="11"/>
                  </a:cubicBezTo>
                  <a:cubicBezTo>
                    <a:pt x="71" y="5"/>
                    <a:pt x="66" y="0"/>
                    <a:pt x="59"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8" name="Freeform 177"/>
            <p:cNvSpPr>
              <a:spLocks noChangeArrowheads="1"/>
            </p:cNvSpPr>
            <p:nvPr/>
          </p:nvSpPr>
          <p:spPr bwMode="auto">
            <a:xfrm>
              <a:off x="6782246" y="2967039"/>
              <a:ext cx="29643" cy="9263"/>
            </a:xfrm>
            <a:custGeom>
              <a:avLst/>
              <a:gdLst>
                <a:gd name="T0" fmla="*/ 58 w 71"/>
                <a:gd name="T1" fmla="*/ 0 h 24"/>
                <a:gd name="T2" fmla="*/ 58 w 71"/>
                <a:gd name="T3" fmla="*/ 0 h 24"/>
                <a:gd name="T4" fmla="*/ 11 w 71"/>
                <a:gd name="T5" fmla="*/ 0 h 24"/>
                <a:gd name="T6" fmla="*/ 0 w 71"/>
                <a:gd name="T7" fmla="*/ 11 h 24"/>
                <a:gd name="T8" fmla="*/ 11 w 71"/>
                <a:gd name="T9" fmla="*/ 23 h 24"/>
                <a:gd name="T10" fmla="*/ 58 w 71"/>
                <a:gd name="T11" fmla="*/ 23 h 24"/>
                <a:gd name="T12" fmla="*/ 70 w 71"/>
                <a:gd name="T13" fmla="*/ 11 h 24"/>
                <a:gd name="T14" fmla="*/ 58 w 71"/>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4">
                  <a:moveTo>
                    <a:pt x="58" y="0"/>
                  </a:moveTo>
                  <a:lnTo>
                    <a:pt x="58" y="0"/>
                  </a:lnTo>
                  <a:cubicBezTo>
                    <a:pt x="11" y="0"/>
                    <a:pt x="11" y="0"/>
                    <a:pt x="11" y="0"/>
                  </a:cubicBezTo>
                  <a:cubicBezTo>
                    <a:pt x="5" y="0"/>
                    <a:pt x="0" y="5"/>
                    <a:pt x="0" y="11"/>
                  </a:cubicBezTo>
                  <a:cubicBezTo>
                    <a:pt x="0" y="18"/>
                    <a:pt x="5" y="23"/>
                    <a:pt x="11" y="23"/>
                  </a:cubicBezTo>
                  <a:cubicBezTo>
                    <a:pt x="58" y="23"/>
                    <a:pt x="58" y="23"/>
                    <a:pt x="58" y="23"/>
                  </a:cubicBezTo>
                  <a:cubicBezTo>
                    <a:pt x="64" y="23"/>
                    <a:pt x="70" y="18"/>
                    <a:pt x="70" y="11"/>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99" name="Freeform 178"/>
            <p:cNvSpPr>
              <a:spLocks noChangeArrowheads="1"/>
            </p:cNvSpPr>
            <p:nvPr/>
          </p:nvSpPr>
          <p:spPr bwMode="auto">
            <a:xfrm>
              <a:off x="6665527" y="2985566"/>
              <a:ext cx="29643" cy="11116"/>
            </a:xfrm>
            <a:custGeom>
              <a:avLst/>
              <a:gdLst>
                <a:gd name="T0" fmla="*/ 58 w 71"/>
                <a:gd name="T1" fmla="*/ 0 h 25"/>
                <a:gd name="T2" fmla="*/ 58 w 71"/>
                <a:gd name="T3" fmla="*/ 0 h 25"/>
                <a:gd name="T4" fmla="*/ 11 w 71"/>
                <a:gd name="T5" fmla="*/ 0 h 25"/>
                <a:gd name="T6" fmla="*/ 0 w 71"/>
                <a:gd name="T7" fmla="*/ 12 h 25"/>
                <a:gd name="T8" fmla="*/ 11 w 71"/>
                <a:gd name="T9" fmla="*/ 24 h 25"/>
                <a:gd name="T10" fmla="*/ 58 w 71"/>
                <a:gd name="T11" fmla="*/ 24 h 25"/>
                <a:gd name="T12" fmla="*/ 70 w 71"/>
                <a:gd name="T13" fmla="*/ 12 h 25"/>
                <a:gd name="T14" fmla="*/ 58 w 71"/>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5">
                  <a:moveTo>
                    <a:pt x="58" y="0"/>
                  </a:moveTo>
                  <a:lnTo>
                    <a:pt x="58" y="0"/>
                  </a:lnTo>
                  <a:cubicBezTo>
                    <a:pt x="11" y="0"/>
                    <a:pt x="11" y="0"/>
                    <a:pt x="11" y="0"/>
                  </a:cubicBezTo>
                  <a:cubicBezTo>
                    <a:pt x="5" y="0"/>
                    <a:pt x="0" y="5"/>
                    <a:pt x="0" y="12"/>
                  </a:cubicBezTo>
                  <a:cubicBezTo>
                    <a:pt x="0" y="19"/>
                    <a:pt x="5" y="24"/>
                    <a:pt x="11" y="24"/>
                  </a:cubicBezTo>
                  <a:cubicBezTo>
                    <a:pt x="58" y="24"/>
                    <a:pt x="58" y="24"/>
                    <a:pt x="58" y="24"/>
                  </a:cubicBezTo>
                  <a:cubicBezTo>
                    <a:pt x="64" y="24"/>
                    <a:pt x="70" y="19"/>
                    <a:pt x="70" y="12"/>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0" name="Freeform 179"/>
            <p:cNvSpPr>
              <a:spLocks noChangeArrowheads="1"/>
            </p:cNvSpPr>
            <p:nvPr/>
          </p:nvSpPr>
          <p:spPr bwMode="auto">
            <a:xfrm>
              <a:off x="6722960" y="2985566"/>
              <a:ext cx="29643" cy="11116"/>
            </a:xfrm>
            <a:custGeom>
              <a:avLst/>
              <a:gdLst>
                <a:gd name="T0" fmla="*/ 59 w 72"/>
                <a:gd name="T1" fmla="*/ 0 h 25"/>
                <a:gd name="T2" fmla="*/ 59 w 72"/>
                <a:gd name="T3" fmla="*/ 0 h 25"/>
                <a:gd name="T4" fmla="*/ 13 w 72"/>
                <a:gd name="T5" fmla="*/ 0 h 25"/>
                <a:gd name="T6" fmla="*/ 0 w 72"/>
                <a:gd name="T7" fmla="*/ 12 h 25"/>
                <a:gd name="T8" fmla="*/ 13 w 72"/>
                <a:gd name="T9" fmla="*/ 24 h 25"/>
                <a:gd name="T10" fmla="*/ 59 w 72"/>
                <a:gd name="T11" fmla="*/ 24 h 25"/>
                <a:gd name="T12" fmla="*/ 71 w 72"/>
                <a:gd name="T13" fmla="*/ 12 h 25"/>
                <a:gd name="T14" fmla="*/ 59 w 72"/>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25">
                  <a:moveTo>
                    <a:pt x="59" y="0"/>
                  </a:moveTo>
                  <a:lnTo>
                    <a:pt x="59" y="0"/>
                  </a:lnTo>
                  <a:cubicBezTo>
                    <a:pt x="13" y="0"/>
                    <a:pt x="13" y="0"/>
                    <a:pt x="13" y="0"/>
                  </a:cubicBezTo>
                  <a:cubicBezTo>
                    <a:pt x="6" y="0"/>
                    <a:pt x="0" y="5"/>
                    <a:pt x="0" y="12"/>
                  </a:cubicBezTo>
                  <a:cubicBezTo>
                    <a:pt x="0" y="19"/>
                    <a:pt x="6" y="24"/>
                    <a:pt x="13" y="24"/>
                  </a:cubicBezTo>
                  <a:cubicBezTo>
                    <a:pt x="59" y="24"/>
                    <a:pt x="59" y="24"/>
                    <a:pt x="59" y="24"/>
                  </a:cubicBezTo>
                  <a:cubicBezTo>
                    <a:pt x="66" y="24"/>
                    <a:pt x="71" y="19"/>
                    <a:pt x="71" y="12"/>
                  </a:cubicBezTo>
                  <a:cubicBezTo>
                    <a:pt x="71" y="5"/>
                    <a:pt x="66" y="0"/>
                    <a:pt x="59"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1" name="Freeform 180"/>
            <p:cNvSpPr>
              <a:spLocks noChangeArrowheads="1"/>
            </p:cNvSpPr>
            <p:nvPr/>
          </p:nvSpPr>
          <p:spPr bwMode="auto">
            <a:xfrm>
              <a:off x="6782246" y="2985566"/>
              <a:ext cx="29643" cy="11116"/>
            </a:xfrm>
            <a:custGeom>
              <a:avLst/>
              <a:gdLst>
                <a:gd name="T0" fmla="*/ 58 w 71"/>
                <a:gd name="T1" fmla="*/ 0 h 25"/>
                <a:gd name="T2" fmla="*/ 58 w 71"/>
                <a:gd name="T3" fmla="*/ 0 h 25"/>
                <a:gd name="T4" fmla="*/ 11 w 71"/>
                <a:gd name="T5" fmla="*/ 0 h 25"/>
                <a:gd name="T6" fmla="*/ 0 w 71"/>
                <a:gd name="T7" fmla="*/ 12 h 25"/>
                <a:gd name="T8" fmla="*/ 11 w 71"/>
                <a:gd name="T9" fmla="*/ 24 h 25"/>
                <a:gd name="T10" fmla="*/ 58 w 71"/>
                <a:gd name="T11" fmla="*/ 24 h 25"/>
                <a:gd name="T12" fmla="*/ 70 w 71"/>
                <a:gd name="T13" fmla="*/ 12 h 25"/>
                <a:gd name="T14" fmla="*/ 58 w 71"/>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5">
                  <a:moveTo>
                    <a:pt x="58" y="0"/>
                  </a:moveTo>
                  <a:lnTo>
                    <a:pt x="58" y="0"/>
                  </a:lnTo>
                  <a:cubicBezTo>
                    <a:pt x="11" y="0"/>
                    <a:pt x="11" y="0"/>
                    <a:pt x="11" y="0"/>
                  </a:cubicBezTo>
                  <a:cubicBezTo>
                    <a:pt x="5" y="0"/>
                    <a:pt x="0" y="5"/>
                    <a:pt x="0" y="12"/>
                  </a:cubicBezTo>
                  <a:cubicBezTo>
                    <a:pt x="0" y="19"/>
                    <a:pt x="5" y="24"/>
                    <a:pt x="11" y="24"/>
                  </a:cubicBezTo>
                  <a:cubicBezTo>
                    <a:pt x="58" y="24"/>
                    <a:pt x="58" y="24"/>
                    <a:pt x="58" y="24"/>
                  </a:cubicBezTo>
                  <a:cubicBezTo>
                    <a:pt x="64" y="24"/>
                    <a:pt x="70" y="19"/>
                    <a:pt x="70" y="12"/>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2" name="Freeform 181"/>
            <p:cNvSpPr>
              <a:spLocks noChangeArrowheads="1"/>
            </p:cNvSpPr>
            <p:nvPr/>
          </p:nvSpPr>
          <p:spPr bwMode="auto">
            <a:xfrm>
              <a:off x="6665527" y="3005944"/>
              <a:ext cx="29643" cy="11116"/>
            </a:xfrm>
            <a:custGeom>
              <a:avLst/>
              <a:gdLst>
                <a:gd name="T0" fmla="*/ 58 w 71"/>
                <a:gd name="T1" fmla="*/ 0 h 25"/>
                <a:gd name="T2" fmla="*/ 58 w 71"/>
                <a:gd name="T3" fmla="*/ 0 h 25"/>
                <a:gd name="T4" fmla="*/ 11 w 71"/>
                <a:gd name="T5" fmla="*/ 0 h 25"/>
                <a:gd name="T6" fmla="*/ 0 w 71"/>
                <a:gd name="T7" fmla="*/ 11 h 25"/>
                <a:gd name="T8" fmla="*/ 11 w 71"/>
                <a:gd name="T9" fmla="*/ 24 h 25"/>
                <a:gd name="T10" fmla="*/ 58 w 71"/>
                <a:gd name="T11" fmla="*/ 24 h 25"/>
                <a:gd name="T12" fmla="*/ 70 w 71"/>
                <a:gd name="T13" fmla="*/ 11 h 25"/>
                <a:gd name="T14" fmla="*/ 58 w 71"/>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5">
                  <a:moveTo>
                    <a:pt x="58" y="0"/>
                  </a:moveTo>
                  <a:lnTo>
                    <a:pt x="58" y="0"/>
                  </a:lnTo>
                  <a:cubicBezTo>
                    <a:pt x="11" y="0"/>
                    <a:pt x="11" y="0"/>
                    <a:pt x="11" y="0"/>
                  </a:cubicBezTo>
                  <a:cubicBezTo>
                    <a:pt x="5" y="0"/>
                    <a:pt x="0" y="5"/>
                    <a:pt x="0" y="11"/>
                  </a:cubicBezTo>
                  <a:cubicBezTo>
                    <a:pt x="0" y="18"/>
                    <a:pt x="5" y="24"/>
                    <a:pt x="11" y="24"/>
                  </a:cubicBezTo>
                  <a:cubicBezTo>
                    <a:pt x="58" y="24"/>
                    <a:pt x="58" y="24"/>
                    <a:pt x="58" y="24"/>
                  </a:cubicBezTo>
                  <a:cubicBezTo>
                    <a:pt x="64" y="24"/>
                    <a:pt x="70" y="18"/>
                    <a:pt x="70" y="11"/>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3" name="Freeform 182"/>
            <p:cNvSpPr>
              <a:spLocks noChangeArrowheads="1"/>
            </p:cNvSpPr>
            <p:nvPr/>
          </p:nvSpPr>
          <p:spPr bwMode="auto">
            <a:xfrm>
              <a:off x="6722960" y="3005944"/>
              <a:ext cx="29643" cy="11116"/>
            </a:xfrm>
            <a:custGeom>
              <a:avLst/>
              <a:gdLst>
                <a:gd name="T0" fmla="*/ 59 w 72"/>
                <a:gd name="T1" fmla="*/ 0 h 25"/>
                <a:gd name="T2" fmla="*/ 59 w 72"/>
                <a:gd name="T3" fmla="*/ 0 h 25"/>
                <a:gd name="T4" fmla="*/ 13 w 72"/>
                <a:gd name="T5" fmla="*/ 0 h 25"/>
                <a:gd name="T6" fmla="*/ 0 w 72"/>
                <a:gd name="T7" fmla="*/ 11 h 25"/>
                <a:gd name="T8" fmla="*/ 13 w 72"/>
                <a:gd name="T9" fmla="*/ 24 h 25"/>
                <a:gd name="T10" fmla="*/ 59 w 72"/>
                <a:gd name="T11" fmla="*/ 24 h 25"/>
                <a:gd name="T12" fmla="*/ 71 w 72"/>
                <a:gd name="T13" fmla="*/ 11 h 25"/>
                <a:gd name="T14" fmla="*/ 59 w 72"/>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25">
                  <a:moveTo>
                    <a:pt x="59" y="0"/>
                  </a:moveTo>
                  <a:lnTo>
                    <a:pt x="59" y="0"/>
                  </a:lnTo>
                  <a:cubicBezTo>
                    <a:pt x="13" y="0"/>
                    <a:pt x="13" y="0"/>
                    <a:pt x="13" y="0"/>
                  </a:cubicBezTo>
                  <a:cubicBezTo>
                    <a:pt x="6" y="0"/>
                    <a:pt x="0" y="5"/>
                    <a:pt x="0" y="11"/>
                  </a:cubicBezTo>
                  <a:cubicBezTo>
                    <a:pt x="0" y="18"/>
                    <a:pt x="6" y="24"/>
                    <a:pt x="13" y="24"/>
                  </a:cubicBezTo>
                  <a:cubicBezTo>
                    <a:pt x="59" y="24"/>
                    <a:pt x="59" y="24"/>
                    <a:pt x="59" y="24"/>
                  </a:cubicBezTo>
                  <a:cubicBezTo>
                    <a:pt x="66" y="24"/>
                    <a:pt x="71" y="18"/>
                    <a:pt x="71" y="11"/>
                  </a:cubicBezTo>
                  <a:cubicBezTo>
                    <a:pt x="71" y="5"/>
                    <a:pt x="66" y="0"/>
                    <a:pt x="59"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4" name="Freeform 183"/>
            <p:cNvSpPr>
              <a:spLocks noChangeArrowheads="1"/>
            </p:cNvSpPr>
            <p:nvPr/>
          </p:nvSpPr>
          <p:spPr bwMode="auto">
            <a:xfrm>
              <a:off x="6782246" y="3005944"/>
              <a:ext cx="29643" cy="11116"/>
            </a:xfrm>
            <a:custGeom>
              <a:avLst/>
              <a:gdLst>
                <a:gd name="T0" fmla="*/ 58 w 71"/>
                <a:gd name="T1" fmla="*/ 0 h 25"/>
                <a:gd name="T2" fmla="*/ 58 w 71"/>
                <a:gd name="T3" fmla="*/ 0 h 25"/>
                <a:gd name="T4" fmla="*/ 11 w 71"/>
                <a:gd name="T5" fmla="*/ 0 h 25"/>
                <a:gd name="T6" fmla="*/ 0 w 71"/>
                <a:gd name="T7" fmla="*/ 11 h 25"/>
                <a:gd name="T8" fmla="*/ 11 w 71"/>
                <a:gd name="T9" fmla="*/ 24 h 25"/>
                <a:gd name="T10" fmla="*/ 58 w 71"/>
                <a:gd name="T11" fmla="*/ 24 h 25"/>
                <a:gd name="T12" fmla="*/ 70 w 71"/>
                <a:gd name="T13" fmla="*/ 11 h 25"/>
                <a:gd name="T14" fmla="*/ 58 w 71"/>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5">
                  <a:moveTo>
                    <a:pt x="58" y="0"/>
                  </a:moveTo>
                  <a:lnTo>
                    <a:pt x="58" y="0"/>
                  </a:lnTo>
                  <a:cubicBezTo>
                    <a:pt x="11" y="0"/>
                    <a:pt x="11" y="0"/>
                    <a:pt x="11" y="0"/>
                  </a:cubicBezTo>
                  <a:cubicBezTo>
                    <a:pt x="5" y="0"/>
                    <a:pt x="0" y="5"/>
                    <a:pt x="0" y="11"/>
                  </a:cubicBezTo>
                  <a:cubicBezTo>
                    <a:pt x="0" y="18"/>
                    <a:pt x="5" y="24"/>
                    <a:pt x="11" y="24"/>
                  </a:cubicBezTo>
                  <a:cubicBezTo>
                    <a:pt x="58" y="24"/>
                    <a:pt x="58" y="24"/>
                    <a:pt x="58" y="24"/>
                  </a:cubicBezTo>
                  <a:cubicBezTo>
                    <a:pt x="64" y="24"/>
                    <a:pt x="70" y="18"/>
                    <a:pt x="70" y="11"/>
                  </a:cubicBezTo>
                  <a:cubicBezTo>
                    <a:pt x="70" y="5"/>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5" name="Freeform 184"/>
            <p:cNvSpPr>
              <a:spLocks noChangeArrowheads="1"/>
            </p:cNvSpPr>
            <p:nvPr/>
          </p:nvSpPr>
          <p:spPr bwMode="auto">
            <a:xfrm>
              <a:off x="6665527" y="3024471"/>
              <a:ext cx="29643" cy="11116"/>
            </a:xfrm>
            <a:custGeom>
              <a:avLst/>
              <a:gdLst>
                <a:gd name="T0" fmla="*/ 58 w 71"/>
                <a:gd name="T1" fmla="*/ 0 h 25"/>
                <a:gd name="T2" fmla="*/ 58 w 71"/>
                <a:gd name="T3" fmla="*/ 0 h 25"/>
                <a:gd name="T4" fmla="*/ 11 w 71"/>
                <a:gd name="T5" fmla="*/ 0 h 25"/>
                <a:gd name="T6" fmla="*/ 0 w 71"/>
                <a:gd name="T7" fmla="*/ 12 h 25"/>
                <a:gd name="T8" fmla="*/ 11 w 71"/>
                <a:gd name="T9" fmla="*/ 24 h 25"/>
                <a:gd name="T10" fmla="*/ 58 w 71"/>
                <a:gd name="T11" fmla="*/ 24 h 25"/>
                <a:gd name="T12" fmla="*/ 70 w 71"/>
                <a:gd name="T13" fmla="*/ 12 h 25"/>
                <a:gd name="T14" fmla="*/ 58 w 71"/>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5">
                  <a:moveTo>
                    <a:pt x="58" y="0"/>
                  </a:moveTo>
                  <a:lnTo>
                    <a:pt x="58" y="0"/>
                  </a:lnTo>
                  <a:cubicBezTo>
                    <a:pt x="11" y="0"/>
                    <a:pt x="11" y="0"/>
                    <a:pt x="11" y="0"/>
                  </a:cubicBezTo>
                  <a:cubicBezTo>
                    <a:pt x="5" y="0"/>
                    <a:pt x="0" y="6"/>
                    <a:pt x="0" y="12"/>
                  </a:cubicBezTo>
                  <a:cubicBezTo>
                    <a:pt x="0" y="18"/>
                    <a:pt x="5" y="24"/>
                    <a:pt x="11" y="24"/>
                  </a:cubicBezTo>
                  <a:cubicBezTo>
                    <a:pt x="58" y="24"/>
                    <a:pt x="58" y="24"/>
                    <a:pt x="58" y="24"/>
                  </a:cubicBezTo>
                  <a:cubicBezTo>
                    <a:pt x="64" y="24"/>
                    <a:pt x="70" y="18"/>
                    <a:pt x="70" y="12"/>
                  </a:cubicBezTo>
                  <a:cubicBezTo>
                    <a:pt x="70" y="6"/>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6" name="Freeform 185"/>
            <p:cNvSpPr>
              <a:spLocks noChangeArrowheads="1"/>
            </p:cNvSpPr>
            <p:nvPr/>
          </p:nvSpPr>
          <p:spPr bwMode="auto">
            <a:xfrm>
              <a:off x="6722960" y="3024471"/>
              <a:ext cx="29643" cy="11116"/>
            </a:xfrm>
            <a:custGeom>
              <a:avLst/>
              <a:gdLst>
                <a:gd name="T0" fmla="*/ 59 w 72"/>
                <a:gd name="T1" fmla="*/ 0 h 25"/>
                <a:gd name="T2" fmla="*/ 59 w 72"/>
                <a:gd name="T3" fmla="*/ 0 h 25"/>
                <a:gd name="T4" fmla="*/ 13 w 72"/>
                <a:gd name="T5" fmla="*/ 0 h 25"/>
                <a:gd name="T6" fmla="*/ 0 w 72"/>
                <a:gd name="T7" fmla="*/ 12 h 25"/>
                <a:gd name="T8" fmla="*/ 13 w 72"/>
                <a:gd name="T9" fmla="*/ 24 h 25"/>
                <a:gd name="T10" fmla="*/ 59 w 72"/>
                <a:gd name="T11" fmla="*/ 24 h 25"/>
                <a:gd name="T12" fmla="*/ 71 w 72"/>
                <a:gd name="T13" fmla="*/ 12 h 25"/>
                <a:gd name="T14" fmla="*/ 59 w 72"/>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25">
                  <a:moveTo>
                    <a:pt x="59" y="0"/>
                  </a:moveTo>
                  <a:lnTo>
                    <a:pt x="59" y="0"/>
                  </a:lnTo>
                  <a:cubicBezTo>
                    <a:pt x="13" y="0"/>
                    <a:pt x="13" y="0"/>
                    <a:pt x="13" y="0"/>
                  </a:cubicBezTo>
                  <a:cubicBezTo>
                    <a:pt x="6" y="0"/>
                    <a:pt x="0" y="6"/>
                    <a:pt x="0" y="12"/>
                  </a:cubicBezTo>
                  <a:cubicBezTo>
                    <a:pt x="0" y="18"/>
                    <a:pt x="6" y="24"/>
                    <a:pt x="13" y="24"/>
                  </a:cubicBezTo>
                  <a:cubicBezTo>
                    <a:pt x="59" y="24"/>
                    <a:pt x="59" y="24"/>
                    <a:pt x="59" y="24"/>
                  </a:cubicBezTo>
                  <a:cubicBezTo>
                    <a:pt x="66" y="24"/>
                    <a:pt x="71" y="18"/>
                    <a:pt x="71" y="12"/>
                  </a:cubicBezTo>
                  <a:cubicBezTo>
                    <a:pt x="71" y="6"/>
                    <a:pt x="66" y="0"/>
                    <a:pt x="59"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7" name="Freeform 186"/>
            <p:cNvSpPr>
              <a:spLocks noChangeArrowheads="1"/>
            </p:cNvSpPr>
            <p:nvPr/>
          </p:nvSpPr>
          <p:spPr bwMode="auto">
            <a:xfrm>
              <a:off x="6782246" y="3024471"/>
              <a:ext cx="29643" cy="11116"/>
            </a:xfrm>
            <a:custGeom>
              <a:avLst/>
              <a:gdLst>
                <a:gd name="T0" fmla="*/ 58 w 71"/>
                <a:gd name="T1" fmla="*/ 0 h 25"/>
                <a:gd name="T2" fmla="*/ 58 w 71"/>
                <a:gd name="T3" fmla="*/ 0 h 25"/>
                <a:gd name="T4" fmla="*/ 11 w 71"/>
                <a:gd name="T5" fmla="*/ 0 h 25"/>
                <a:gd name="T6" fmla="*/ 0 w 71"/>
                <a:gd name="T7" fmla="*/ 12 h 25"/>
                <a:gd name="T8" fmla="*/ 11 w 71"/>
                <a:gd name="T9" fmla="*/ 24 h 25"/>
                <a:gd name="T10" fmla="*/ 58 w 71"/>
                <a:gd name="T11" fmla="*/ 24 h 25"/>
                <a:gd name="T12" fmla="*/ 70 w 71"/>
                <a:gd name="T13" fmla="*/ 12 h 25"/>
                <a:gd name="T14" fmla="*/ 58 w 71"/>
                <a:gd name="T15" fmla="*/ 0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5">
                  <a:moveTo>
                    <a:pt x="58" y="0"/>
                  </a:moveTo>
                  <a:lnTo>
                    <a:pt x="58" y="0"/>
                  </a:lnTo>
                  <a:cubicBezTo>
                    <a:pt x="11" y="0"/>
                    <a:pt x="11" y="0"/>
                    <a:pt x="11" y="0"/>
                  </a:cubicBezTo>
                  <a:cubicBezTo>
                    <a:pt x="5" y="0"/>
                    <a:pt x="0" y="6"/>
                    <a:pt x="0" y="12"/>
                  </a:cubicBezTo>
                  <a:cubicBezTo>
                    <a:pt x="0" y="18"/>
                    <a:pt x="5" y="24"/>
                    <a:pt x="11" y="24"/>
                  </a:cubicBezTo>
                  <a:cubicBezTo>
                    <a:pt x="58" y="24"/>
                    <a:pt x="58" y="24"/>
                    <a:pt x="58" y="24"/>
                  </a:cubicBezTo>
                  <a:cubicBezTo>
                    <a:pt x="64" y="24"/>
                    <a:pt x="70" y="18"/>
                    <a:pt x="70" y="12"/>
                  </a:cubicBezTo>
                  <a:cubicBezTo>
                    <a:pt x="70" y="6"/>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8" name="Freeform 187"/>
            <p:cNvSpPr>
              <a:spLocks noChangeArrowheads="1"/>
            </p:cNvSpPr>
            <p:nvPr/>
          </p:nvSpPr>
          <p:spPr bwMode="auto">
            <a:xfrm>
              <a:off x="6665527" y="3044851"/>
              <a:ext cx="29643" cy="9263"/>
            </a:xfrm>
            <a:custGeom>
              <a:avLst/>
              <a:gdLst>
                <a:gd name="T0" fmla="*/ 58 w 71"/>
                <a:gd name="T1" fmla="*/ 0 h 24"/>
                <a:gd name="T2" fmla="*/ 58 w 71"/>
                <a:gd name="T3" fmla="*/ 0 h 24"/>
                <a:gd name="T4" fmla="*/ 11 w 71"/>
                <a:gd name="T5" fmla="*/ 0 h 24"/>
                <a:gd name="T6" fmla="*/ 0 w 71"/>
                <a:gd name="T7" fmla="*/ 12 h 24"/>
                <a:gd name="T8" fmla="*/ 11 w 71"/>
                <a:gd name="T9" fmla="*/ 23 h 24"/>
                <a:gd name="T10" fmla="*/ 58 w 71"/>
                <a:gd name="T11" fmla="*/ 23 h 24"/>
                <a:gd name="T12" fmla="*/ 70 w 71"/>
                <a:gd name="T13" fmla="*/ 12 h 24"/>
                <a:gd name="T14" fmla="*/ 58 w 71"/>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4">
                  <a:moveTo>
                    <a:pt x="58" y="0"/>
                  </a:moveTo>
                  <a:lnTo>
                    <a:pt x="58" y="0"/>
                  </a:lnTo>
                  <a:cubicBezTo>
                    <a:pt x="11" y="0"/>
                    <a:pt x="11" y="0"/>
                    <a:pt x="11" y="0"/>
                  </a:cubicBezTo>
                  <a:cubicBezTo>
                    <a:pt x="5" y="0"/>
                    <a:pt x="0" y="6"/>
                    <a:pt x="0" y="12"/>
                  </a:cubicBezTo>
                  <a:cubicBezTo>
                    <a:pt x="0" y="18"/>
                    <a:pt x="5" y="23"/>
                    <a:pt x="11" y="23"/>
                  </a:cubicBezTo>
                  <a:cubicBezTo>
                    <a:pt x="58" y="23"/>
                    <a:pt x="58" y="23"/>
                    <a:pt x="58" y="23"/>
                  </a:cubicBezTo>
                  <a:cubicBezTo>
                    <a:pt x="64" y="23"/>
                    <a:pt x="70" y="18"/>
                    <a:pt x="70" y="12"/>
                  </a:cubicBezTo>
                  <a:cubicBezTo>
                    <a:pt x="70" y="6"/>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09" name="Freeform 188"/>
            <p:cNvSpPr>
              <a:spLocks noChangeArrowheads="1"/>
            </p:cNvSpPr>
            <p:nvPr/>
          </p:nvSpPr>
          <p:spPr bwMode="auto">
            <a:xfrm>
              <a:off x="6722960" y="3044851"/>
              <a:ext cx="29643" cy="9263"/>
            </a:xfrm>
            <a:custGeom>
              <a:avLst/>
              <a:gdLst>
                <a:gd name="T0" fmla="*/ 59 w 72"/>
                <a:gd name="T1" fmla="*/ 0 h 24"/>
                <a:gd name="T2" fmla="*/ 59 w 72"/>
                <a:gd name="T3" fmla="*/ 0 h 24"/>
                <a:gd name="T4" fmla="*/ 13 w 72"/>
                <a:gd name="T5" fmla="*/ 0 h 24"/>
                <a:gd name="T6" fmla="*/ 0 w 72"/>
                <a:gd name="T7" fmla="*/ 12 h 24"/>
                <a:gd name="T8" fmla="*/ 13 w 72"/>
                <a:gd name="T9" fmla="*/ 23 h 24"/>
                <a:gd name="T10" fmla="*/ 59 w 72"/>
                <a:gd name="T11" fmla="*/ 23 h 24"/>
                <a:gd name="T12" fmla="*/ 71 w 72"/>
                <a:gd name="T13" fmla="*/ 12 h 24"/>
                <a:gd name="T14" fmla="*/ 59 w 72"/>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24">
                  <a:moveTo>
                    <a:pt x="59" y="0"/>
                  </a:moveTo>
                  <a:lnTo>
                    <a:pt x="59" y="0"/>
                  </a:lnTo>
                  <a:cubicBezTo>
                    <a:pt x="13" y="0"/>
                    <a:pt x="13" y="0"/>
                    <a:pt x="13" y="0"/>
                  </a:cubicBezTo>
                  <a:cubicBezTo>
                    <a:pt x="6" y="0"/>
                    <a:pt x="0" y="6"/>
                    <a:pt x="0" y="12"/>
                  </a:cubicBezTo>
                  <a:cubicBezTo>
                    <a:pt x="0" y="18"/>
                    <a:pt x="6" y="23"/>
                    <a:pt x="13" y="23"/>
                  </a:cubicBezTo>
                  <a:cubicBezTo>
                    <a:pt x="59" y="23"/>
                    <a:pt x="59" y="23"/>
                    <a:pt x="59" y="23"/>
                  </a:cubicBezTo>
                  <a:cubicBezTo>
                    <a:pt x="66" y="23"/>
                    <a:pt x="71" y="18"/>
                    <a:pt x="71" y="12"/>
                  </a:cubicBezTo>
                  <a:cubicBezTo>
                    <a:pt x="71" y="6"/>
                    <a:pt x="66" y="0"/>
                    <a:pt x="59"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0" name="Freeform 189"/>
            <p:cNvSpPr>
              <a:spLocks noChangeArrowheads="1"/>
            </p:cNvSpPr>
            <p:nvPr/>
          </p:nvSpPr>
          <p:spPr bwMode="auto">
            <a:xfrm>
              <a:off x="6782246" y="3044851"/>
              <a:ext cx="29643" cy="9263"/>
            </a:xfrm>
            <a:custGeom>
              <a:avLst/>
              <a:gdLst>
                <a:gd name="T0" fmla="*/ 58 w 71"/>
                <a:gd name="T1" fmla="*/ 0 h 24"/>
                <a:gd name="T2" fmla="*/ 58 w 71"/>
                <a:gd name="T3" fmla="*/ 0 h 24"/>
                <a:gd name="T4" fmla="*/ 11 w 71"/>
                <a:gd name="T5" fmla="*/ 0 h 24"/>
                <a:gd name="T6" fmla="*/ 0 w 71"/>
                <a:gd name="T7" fmla="*/ 12 h 24"/>
                <a:gd name="T8" fmla="*/ 11 w 71"/>
                <a:gd name="T9" fmla="*/ 23 h 24"/>
                <a:gd name="T10" fmla="*/ 58 w 71"/>
                <a:gd name="T11" fmla="*/ 23 h 24"/>
                <a:gd name="T12" fmla="*/ 70 w 71"/>
                <a:gd name="T13" fmla="*/ 12 h 24"/>
                <a:gd name="T14" fmla="*/ 58 w 71"/>
                <a:gd name="T15" fmla="*/ 0 h 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24">
                  <a:moveTo>
                    <a:pt x="58" y="0"/>
                  </a:moveTo>
                  <a:lnTo>
                    <a:pt x="58" y="0"/>
                  </a:lnTo>
                  <a:cubicBezTo>
                    <a:pt x="11" y="0"/>
                    <a:pt x="11" y="0"/>
                    <a:pt x="11" y="0"/>
                  </a:cubicBezTo>
                  <a:cubicBezTo>
                    <a:pt x="5" y="0"/>
                    <a:pt x="0" y="6"/>
                    <a:pt x="0" y="12"/>
                  </a:cubicBezTo>
                  <a:cubicBezTo>
                    <a:pt x="0" y="18"/>
                    <a:pt x="5" y="23"/>
                    <a:pt x="11" y="23"/>
                  </a:cubicBezTo>
                  <a:cubicBezTo>
                    <a:pt x="58" y="23"/>
                    <a:pt x="58" y="23"/>
                    <a:pt x="58" y="23"/>
                  </a:cubicBezTo>
                  <a:cubicBezTo>
                    <a:pt x="64" y="23"/>
                    <a:pt x="70" y="18"/>
                    <a:pt x="70" y="12"/>
                  </a:cubicBezTo>
                  <a:cubicBezTo>
                    <a:pt x="70" y="6"/>
                    <a:pt x="64" y="0"/>
                    <a:pt x="58" y="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sp>
        <p:nvSpPr>
          <p:cNvPr id="111" name="Freeform 43"/>
          <p:cNvSpPr>
            <a:spLocks noChangeAspect="1" noChangeArrowheads="1"/>
          </p:cNvSpPr>
          <p:nvPr/>
        </p:nvSpPr>
        <p:spPr bwMode="auto">
          <a:xfrm>
            <a:off x="3676442" y="3833347"/>
            <a:ext cx="511253" cy="297308"/>
          </a:xfrm>
          <a:custGeom>
            <a:avLst/>
            <a:gdLst>
              <a:gd name="T0" fmla="*/ 628 w 810"/>
              <a:gd name="T1" fmla="*/ 112 h 473"/>
              <a:gd name="T2" fmla="*/ 628 w 810"/>
              <a:gd name="T3" fmla="*/ 112 h 473"/>
              <a:gd name="T4" fmla="*/ 581 w 810"/>
              <a:gd name="T5" fmla="*/ 119 h 473"/>
              <a:gd name="T6" fmla="*/ 409 w 810"/>
              <a:gd name="T7" fmla="*/ 0 h 473"/>
              <a:gd name="T8" fmla="*/ 228 w 810"/>
              <a:gd name="T9" fmla="*/ 152 h 473"/>
              <a:gd name="T10" fmla="*/ 167 w 810"/>
              <a:gd name="T11" fmla="*/ 140 h 473"/>
              <a:gd name="T12" fmla="*/ 0 w 810"/>
              <a:gd name="T13" fmla="*/ 306 h 473"/>
              <a:gd name="T14" fmla="*/ 145 w 810"/>
              <a:gd name="T15" fmla="*/ 471 h 473"/>
              <a:gd name="T16" fmla="*/ 643 w 810"/>
              <a:gd name="T17" fmla="*/ 472 h 473"/>
              <a:gd name="T18" fmla="*/ 809 w 810"/>
              <a:gd name="T19" fmla="*/ 293 h 473"/>
              <a:gd name="T20" fmla="*/ 628 w 810"/>
              <a:gd name="T21" fmla="*/ 112 h 473"/>
              <a:gd name="T22" fmla="*/ 642 w 810"/>
              <a:gd name="T23" fmla="*/ 449 h 473"/>
              <a:gd name="T24" fmla="*/ 642 w 810"/>
              <a:gd name="T25" fmla="*/ 449 h 473"/>
              <a:gd name="T26" fmla="*/ 146 w 810"/>
              <a:gd name="T27" fmla="*/ 448 h 473"/>
              <a:gd name="T28" fmla="*/ 23 w 810"/>
              <a:gd name="T29" fmla="*/ 306 h 473"/>
              <a:gd name="T30" fmla="*/ 167 w 810"/>
              <a:gd name="T31" fmla="*/ 163 h 473"/>
              <a:gd name="T32" fmla="*/ 232 w 810"/>
              <a:gd name="T33" fmla="*/ 179 h 473"/>
              <a:gd name="T34" fmla="*/ 243 w 810"/>
              <a:gd name="T35" fmla="*/ 179 h 473"/>
              <a:gd name="T36" fmla="*/ 249 w 810"/>
              <a:gd name="T37" fmla="*/ 170 h 473"/>
              <a:gd name="T38" fmla="*/ 409 w 810"/>
              <a:gd name="T39" fmla="*/ 24 h 473"/>
              <a:gd name="T40" fmla="*/ 562 w 810"/>
              <a:gd name="T41" fmla="*/ 138 h 473"/>
              <a:gd name="T42" fmla="*/ 569 w 810"/>
              <a:gd name="T43" fmla="*/ 144 h 473"/>
              <a:gd name="T44" fmla="*/ 577 w 810"/>
              <a:gd name="T45" fmla="*/ 145 h 473"/>
              <a:gd name="T46" fmla="*/ 628 w 810"/>
              <a:gd name="T47" fmla="*/ 136 h 473"/>
              <a:gd name="T48" fmla="*/ 786 w 810"/>
              <a:gd name="T49" fmla="*/ 293 h 473"/>
              <a:gd name="T50" fmla="*/ 642 w 810"/>
              <a:gd name="T51" fmla="*/ 449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10" h="473">
                <a:moveTo>
                  <a:pt x="628" y="112"/>
                </a:moveTo>
                <a:lnTo>
                  <a:pt x="628" y="112"/>
                </a:lnTo>
                <a:cubicBezTo>
                  <a:pt x="612" y="112"/>
                  <a:pt x="597" y="115"/>
                  <a:pt x="581" y="119"/>
                </a:cubicBezTo>
                <a:cubicBezTo>
                  <a:pt x="553" y="48"/>
                  <a:pt x="485" y="0"/>
                  <a:pt x="409" y="0"/>
                </a:cubicBezTo>
                <a:cubicBezTo>
                  <a:pt x="319" y="0"/>
                  <a:pt x="244" y="65"/>
                  <a:pt x="228" y="152"/>
                </a:cubicBezTo>
                <a:cubicBezTo>
                  <a:pt x="207" y="144"/>
                  <a:pt x="188" y="140"/>
                  <a:pt x="167" y="140"/>
                </a:cubicBezTo>
                <a:cubicBezTo>
                  <a:pt x="75" y="140"/>
                  <a:pt x="0" y="215"/>
                  <a:pt x="0" y="306"/>
                </a:cubicBezTo>
                <a:cubicBezTo>
                  <a:pt x="0" y="389"/>
                  <a:pt x="62" y="459"/>
                  <a:pt x="145" y="471"/>
                </a:cubicBezTo>
                <a:cubicBezTo>
                  <a:pt x="643" y="472"/>
                  <a:pt x="643" y="472"/>
                  <a:pt x="643" y="472"/>
                </a:cubicBezTo>
                <a:cubicBezTo>
                  <a:pt x="736" y="465"/>
                  <a:pt x="809" y="386"/>
                  <a:pt x="809" y="293"/>
                </a:cubicBezTo>
                <a:cubicBezTo>
                  <a:pt x="809" y="193"/>
                  <a:pt x="728" y="112"/>
                  <a:pt x="628" y="112"/>
                </a:cubicBezTo>
                <a:close/>
                <a:moveTo>
                  <a:pt x="642" y="449"/>
                </a:moveTo>
                <a:lnTo>
                  <a:pt x="642" y="449"/>
                </a:lnTo>
                <a:cubicBezTo>
                  <a:pt x="146" y="448"/>
                  <a:pt x="146" y="448"/>
                  <a:pt x="146" y="448"/>
                </a:cubicBezTo>
                <a:cubicBezTo>
                  <a:pt x="76" y="438"/>
                  <a:pt x="23" y="377"/>
                  <a:pt x="23" y="306"/>
                </a:cubicBezTo>
                <a:cubicBezTo>
                  <a:pt x="23" y="227"/>
                  <a:pt x="88" y="163"/>
                  <a:pt x="167" y="163"/>
                </a:cubicBezTo>
                <a:cubicBezTo>
                  <a:pt x="189" y="163"/>
                  <a:pt x="211" y="169"/>
                  <a:pt x="232" y="179"/>
                </a:cubicBezTo>
                <a:cubicBezTo>
                  <a:pt x="236" y="182"/>
                  <a:pt x="240" y="182"/>
                  <a:pt x="243" y="179"/>
                </a:cubicBezTo>
                <a:cubicBezTo>
                  <a:pt x="246" y="177"/>
                  <a:pt x="248" y="174"/>
                  <a:pt x="249" y="170"/>
                </a:cubicBezTo>
                <a:cubicBezTo>
                  <a:pt x="257" y="87"/>
                  <a:pt x="326" y="24"/>
                  <a:pt x="409" y="24"/>
                </a:cubicBezTo>
                <a:cubicBezTo>
                  <a:pt x="479" y="24"/>
                  <a:pt x="541" y="69"/>
                  <a:pt x="562" y="138"/>
                </a:cubicBezTo>
                <a:cubicBezTo>
                  <a:pt x="563" y="140"/>
                  <a:pt x="566" y="143"/>
                  <a:pt x="569" y="144"/>
                </a:cubicBezTo>
                <a:cubicBezTo>
                  <a:pt x="571" y="146"/>
                  <a:pt x="575" y="146"/>
                  <a:pt x="577" y="145"/>
                </a:cubicBezTo>
                <a:cubicBezTo>
                  <a:pt x="595" y="139"/>
                  <a:pt x="611" y="136"/>
                  <a:pt x="628" y="136"/>
                </a:cubicBezTo>
                <a:cubicBezTo>
                  <a:pt x="716" y="136"/>
                  <a:pt x="786" y="207"/>
                  <a:pt x="786" y="293"/>
                </a:cubicBezTo>
                <a:cubicBezTo>
                  <a:pt x="786" y="374"/>
                  <a:pt x="722" y="442"/>
                  <a:pt x="642" y="449"/>
                </a:cubicBezTo>
                <a:close/>
              </a:path>
            </a:pathLst>
          </a:custGeom>
          <a:solidFill>
            <a:srgbClr val="0078EF"/>
          </a:solidFill>
          <a:ln>
            <a:noFill/>
          </a:ln>
          <a:effec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nvGrpSpPr>
          <p:cNvPr id="112" name="Group 111"/>
          <p:cNvGrpSpPr>
            <a:grpSpLocks noChangeAspect="1"/>
          </p:cNvGrpSpPr>
          <p:nvPr/>
        </p:nvGrpSpPr>
        <p:grpSpPr>
          <a:xfrm>
            <a:off x="3762358" y="2863873"/>
            <a:ext cx="299848" cy="297777"/>
            <a:chOff x="7463838" y="4790724"/>
            <a:chExt cx="294567" cy="292536"/>
          </a:xfrm>
          <a:solidFill>
            <a:srgbClr val="0078EF"/>
          </a:solidFill>
        </p:grpSpPr>
        <p:sp>
          <p:nvSpPr>
            <p:cNvPr id="113" name="Freeform 483"/>
            <p:cNvSpPr>
              <a:spLocks noChangeArrowheads="1"/>
            </p:cNvSpPr>
            <p:nvPr/>
          </p:nvSpPr>
          <p:spPr bwMode="auto">
            <a:xfrm>
              <a:off x="7463838" y="4790724"/>
              <a:ext cx="52819" cy="211276"/>
            </a:xfrm>
            <a:custGeom>
              <a:avLst/>
              <a:gdLst>
                <a:gd name="T0" fmla="*/ 92 w 113"/>
                <a:gd name="T1" fmla="*/ 453 h 458"/>
                <a:gd name="T2" fmla="*/ 92 w 113"/>
                <a:gd name="T3" fmla="*/ 453 h 458"/>
                <a:gd name="T4" fmla="*/ 100 w 113"/>
                <a:gd name="T5" fmla="*/ 457 h 458"/>
                <a:gd name="T6" fmla="*/ 108 w 113"/>
                <a:gd name="T7" fmla="*/ 453 h 458"/>
                <a:gd name="T8" fmla="*/ 108 w 113"/>
                <a:gd name="T9" fmla="*/ 438 h 458"/>
                <a:gd name="T10" fmla="*/ 21 w 113"/>
                <a:gd name="T11" fmla="*/ 229 h 458"/>
                <a:gd name="T12" fmla="*/ 108 w 113"/>
                <a:gd name="T13" fmla="*/ 20 h 458"/>
                <a:gd name="T14" fmla="*/ 108 w 113"/>
                <a:gd name="T15" fmla="*/ 5 h 458"/>
                <a:gd name="T16" fmla="*/ 92 w 113"/>
                <a:gd name="T17" fmla="*/ 5 h 458"/>
                <a:gd name="T18" fmla="*/ 0 w 113"/>
                <a:gd name="T19" fmla="*/ 229 h 458"/>
                <a:gd name="T20" fmla="*/ 92 w 113"/>
                <a:gd name="T21" fmla="*/ 453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458">
                  <a:moveTo>
                    <a:pt x="92" y="453"/>
                  </a:moveTo>
                  <a:lnTo>
                    <a:pt x="92" y="453"/>
                  </a:lnTo>
                  <a:cubicBezTo>
                    <a:pt x="95" y="455"/>
                    <a:pt x="97" y="457"/>
                    <a:pt x="100" y="457"/>
                  </a:cubicBezTo>
                  <a:cubicBezTo>
                    <a:pt x="103" y="457"/>
                    <a:pt x="106" y="455"/>
                    <a:pt x="108" y="453"/>
                  </a:cubicBezTo>
                  <a:cubicBezTo>
                    <a:pt x="112" y="450"/>
                    <a:pt x="112" y="442"/>
                    <a:pt x="108" y="438"/>
                  </a:cubicBezTo>
                  <a:cubicBezTo>
                    <a:pt x="51" y="383"/>
                    <a:pt x="21" y="307"/>
                    <a:pt x="21" y="229"/>
                  </a:cubicBezTo>
                  <a:cubicBezTo>
                    <a:pt x="21" y="150"/>
                    <a:pt x="51" y="75"/>
                    <a:pt x="108" y="20"/>
                  </a:cubicBezTo>
                  <a:cubicBezTo>
                    <a:pt x="112" y="16"/>
                    <a:pt x="112" y="10"/>
                    <a:pt x="108" y="5"/>
                  </a:cubicBezTo>
                  <a:cubicBezTo>
                    <a:pt x="104" y="0"/>
                    <a:pt x="97" y="0"/>
                    <a:pt x="92" y="5"/>
                  </a:cubicBezTo>
                  <a:cubicBezTo>
                    <a:pt x="33" y="65"/>
                    <a:pt x="0" y="144"/>
                    <a:pt x="0" y="229"/>
                  </a:cubicBezTo>
                  <a:cubicBezTo>
                    <a:pt x="0" y="314"/>
                    <a:pt x="33" y="393"/>
                    <a:pt x="92" y="45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4" name="Freeform 484"/>
            <p:cNvSpPr>
              <a:spLocks noChangeArrowheads="1"/>
            </p:cNvSpPr>
            <p:nvPr/>
          </p:nvSpPr>
          <p:spPr bwMode="auto">
            <a:xfrm>
              <a:off x="7705586" y="4790724"/>
              <a:ext cx="52819" cy="211276"/>
            </a:xfrm>
            <a:custGeom>
              <a:avLst/>
              <a:gdLst>
                <a:gd name="T0" fmla="*/ 11 w 113"/>
                <a:gd name="T1" fmla="*/ 457 h 458"/>
                <a:gd name="T2" fmla="*/ 11 w 113"/>
                <a:gd name="T3" fmla="*/ 457 h 458"/>
                <a:gd name="T4" fmla="*/ 19 w 113"/>
                <a:gd name="T5" fmla="*/ 453 h 458"/>
                <a:gd name="T6" fmla="*/ 112 w 113"/>
                <a:gd name="T7" fmla="*/ 229 h 458"/>
                <a:gd name="T8" fmla="*/ 19 w 113"/>
                <a:gd name="T9" fmla="*/ 5 h 458"/>
                <a:gd name="T10" fmla="*/ 4 w 113"/>
                <a:gd name="T11" fmla="*/ 5 h 458"/>
                <a:gd name="T12" fmla="*/ 4 w 113"/>
                <a:gd name="T13" fmla="*/ 20 h 458"/>
                <a:gd name="T14" fmla="*/ 91 w 113"/>
                <a:gd name="T15" fmla="*/ 229 h 458"/>
                <a:gd name="T16" fmla="*/ 4 w 113"/>
                <a:gd name="T17" fmla="*/ 438 h 458"/>
                <a:gd name="T18" fmla="*/ 4 w 113"/>
                <a:gd name="T19" fmla="*/ 453 h 458"/>
                <a:gd name="T20" fmla="*/ 11 w 113"/>
                <a:gd name="T21" fmla="*/ 457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3" h="458">
                  <a:moveTo>
                    <a:pt x="11" y="457"/>
                  </a:moveTo>
                  <a:lnTo>
                    <a:pt x="11" y="457"/>
                  </a:lnTo>
                  <a:cubicBezTo>
                    <a:pt x="14" y="457"/>
                    <a:pt x="18" y="455"/>
                    <a:pt x="19" y="453"/>
                  </a:cubicBezTo>
                  <a:cubicBezTo>
                    <a:pt x="79" y="393"/>
                    <a:pt x="112" y="314"/>
                    <a:pt x="112" y="229"/>
                  </a:cubicBezTo>
                  <a:cubicBezTo>
                    <a:pt x="112" y="144"/>
                    <a:pt x="79" y="64"/>
                    <a:pt x="19" y="5"/>
                  </a:cubicBezTo>
                  <a:cubicBezTo>
                    <a:pt x="15" y="0"/>
                    <a:pt x="8" y="0"/>
                    <a:pt x="4" y="5"/>
                  </a:cubicBezTo>
                  <a:cubicBezTo>
                    <a:pt x="0" y="10"/>
                    <a:pt x="0" y="16"/>
                    <a:pt x="4" y="20"/>
                  </a:cubicBezTo>
                  <a:cubicBezTo>
                    <a:pt x="60" y="75"/>
                    <a:pt x="91" y="150"/>
                    <a:pt x="91" y="229"/>
                  </a:cubicBezTo>
                  <a:cubicBezTo>
                    <a:pt x="91" y="307"/>
                    <a:pt x="60" y="383"/>
                    <a:pt x="4" y="438"/>
                  </a:cubicBezTo>
                  <a:cubicBezTo>
                    <a:pt x="0" y="442"/>
                    <a:pt x="0" y="450"/>
                    <a:pt x="4" y="453"/>
                  </a:cubicBezTo>
                  <a:cubicBezTo>
                    <a:pt x="6" y="455"/>
                    <a:pt x="8" y="457"/>
                    <a:pt x="11" y="457"/>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5" name="Freeform 485"/>
            <p:cNvSpPr>
              <a:spLocks noChangeArrowheads="1"/>
            </p:cNvSpPr>
            <p:nvPr/>
          </p:nvSpPr>
          <p:spPr bwMode="auto">
            <a:xfrm>
              <a:off x="7502436" y="4817133"/>
              <a:ext cx="40630" cy="158457"/>
            </a:xfrm>
            <a:custGeom>
              <a:avLst/>
              <a:gdLst>
                <a:gd name="T0" fmla="*/ 84 w 89"/>
                <a:gd name="T1" fmla="*/ 18 h 342"/>
                <a:gd name="T2" fmla="*/ 84 w 89"/>
                <a:gd name="T3" fmla="*/ 18 h 342"/>
                <a:gd name="T4" fmla="*/ 84 w 89"/>
                <a:gd name="T5" fmla="*/ 4 h 342"/>
                <a:gd name="T6" fmla="*/ 70 w 89"/>
                <a:gd name="T7" fmla="*/ 4 h 342"/>
                <a:gd name="T8" fmla="*/ 0 w 89"/>
                <a:gd name="T9" fmla="*/ 171 h 342"/>
                <a:gd name="T10" fmla="*/ 70 w 89"/>
                <a:gd name="T11" fmla="*/ 339 h 342"/>
                <a:gd name="T12" fmla="*/ 77 w 89"/>
                <a:gd name="T13" fmla="*/ 341 h 342"/>
                <a:gd name="T14" fmla="*/ 84 w 89"/>
                <a:gd name="T15" fmla="*/ 339 h 342"/>
                <a:gd name="T16" fmla="*/ 84 w 89"/>
                <a:gd name="T17" fmla="*/ 324 h 342"/>
                <a:gd name="T18" fmla="*/ 21 w 89"/>
                <a:gd name="T19" fmla="*/ 171 h 342"/>
                <a:gd name="T20" fmla="*/ 84 w 89"/>
                <a:gd name="T21" fmla="*/ 18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9" h="342">
                  <a:moveTo>
                    <a:pt x="84" y="18"/>
                  </a:moveTo>
                  <a:lnTo>
                    <a:pt x="84" y="18"/>
                  </a:lnTo>
                  <a:cubicBezTo>
                    <a:pt x="88" y="14"/>
                    <a:pt x="88" y="7"/>
                    <a:pt x="84" y="4"/>
                  </a:cubicBezTo>
                  <a:cubicBezTo>
                    <a:pt x="80" y="0"/>
                    <a:pt x="73" y="0"/>
                    <a:pt x="70" y="4"/>
                  </a:cubicBezTo>
                  <a:cubicBezTo>
                    <a:pt x="25" y="48"/>
                    <a:pt x="0" y="108"/>
                    <a:pt x="0" y="171"/>
                  </a:cubicBezTo>
                  <a:cubicBezTo>
                    <a:pt x="0" y="235"/>
                    <a:pt x="25" y="294"/>
                    <a:pt x="70" y="339"/>
                  </a:cubicBezTo>
                  <a:cubicBezTo>
                    <a:pt x="72" y="340"/>
                    <a:pt x="74" y="341"/>
                    <a:pt x="77" y="341"/>
                  </a:cubicBezTo>
                  <a:cubicBezTo>
                    <a:pt x="80" y="341"/>
                    <a:pt x="82" y="340"/>
                    <a:pt x="84" y="339"/>
                  </a:cubicBezTo>
                  <a:cubicBezTo>
                    <a:pt x="88" y="334"/>
                    <a:pt x="88" y="328"/>
                    <a:pt x="84" y="324"/>
                  </a:cubicBezTo>
                  <a:cubicBezTo>
                    <a:pt x="44" y="283"/>
                    <a:pt x="21" y="229"/>
                    <a:pt x="21" y="171"/>
                  </a:cubicBezTo>
                  <a:cubicBezTo>
                    <a:pt x="21" y="114"/>
                    <a:pt x="44" y="59"/>
                    <a:pt x="84" y="1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6" name="Freeform 486"/>
            <p:cNvSpPr>
              <a:spLocks noChangeArrowheads="1"/>
            </p:cNvSpPr>
            <p:nvPr/>
          </p:nvSpPr>
          <p:spPr bwMode="auto">
            <a:xfrm>
              <a:off x="7679177" y="4817133"/>
              <a:ext cx="40630" cy="158457"/>
            </a:xfrm>
            <a:custGeom>
              <a:avLst/>
              <a:gdLst>
                <a:gd name="T0" fmla="*/ 12 w 90"/>
                <a:gd name="T1" fmla="*/ 341 h 342"/>
                <a:gd name="T2" fmla="*/ 12 w 90"/>
                <a:gd name="T3" fmla="*/ 341 h 342"/>
                <a:gd name="T4" fmla="*/ 20 w 90"/>
                <a:gd name="T5" fmla="*/ 339 h 342"/>
                <a:gd name="T6" fmla="*/ 89 w 90"/>
                <a:gd name="T7" fmla="*/ 171 h 342"/>
                <a:gd name="T8" fmla="*/ 20 w 90"/>
                <a:gd name="T9" fmla="*/ 4 h 342"/>
                <a:gd name="T10" fmla="*/ 5 w 90"/>
                <a:gd name="T11" fmla="*/ 4 h 342"/>
                <a:gd name="T12" fmla="*/ 5 w 90"/>
                <a:gd name="T13" fmla="*/ 18 h 342"/>
                <a:gd name="T14" fmla="*/ 67 w 90"/>
                <a:gd name="T15" fmla="*/ 171 h 342"/>
                <a:gd name="T16" fmla="*/ 5 w 90"/>
                <a:gd name="T17" fmla="*/ 324 h 342"/>
                <a:gd name="T18" fmla="*/ 5 w 90"/>
                <a:gd name="T19" fmla="*/ 339 h 342"/>
                <a:gd name="T20" fmla="*/ 12 w 90"/>
                <a:gd name="T21" fmla="*/ 341 h 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0" h="342">
                  <a:moveTo>
                    <a:pt x="12" y="341"/>
                  </a:moveTo>
                  <a:lnTo>
                    <a:pt x="12" y="341"/>
                  </a:lnTo>
                  <a:cubicBezTo>
                    <a:pt x="15" y="341"/>
                    <a:pt x="17" y="340"/>
                    <a:pt x="20" y="339"/>
                  </a:cubicBezTo>
                  <a:cubicBezTo>
                    <a:pt x="64" y="294"/>
                    <a:pt x="89" y="235"/>
                    <a:pt x="89" y="171"/>
                  </a:cubicBezTo>
                  <a:cubicBezTo>
                    <a:pt x="89" y="108"/>
                    <a:pt x="64" y="48"/>
                    <a:pt x="20" y="4"/>
                  </a:cubicBezTo>
                  <a:cubicBezTo>
                    <a:pt x="15" y="0"/>
                    <a:pt x="9" y="0"/>
                    <a:pt x="5" y="4"/>
                  </a:cubicBezTo>
                  <a:cubicBezTo>
                    <a:pt x="0" y="7"/>
                    <a:pt x="0" y="14"/>
                    <a:pt x="5" y="18"/>
                  </a:cubicBezTo>
                  <a:cubicBezTo>
                    <a:pt x="45" y="59"/>
                    <a:pt x="67" y="114"/>
                    <a:pt x="67" y="171"/>
                  </a:cubicBezTo>
                  <a:cubicBezTo>
                    <a:pt x="67" y="229"/>
                    <a:pt x="45" y="283"/>
                    <a:pt x="5" y="324"/>
                  </a:cubicBezTo>
                  <a:cubicBezTo>
                    <a:pt x="0" y="328"/>
                    <a:pt x="0" y="334"/>
                    <a:pt x="5" y="339"/>
                  </a:cubicBezTo>
                  <a:cubicBezTo>
                    <a:pt x="7" y="340"/>
                    <a:pt x="10" y="341"/>
                    <a:pt x="12" y="341"/>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7" name="Freeform 487"/>
            <p:cNvSpPr>
              <a:spLocks noChangeArrowheads="1"/>
            </p:cNvSpPr>
            <p:nvPr/>
          </p:nvSpPr>
          <p:spPr bwMode="auto">
            <a:xfrm>
              <a:off x="7539003" y="4843543"/>
              <a:ext cx="30473" cy="105638"/>
            </a:xfrm>
            <a:custGeom>
              <a:avLst/>
              <a:gdLst>
                <a:gd name="T0" fmla="*/ 53 w 66"/>
                <a:gd name="T1" fmla="*/ 230 h 231"/>
                <a:gd name="T2" fmla="*/ 53 w 66"/>
                <a:gd name="T3" fmla="*/ 230 h 231"/>
                <a:gd name="T4" fmla="*/ 61 w 66"/>
                <a:gd name="T5" fmla="*/ 226 h 231"/>
                <a:gd name="T6" fmla="*/ 61 w 66"/>
                <a:gd name="T7" fmla="*/ 211 h 231"/>
                <a:gd name="T8" fmla="*/ 21 w 66"/>
                <a:gd name="T9" fmla="*/ 115 h 231"/>
                <a:gd name="T10" fmla="*/ 61 w 66"/>
                <a:gd name="T11" fmla="*/ 19 h 231"/>
                <a:gd name="T12" fmla="*/ 61 w 66"/>
                <a:gd name="T13" fmla="*/ 3 h 231"/>
                <a:gd name="T14" fmla="*/ 45 w 66"/>
                <a:gd name="T15" fmla="*/ 3 h 231"/>
                <a:gd name="T16" fmla="*/ 0 w 66"/>
                <a:gd name="T17" fmla="*/ 115 h 231"/>
                <a:gd name="T18" fmla="*/ 45 w 66"/>
                <a:gd name="T19" fmla="*/ 226 h 231"/>
                <a:gd name="T20" fmla="*/ 53 w 66"/>
                <a:gd name="T21" fmla="*/ 230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6" h="231">
                  <a:moveTo>
                    <a:pt x="53" y="230"/>
                  </a:moveTo>
                  <a:lnTo>
                    <a:pt x="53" y="230"/>
                  </a:lnTo>
                  <a:cubicBezTo>
                    <a:pt x="56" y="230"/>
                    <a:pt x="59" y="229"/>
                    <a:pt x="61" y="226"/>
                  </a:cubicBezTo>
                  <a:cubicBezTo>
                    <a:pt x="65" y="222"/>
                    <a:pt x="65" y="215"/>
                    <a:pt x="61" y="211"/>
                  </a:cubicBezTo>
                  <a:cubicBezTo>
                    <a:pt x="35" y="185"/>
                    <a:pt x="21" y="152"/>
                    <a:pt x="21" y="115"/>
                  </a:cubicBezTo>
                  <a:cubicBezTo>
                    <a:pt x="21" y="78"/>
                    <a:pt x="35" y="44"/>
                    <a:pt x="61" y="19"/>
                  </a:cubicBezTo>
                  <a:cubicBezTo>
                    <a:pt x="65" y="15"/>
                    <a:pt x="65" y="8"/>
                    <a:pt x="61" y="3"/>
                  </a:cubicBezTo>
                  <a:cubicBezTo>
                    <a:pt x="57" y="0"/>
                    <a:pt x="50" y="0"/>
                    <a:pt x="45" y="3"/>
                  </a:cubicBezTo>
                  <a:cubicBezTo>
                    <a:pt x="16" y="34"/>
                    <a:pt x="0" y="73"/>
                    <a:pt x="0" y="115"/>
                  </a:cubicBezTo>
                  <a:cubicBezTo>
                    <a:pt x="0" y="158"/>
                    <a:pt x="16" y="197"/>
                    <a:pt x="45" y="226"/>
                  </a:cubicBezTo>
                  <a:cubicBezTo>
                    <a:pt x="47" y="229"/>
                    <a:pt x="50" y="230"/>
                    <a:pt x="53" y="230"/>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8" name="Freeform 488"/>
            <p:cNvSpPr>
              <a:spLocks noChangeArrowheads="1"/>
            </p:cNvSpPr>
            <p:nvPr/>
          </p:nvSpPr>
          <p:spPr bwMode="auto">
            <a:xfrm>
              <a:off x="7652767" y="4843543"/>
              <a:ext cx="30473" cy="105638"/>
            </a:xfrm>
            <a:custGeom>
              <a:avLst/>
              <a:gdLst>
                <a:gd name="T0" fmla="*/ 19 w 67"/>
                <a:gd name="T1" fmla="*/ 3 h 231"/>
                <a:gd name="T2" fmla="*/ 19 w 67"/>
                <a:gd name="T3" fmla="*/ 3 h 231"/>
                <a:gd name="T4" fmla="*/ 4 w 67"/>
                <a:gd name="T5" fmla="*/ 3 h 231"/>
                <a:gd name="T6" fmla="*/ 4 w 67"/>
                <a:gd name="T7" fmla="*/ 19 h 231"/>
                <a:gd name="T8" fmla="*/ 44 w 67"/>
                <a:gd name="T9" fmla="*/ 115 h 231"/>
                <a:gd name="T10" fmla="*/ 4 w 67"/>
                <a:gd name="T11" fmla="*/ 211 h 231"/>
                <a:gd name="T12" fmla="*/ 4 w 67"/>
                <a:gd name="T13" fmla="*/ 226 h 231"/>
                <a:gd name="T14" fmla="*/ 11 w 67"/>
                <a:gd name="T15" fmla="*/ 230 h 231"/>
                <a:gd name="T16" fmla="*/ 19 w 67"/>
                <a:gd name="T17" fmla="*/ 226 h 231"/>
                <a:gd name="T18" fmla="*/ 66 w 67"/>
                <a:gd name="T19" fmla="*/ 115 h 231"/>
                <a:gd name="T20" fmla="*/ 19 w 67"/>
                <a:gd name="T21" fmla="*/ 3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7" h="231">
                  <a:moveTo>
                    <a:pt x="19" y="3"/>
                  </a:moveTo>
                  <a:lnTo>
                    <a:pt x="19" y="3"/>
                  </a:lnTo>
                  <a:cubicBezTo>
                    <a:pt x="15" y="0"/>
                    <a:pt x="8" y="0"/>
                    <a:pt x="4" y="3"/>
                  </a:cubicBezTo>
                  <a:cubicBezTo>
                    <a:pt x="0" y="8"/>
                    <a:pt x="0" y="15"/>
                    <a:pt x="4" y="19"/>
                  </a:cubicBezTo>
                  <a:cubicBezTo>
                    <a:pt x="29" y="44"/>
                    <a:pt x="44" y="78"/>
                    <a:pt x="44" y="115"/>
                  </a:cubicBezTo>
                  <a:cubicBezTo>
                    <a:pt x="44" y="152"/>
                    <a:pt x="29" y="185"/>
                    <a:pt x="4" y="211"/>
                  </a:cubicBezTo>
                  <a:cubicBezTo>
                    <a:pt x="0" y="215"/>
                    <a:pt x="0" y="222"/>
                    <a:pt x="4" y="226"/>
                  </a:cubicBezTo>
                  <a:cubicBezTo>
                    <a:pt x="5" y="229"/>
                    <a:pt x="8" y="230"/>
                    <a:pt x="11" y="230"/>
                  </a:cubicBezTo>
                  <a:cubicBezTo>
                    <a:pt x="15" y="230"/>
                    <a:pt x="17" y="229"/>
                    <a:pt x="19" y="226"/>
                  </a:cubicBezTo>
                  <a:cubicBezTo>
                    <a:pt x="48" y="197"/>
                    <a:pt x="66" y="158"/>
                    <a:pt x="66" y="115"/>
                  </a:cubicBezTo>
                  <a:cubicBezTo>
                    <a:pt x="66" y="73"/>
                    <a:pt x="48" y="34"/>
                    <a:pt x="19" y="3"/>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119" name="Freeform 489"/>
            <p:cNvSpPr>
              <a:spLocks noChangeArrowheads="1"/>
            </p:cNvSpPr>
            <p:nvPr/>
          </p:nvSpPr>
          <p:spPr bwMode="auto">
            <a:xfrm>
              <a:off x="7555255" y="4894330"/>
              <a:ext cx="109701" cy="188930"/>
            </a:xfrm>
            <a:custGeom>
              <a:avLst/>
              <a:gdLst>
                <a:gd name="T0" fmla="*/ 1 w 238"/>
                <a:gd name="T1" fmla="*/ 403 h 410"/>
                <a:gd name="T2" fmla="*/ 1 w 238"/>
                <a:gd name="T3" fmla="*/ 403 h 410"/>
                <a:gd name="T4" fmla="*/ 2 w 238"/>
                <a:gd name="T5" fmla="*/ 404 h 410"/>
                <a:gd name="T6" fmla="*/ 3 w 238"/>
                <a:gd name="T7" fmla="*/ 405 h 410"/>
                <a:gd name="T8" fmla="*/ 5 w 238"/>
                <a:gd name="T9" fmla="*/ 407 h 410"/>
                <a:gd name="T10" fmla="*/ 6 w 238"/>
                <a:gd name="T11" fmla="*/ 407 h 410"/>
                <a:gd name="T12" fmla="*/ 11 w 238"/>
                <a:gd name="T13" fmla="*/ 409 h 410"/>
                <a:gd name="T14" fmla="*/ 227 w 238"/>
                <a:gd name="T15" fmla="*/ 409 h 410"/>
                <a:gd name="T16" fmla="*/ 236 w 238"/>
                <a:gd name="T17" fmla="*/ 405 h 410"/>
                <a:gd name="T18" fmla="*/ 237 w 238"/>
                <a:gd name="T19" fmla="*/ 396 h 410"/>
                <a:gd name="T20" fmla="*/ 129 w 238"/>
                <a:gd name="T21" fmla="*/ 9 h 410"/>
                <a:gd name="T22" fmla="*/ 108 w 238"/>
                <a:gd name="T23" fmla="*/ 9 h 410"/>
                <a:gd name="T24" fmla="*/ 1 w 238"/>
                <a:gd name="T25" fmla="*/ 396 h 410"/>
                <a:gd name="T26" fmla="*/ 1 w 238"/>
                <a:gd name="T27" fmla="*/ 402 h 410"/>
                <a:gd name="T28" fmla="*/ 1 w 238"/>
                <a:gd name="T29" fmla="*/ 403 h 410"/>
                <a:gd name="T30" fmla="*/ 213 w 238"/>
                <a:gd name="T31" fmla="*/ 388 h 410"/>
                <a:gd name="T32" fmla="*/ 213 w 238"/>
                <a:gd name="T33" fmla="*/ 388 h 410"/>
                <a:gd name="T34" fmla="*/ 59 w 238"/>
                <a:gd name="T35" fmla="*/ 388 h 410"/>
                <a:gd name="T36" fmla="*/ 195 w 238"/>
                <a:gd name="T37" fmla="*/ 327 h 410"/>
                <a:gd name="T38" fmla="*/ 213 w 238"/>
                <a:gd name="T39" fmla="*/ 388 h 410"/>
                <a:gd name="T40" fmla="*/ 189 w 238"/>
                <a:gd name="T41" fmla="*/ 303 h 410"/>
                <a:gd name="T42" fmla="*/ 189 w 238"/>
                <a:gd name="T43" fmla="*/ 303 h 410"/>
                <a:gd name="T44" fmla="*/ 75 w 238"/>
                <a:gd name="T45" fmla="*/ 303 h 410"/>
                <a:gd name="T46" fmla="*/ 172 w 238"/>
                <a:gd name="T47" fmla="*/ 241 h 410"/>
                <a:gd name="T48" fmla="*/ 189 w 238"/>
                <a:gd name="T49" fmla="*/ 303 h 410"/>
                <a:gd name="T50" fmla="*/ 119 w 238"/>
                <a:gd name="T51" fmla="*/ 52 h 410"/>
                <a:gd name="T52" fmla="*/ 119 w 238"/>
                <a:gd name="T53" fmla="*/ 52 h 410"/>
                <a:gd name="T54" fmla="*/ 165 w 238"/>
                <a:gd name="T55" fmla="*/ 218 h 410"/>
                <a:gd name="T56" fmla="*/ 73 w 238"/>
                <a:gd name="T57" fmla="*/ 218 h 410"/>
                <a:gd name="T58" fmla="*/ 119 w 238"/>
                <a:gd name="T59" fmla="*/ 52 h 410"/>
                <a:gd name="T60" fmla="*/ 67 w 238"/>
                <a:gd name="T61" fmla="*/ 239 h 410"/>
                <a:gd name="T62" fmla="*/ 67 w 238"/>
                <a:gd name="T63" fmla="*/ 239 h 410"/>
                <a:gd name="T64" fmla="*/ 136 w 238"/>
                <a:gd name="T65" fmla="*/ 239 h 410"/>
                <a:gd name="T66" fmla="*/ 51 w 238"/>
                <a:gd name="T67" fmla="*/ 292 h 410"/>
                <a:gd name="T68" fmla="*/ 67 w 238"/>
                <a:gd name="T69" fmla="*/ 239 h 410"/>
                <a:gd name="T70" fmla="*/ 43 w 238"/>
                <a:gd name="T71" fmla="*/ 324 h 410"/>
                <a:gd name="T72" fmla="*/ 43 w 238"/>
                <a:gd name="T73" fmla="*/ 324 h 410"/>
                <a:gd name="T74" fmla="*/ 149 w 238"/>
                <a:gd name="T75" fmla="*/ 324 h 410"/>
                <a:gd name="T76" fmla="*/ 27 w 238"/>
                <a:gd name="T77" fmla="*/ 379 h 410"/>
                <a:gd name="T78" fmla="*/ 43 w 238"/>
                <a:gd name="T79" fmla="*/ 324 h 4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38" h="410">
                  <a:moveTo>
                    <a:pt x="1" y="403"/>
                  </a:moveTo>
                  <a:lnTo>
                    <a:pt x="1" y="403"/>
                  </a:lnTo>
                  <a:cubicBezTo>
                    <a:pt x="2" y="403"/>
                    <a:pt x="2" y="404"/>
                    <a:pt x="2" y="404"/>
                  </a:cubicBezTo>
                  <a:cubicBezTo>
                    <a:pt x="2" y="404"/>
                    <a:pt x="2" y="405"/>
                    <a:pt x="3" y="405"/>
                  </a:cubicBezTo>
                  <a:cubicBezTo>
                    <a:pt x="3" y="406"/>
                    <a:pt x="4" y="406"/>
                    <a:pt x="5" y="407"/>
                  </a:cubicBezTo>
                  <a:lnTo>
                    <a:pt x="6" y="407"/>
                  </a:lnTo>
                  <a:cubicBezTo>
                    <a:pt x="7" y="408"/>
                    <a:pt x="9" y="409"/>
                    <a:pt x="11" y="409"/>
                  </a:cubicBezTo>
                  <a:cubicBezTo>
                    <a:pt x="227" y="409"/>
                    <a:pt x="227" y="409"/>
                    <a:pt x="227" y="409"/>
                  </a:cubicBezTo>
                  <a:cubicBezTo>
                    <a:pt x="230" y="409"/>
                    <a:pt x="233" y="407"/>
                    <a:pt x="236" y="405"/>
                  </a:cubicBezTo>
                  <a:cubicBezTo>
                    <a:pt x="237" y="402"/>
                    <a:pt x="237" y="399"/>
                    <a:pt x="237" y="396"/>
                  </a:cubicBezTo>
                  <a:cubicBezTo>
                    <a:pt x="129" y="9"/>
                    <a:pt x="129" y="9"/>
                    <a:pt x="129" y="9"/>
                  </a:cubicBezTo>
                  <a:cubicBezTo>
                    <a:pt x="126" y="0"/>
                    <a:pt x="111" y="0"/>
                    <a:pt x="108" y="9"/>
                  </a:cubicBezTo>
                  <a:cubicBezTo>
                    <a:pt x="1" y="396"/>
                    <a:pt x="1" y="396"/>
                    <a:pt x="1" y="396"/>
                  </a:cubicBezTo>
                  <a:cubicBezTo>
                    <a:pt x="0" y="398"/>
                    <a:pt x="1" y="400"/>
                    <a:pt x="1" y="402"/>
                  </a:cubicBezTo>
                  <a:cubicBezTo>
                    <a:pt x="2" y="403"/>
                    <a:pt x="1" y="403"/>
                    <a:pt x="1" y="403"/>
                  </a:cubicBezTo>
                  <a:close/>
                  <a:moveTo>
                    <a:pt x="213" y="388"/>
                  </a:moveTo>
                  <a:lnTo>
                    <a:pt x="213" y="388"/>
                  </a:lnTo>
                  <a:cubicBezTo>
                    <a:pt x="59" y="388"/>
                    <a:pt x="59" y="388"/>
                    <a:pt x="59" y="388"/>
                  </a:cubicBezTo>
                  <a:cubicBezTo>
                    <a:pt x="195" y="327"/>
                    <a:pt x="195" y="327"/>
                    <a:pt x="195" y="327"/>
                  </a:cubicBezTo>
                  <a:lnTo>
                    <a:pt x="213" y="388"/>
                  </a:lnTo>
                  <a:close/>
                  <a:moveTo>
                    <a:pt x="189" y="303"/>
                  </a:moveTo>
                  <a:lnTo>
                    <a:pt x="189" y="303"/>
                  </a:lnTo>
                  <a:cubicBezTo>
                    <a:pt x="75" y="303"/>
                    <a:pt x="75" y="303"/>
                    <a:pt x="75" y="303"/>
                  </a:cubicBezTo>
                  <a:cubicBezTo>
                    <a:pt x="172" y="241"/>
                    <a:pt x="172" y="241"/>
                    <a:pt x="172" y="241"/>
                  </a:cubicBezTo>
                  <a:lnTo>
                    <a:pt x="189" y="303"/>
                  </a:lnTo>
                  <a:close/>
                  <a:moveTo>
                    <a:pt x="119" y="52"/>
                  </a:moveTo>
                  <a:lnTo>
                    <a:pt x="119" y="52"/>
                  </a:lnTo>
                  <a:cubicBezTo>
                    <a:pt x="165" y="218"/>
                    <a:pt x="165" y="218"/>
                    <a:pt x="165" y="218"/>
                  </a:cubicBezTo>
                  <a:cubicBezTo>
                    <a:pt x="73" y="218"/>
                    <a:pt x="73" y="218"/>
                    <a:pt x="73" y="218"/>
                  </a:cubicBezTo>
                  <a:lnTo>
                    <a:pt x="119" y="52"/>
                  </a:lnTo>
                  <a:close/>
                  <a:moveTo>
                    <a:pt x="67" y="239"/>
                  </a:moveTo>
                  <a:lnTo>
                    <a:pt x="67" y="239"/>
                  </a:lnTo>
                  <a:cubicBezTo>
                    <a:pt x="136" y="239"/>
                    <a:pt x="136" y="239"/>
                    <a:pt x="136" y="239"/>
                  </a:cubicBezTo>
                  <a:cubicBezTo>
                    <a:pt x="51" y="292"/>
                    <a:pt x="51" y="292"/>
                    <a:pt x="51" y="292"/>
                  </a:cubicBezTo>
                  <a:lnTo>
                    <a:pt x="67" y="239"/>
                  </a:lnTo>
                  <a:close/>
                  <a:moveTo>
                    <a:pt x="43" y="324"/>
                  </a:moveTo>
                  <a:lnTo>
                    <a:pt x="43" y="324"/>
                  </a:lnTo>
                  <a:cubicBezTo>
                    <a:pt x="149" y="324"/>
                    <a:pt x="149" y="324"/>
                    <a:pt x="149" y="324"/>
                  </a:cubicBezTo>
                  <a:cubicBezTo>
                    <a:pt x="27" y="379"/>
                    <a:pt x="27" y="379"/>
                    <a:pt x="27" y="379"/>
                  </a:cubicBezTo>
                  <a:lnTo>
                    <a:pt x="43" y="324"/>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nvGrpSpPr>
          <p:cNvPr id="120" name="Group 119"/>
          <p:cNvGrpSpPr>
            <a:grpSpLocks noChangeAspect="1"/>
          </p:cNvGrpSpPr>
          <p:nvPr/>
        </p:nvGrpSpPr>
        <p:grpSpPr>
          <a:xfrm>
            <a:off x="2932022" y="4431989"/>
            <a:ext cx="547260" cy="374449"/>
            <a:chOff x="8316264" y="9450721"/>
            <a:chExt cx="316808" cy="216763"/>
          </a:xfrm>
          <a:solidFill>
            <a:srgbClr val="0078EF"/>
          </a:solidFill>
        </p:grpSpPr>
        <p:sp>
          <p:nvSpPr>
            <p:cNvPr id="121" name="Freeform 338"/>
            <p:cNvSpPr>
              <a:spLocks noChangeArrowheads="1"/>
            </p:cNvSpPr>
            <p:nvPr/>
          </p:nvSpPr>
          <p:spPr bwMode="auto">
            <a:xfrm>
              <a:off x="8316264" y="9554471"/>
              <a:ext cx="316808" cy="113013"/>
            </a:xfrm>
            <a:custGeom>
              <a:avLst/>
              <a:gdLst>
                <a:gd name="T0" fmla="*/ 377 w 756"/>
                <a:gd name="T1" fmla="*/ 268 h 269"/>
                <a:gd name="T2" fmla="*/ 377 w 756"/>
                <a:gd name="T3" fmla="*/ 268 h 269"/>
                <a:gd name="T4" fmla="*/ 755 w 756"/>
                <a:gd name="T5" fmla="*/ 130 h 269"/>
                <a:gd name="T6" fmla="*/ 504 w 756"/>
                <a:gd name="T7" fmla="*/ 1 h 269"/>
                <a:gd name="T8" fmla="*/ 492 w 756"/>
                <a:gd name="T9" fmla="*/ 11 h 269"/>
                <a:gd name="T10" fmla="*/ 502 w 756"/>
                <a:gd name="T11" fmla="*/ 24 h 269"/>
                <a:gd name="T12" fmla="*/ 732 w 756"/>
                <a:gd name="T13" fmla="*/ 130 h 269"/>
                <a:gd name="T14" fmla="*/ 377 w 756"/>
                <a:gd name="T15" fmla="*/ 245 h 269"/>
                <a:gd name="T16" fmla="*/ 23 w 756"/>
                <a:gd name="T17" fmla="*/ 130 h 269"/>
                <a:gd name="T18" fmla="*/ 253 w 756"/>
                <a:gd name="T19" fmla="*/ 24 h 269"/>
                <a:gd name="T20" fmla="*/ 262 w 756"/>
                <a:gd name="T21" fmla="*/ 12 h 269"/>
                <a:gd name="T22" fmla="*/ 250 w 756"/>
                <a:gd name="T23" fmla="*/ 1 h 269"/>
                <a:gd name="T24" fmla="*/ 0 w 756"/>
                <a:gd name="T25" fmla="*/ 130 h 269"/>
                <a:gd name="T26" fmla="*/ 377 w 756"/>
                <a:gd name="T27" fmla="*/ 268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56" h="269">
                  <a:moveTo>
                    <a:pt x="377" y="268"/>
                  </a:moveTo>
                  <a:lnTo>
                    <a:pt x="377" y="268"/>
                  </a:lnTo>
                  <a:cubicBezTo>
                    <a:pt x="563" y="268"/>
                    <a:pt x="755" y="216"/>
                    <a:pt x="755" y="130"/>
                  </a:cubicBezTo>
                  <a:cubicBezTo>
                    <a:pt x="755" y="61"/>
                    <a:pt x="620" y="17"/>
                    <a:pt x="504" y="1"/>
                  </a:cubicBezTo>
                  <a:cubicBezTo>
                    <a:pt x="499" y="0"/>
                    <a:pt x="492" y="5"/>
                    <a:pt x="492" y="11"/>
                  </a:cubicBezTo>
                  <a:cubicBezTo>
                    <a:pt x="491" y="17"/>
                    <a:pt x="495" y="23"/>
                    <a:pt x="502" y="24"/>
                  </a:cubicBezTo>
                  <a:cubicBezTo>
                    <a:pt x="635" y="42"/>
                    <a:pt x="732" y="87"/>
                    <a:pt x="732" y="130"/>
                  </a:cubicBezTo>
                  <a:cubicBezTo>
                    <a:pt x="732" y="185"/>
                    <a:pt x="586" y="245"/>
                    <a:pt x="377" y="245"/>
                  </a:cubicBezTo>
                  <a:cubicBezTo>
                    <a:pt x="168" y="245"/>
                    <a:pt x="23" y="185"/>
                    <a:pt x="23" y="130"/>
                  </a:cubicBezTo>
                  <a:cubicBezTo>
                    <a:pt x="23" y="85"/>
                    <a:pt x="117" y="42"/>
                    <a:pt x="253" y="24"/>
                  </a:cubicBezTo>
                  <a:cubicBezTo>
                    <a:pt x="260" y="23"/>
                    <a:pt x="264" y="17"/>
                    <a:pt x="262" y="12"/>
                  </a:cubicBezTo>
                  <a:cubicBezTo>
                    <a:pt x="262" y="5"/>
                    <a:pt x="255" y="1"/>
                    <a:pt x="250" y="1"/>
                  </a:cubicBezTo>
                  <a:cubicBezTo>
                    <a:pt x="98" y="20"/>
                    <a:pt x="0" y="72"/>
                    <a:pt x="0" y="130"/>
                  </a:cubicBezTo>
                  <a:cubicBezTo>
                    <a:pt x="0" y="216"/>
                    <a:pt x="192" y="268"/>
                    <a:pt x="377" y="268"/>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defRPr/>
              </a:pPr>
              <a:endParaRPr lang="en-US" sz="1421">
                <a:solidFill>
                  <a:prstClr val="black"/>
                </a:solidFill>
                <a:latin typeface="Arial" charset="0"/>
              </a:endParaRPr>
            </a:p>
          </p:txBody>
        </p:sp>
        <p:sp>
          <p:nvSpPr>
            <p:cNvPr id="122" name="Freeform 339"/>
            <p:cNvSpPr>
              <a:spLocks noChangeArrowheads="1"/>
            </p:cNvSpPr>
            <p:nvPr/>
          </p:nvSpPr>
          <p:spPr bwMode="auto">
            <a:xfrm>
              <a:off x="8394077" y="9587819"/>
              <a:ext cx="161182" cy="42611"/>
            </a:xfrm>
            <a:custGeom>
              <a:avLst/>
              <a:gdLst>
                <a:gd name="T0" fmla="*/ 113 w 383"/>
                <a:gd name="T1" fmla="*/ 25 h 102"/>
                <a:gd name="T2" fmla="*/ 113 w 383"/>
                <a:gd name="T3" fmla="*/ 25 h 102"/>
                <a:gd name="T4" fmla="*/ 124 w 383"/>
                <a:gd name="T5" fmla="*/ 12 h 102"/>
                <a:gd name="T6" fmla="*/ 112 w 383"/>
                <a:gd name="T7" fmla="*/ 1 h 102"/>
                <a:gd name="T8" fmla="*/ 0 w 383"/>
                <a:gd name="T9" fmla="*/ 49 h 102"/>
                <a:gd name="T10" fmla="*/ 191 w 383"/>
                <a:gd name="T11" fmla="*/ 101 h 102"/>
                <a:gd name="T12" fmla="*/ 382 w 383"/>
                <a:gd name="T13" fmla="*/ 49 h 102"/>
                <a:gd name="T14" fmla="*/ 275 w 383"/>
                <a:gd name="T15" fmla="*/ 0 h 102"/>
                <a:gd name="T16" fmla="*/ 261 w 383"/>
                <a:gd name="T17" fmla="*/ 11 h 102"/>
                <a:gd name="T18" fmla="*/ 272 w 383"/>
                <a:gd name="T19" fmla="*/ 23 h 102"/>
                <a:gd name="T20" fmla="*/ 359 w 383"/>
                <a:gd name="T21" fmla="*/ 48 h 102"/>
                <a:gd name="T22" fmla="*/ 191 w 383"/>
                <a:gd name="T23" fmla="*/ 78 h 102"/>
                <a:gd name="T24" fmla="*/ 23 w 383"/>
                <a:gd name="T25" fmla="*/ 49 h 102"/>
                <a:gd name="T26" fmla="*/ 113 w 383"/>
                <a:gd name="T27" fmla="*/ 25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83" h="102">
                  <a:moveTo>
                    <a:pt x="113" y="25"/>
                  </a:moveTo>
                  <a:lnTo>
                    <a:pt x="113" y="25"/>
                  </a:lnTo>
                  <a:cubicBezTo>
                    <a:pt x="120" y="23"/>
                    <a:pt x="124" y="18"/>
                    <a:pt x="124" y="12"/>
                  </a:cubicBezTo>
                  <a:cubicBezTo>
                    <a:pt x="124" y="5"/>
                    <a:pt x="118" y="1"/>
                    <a:pt x="112" y="1"/>
                  </a:cubicBezTo>
                  <a:cubicBezTo>
                    <a:pt x="69" y="4"/>
                    <a:pt x="0" y="16"/>
                    <a:pt x="0" y="49"/>
                  </a:cubicBezTo>
                  <a:cubicBezTo>
                    <a:pt x="0" y="90"/>
                    <a:pt x="120" y="101"/>
                    <a:pt x="191" y="101"/>
                  </a:cubicBezTo>
                  <a:cubicBezTo>
                    <a:pt x="261" y="101"/>
                    <a:pt x="382" y="90"/>
                    <a:pt x="382" y="49"/>
                  </a:cubicBezTo>
                  <a:cubicBezTo>
                    <a:pt x="382" y="19"/>
                    <a:pt x="324" y="7"/>
                    <a:pt x="275" y="0"/>
                  </a:cubicBezTo>
                  <a:cubicBezTo>
                    <a:pt x="268" y="0"/>
                    <a:pt x="263" y="4"/>
                    <a:pt x="261" y="11"/>
                  </a:cubicBezTo>
                  <a:cubicBezTo>
                    <a:pt x="261" y="18"/>
                    <a:pt x="265" y="23"/>
                    <a:pt x="272" y="23"/>
                  </a:cubicBezTo>
                  <a:cubicBezTo>
                    <a:pt x="333" y="31"/>
                    <a:pt x="356" y="44"/>
                    <a:pt x="359" y="48"/>
                  </a:cubicBezTo>
                  <a:cubicBezTo>
                    <a:pt x="355" y="59"/>
                    <a:pt x="294" y="78"/>
                    <a:pt x="191" y="78"/>
                  </a:cubicBezTo>
                  <a:cubicBezTo>
                    <a:pt x="88" y="78"/>
                    <a:pt x="27" y="59"/>
                    <a:pt x="23" y="49"/>
                  </a:cubicBezTo>
                  <a:cubicBezTo>
                    <a:pt x="26" y="44"/>
                    <a:pt x="54" y="27"/>
                    <a:pt x="113" y="25"/>
                  </a:cubicBezTo>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defRPr/>
              </a:pPr>
              <a:endParaRPr lang="en-US" sz="1421">
                <a:solidFill>
                  <a:prstClr val="black"/>
                </a:solidFill>
                <a:latin typeface="Arial" charset="0"/>
              </a:endParaRPr>
            </a:p>
          </p:txBody>
        </p:sp>
        <p:sp>
          <p:nvSpPr>
            <p:cNvPr id="123" name="Freeform 340"/>
            <p:cNvSpPr>
              <a:spLocks noChangeArrowheads="1"/>
            </p:cNvSpPr>
            <p:nvPr/>
          </p:nvSpPr>
          <p:spPr bwMode="auto">
            <a:xfrm>
              <a:off x="8418161" y="9450721"/>
              <a:ext cx="113014" cy="157477"/>
            </a:xfrm>
            <a:custGeom>
              <a:avLst/>
              <a:gdLst>
                <a:gd name="T0" fmla="*/ 134 w 269"/>
                <a:gd name="T1" fmla="*/ 0 h 376"/>
                <a:gd name="T2" fmla="*/ 134 w 269"/>
                <a:gd name="T3" fmla="*/ 0 h 376"/>
                <a:gd name="T4" fmla="*/ 0 w 269"/>
                <a:gd name="T5" fmla="*/ 133 h 376"/>
                <a:gd name="T6" fmla="*/ 125 w 269"/>
                <a:gd name="T7" fmla="*/ 370 h 376"/>
                <a:gd name="T8" fmla="*/ 134 w 269"/>
                <a:gd name="T9" fmla="*/ 375 h 376"/>
                <a:gd name="T10" fmla="*/ 134 w 269"/>
                <a:gd name="T11" fmla="*/ 375 h 376"/>
                <a:gd name="T12" fmla="*/ 143 w 269"/>
                <a:gd name="T13" fmla="*/ 370 h 376"/>
                <a:gd name="T14" fmla="*/ 268 w 269"/>
                <a:gd name="T15" fmla="*/ 133 h 376"/>
                <a:gd name="T16" fmla="*/ 134 w 269"/>
                <a:gd name="T17" fmla="*/ 0 h 376"/>
                <a:gd name="T18" fmla="*/ 134 w 269"/>
                <a:gd name="T19" fmla="*/ 344 h 376"/>
                <a:gd name="T20" fmla="*/ 134 w 269"/>
                <a:gd name="T21" fmla="*/ 344 h 376"/>
                <a:gd name="T22" fmla="*/ 23 w 269"/>
                <a:gd name="T23" fmla="*/ 133 h 376"/>
                <a:gd name="T24" fmla="*/ 134 w 269"/>
                <a:gd name="T25" fmla="*/ 23 h 376"/>
                <a:gd name="T26" fmla="*/ 245 w 269"/>
                <a:gd name="T27" fmla="*/ 133 h 376"/>
                <a:gd name="T28" fmla="*/ 134 w 269"/>
                <a:gd name="T29" fmla="*/ 344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9" h="376">
                  <a:moveTo>
                    <a:pt x="134" y="0"/>
                  </a:moveTo>
                  <a:lnTo>
                    <a:pt x="134" y="0"/>
                  </a:lnTo>
                  <a:cubicBezTo>
                    <a:pt x="60" y="0"/>
                    <a:pt x="0" y="59"/>
                    <a:pt x="0" y="133"/>
                  </a:cubicBezTo>
                  <a:cubicBezTo>
                    <a:pt x="0" y="205"/>
                    <a:pt x="120" y="363"/>
                    <a:pt x="125" y="370"/>
                  </a:cubicBezTo>
                  <a:cubicBezTo>
                    <a:pt x="127" y="374"/>
                    <a:pt x="131" y="375"/>
                    <a:pt x="134" y="375"/>
                  </a:cubicBezTo>
                  <a:lnTo>
                    <a:pt x="134" y="375"/>
                  </a:lnTo>
                  <a:cubicBezTo>
                    <a:pt x="138" y="375"/>
                    <a:pt x="140" y="374"/>
                    <a:pt x="143" y="370"/>
                  </a:cubicBezTo>
                  <a:cubicBezTo>
                    <a:pt x="149" y="364"/>
                    <a:pt x="268" y="205"/>
                    <a:pt x="268" y="133"/>
                  </a:cubicBezTo>
                  <a:cubicBezTo>
                    <a:pt x="268" y="59"/>
                    <a:pt x="208" y="0"/>
                    <a:pt x="134" y="0"/>
                  </a:cubicBezTo>
                  <a:close/>
                  <a:moveTo>
                    <a:pt x="134" y="344"/>
                  </a:moveTo>
                  <a:lnTo>
                    <a:pt x="134" y="344"/>
                  </a:lnTo>
                  <a:cubicBezTo>
                    <a:pt x="97" y="292"/>
                    <a:pt x="23" y="182"/>
                    <a:pt x="23" y="133"/>
                  </a:cubicBezTo>
                  <a:cubicBezTo>
                    <a:pt x="23" y="73"/>
                    <a:pt x="72" y="23"/>
                    <a:pt x="134" y="23"/>
                  </a:cubicBezTo>
                  <a:cubicBezTo>
                    <a:pt x="195" y="23"/>
                    <a:pt x="245" y="73"/>
                    <a:pt x="245" y="133"/>
                  </a:cubicBezTo>
                  <a:cubicBezTo>
                    <a:pt x="245" y="182"/>
                    <a:pt x="172" y="292"/>
                    <a:pt x="134" y="344"/>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defRPr/>
              </a:pPr>
              <a:endParaRPr lang="en-US" sz="1421">
                <a:solidFill>
                  <a:prstClr val="black"/>
                </a:solidFill>
                <a:latin typeface="Arial" charset="0"/>
              </a:endParaRPr>
            </a:p>
          </p:txBody>
        </p:sp>
        <p:sp>
          <p:nvSpPr>
            <p:cNvPr id="124" name="Freeform 341"/>
            <p:cNvSpPr>
              <a:spLocks noChangeArrowheads="1"/>
            </p:cNvSpPr>
            <p:nvPr/>
          </p:nvSpPr>
          <p:spPr bwMode="auto">
            <a:xfrm>
              <a:off x="8449657" y="9484069"/>
              <a:ext cx="51875" cy="51875"/>
            </a:xfrm>
            <a:custGeom>
              <a:avLst/>
              <a:gdLst>
                <a:gd name="T0" fmla="*/ 61 w 125"/>
                <a:gd name="T1" fmla="*/ 0 h 123"/>
                <a:gd name="T2" fmla="*/ 61 w 125"/>
                <a:gd name="T3" fmla="*/ 0 h 123"/>
                <a:gd name="T4" fmla="*/ 0 w 125"/>
                <a:gd name="T5" fmla="*/ 61 h 123"/>
                <a:gd name="T6" fmla="*/ 61 w 125"/>
                <a:gd name="T7" fmla="*/ 122 h 123"/>
                <a:gd name="T8" fmla="*/ 124 w 125"/>
                <a:gd name="T9" fmla="*/ 61 h 123"/>
                <a:gd name="T10" fmla="*/ 61 w 125"/>
                <a:gd name="T11" fmla="*/ 0 h 123"/>
                <a:gd name="T12" fmla="*/ 61 w 125"/>
                <a:gd name="T13" fmla="*/ 99 h 123"/>
                <a:gd name="T14" fmla="*/ 61 w 125"/>
                <a:gd name="T15" fmla="*/ 99 h 123"/>
                <a:gd name="T16" fmla="*/ 23 w 125"/>
                <a:gd name="T17" fmla="*/ 61 h 123"/>
                <a:gd name="T18" fmla="*/ 61 w 125"/>
                <a:gd name="T19" fmla="*/ 23 h 123"/>
                <a:gd name="T20" fmla="*/ 101 w 125"/>
                <a:gd name="T21" fmla="*/ 61 h 123"/>
                <a:gd name="T22" fmla="*/ 61 w 125"/>
                <a:gd name="T23" fmla="*/ 99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5" h="123">
                  <a:moveTo>
                    <a:pt x="61" y="0"/>
                  </a:moveTo>
                  <a:lnTo>
                    <a:pt x="61" y="0"/>
                  </a:lnTo>
                  <a:cubicBezTo>
                    <a:pt x="27" y="0"/>
                    <a:pt x="0" y="27"/>
                    <a:pt x="0" y="61"/>
                  </a:cubicBezTo>
                  <a:cubicBezTo>
                    <a:pt x="0" y="95"/>
                    <a:pt x="27" y="122"/>
                    <a:pt x="61" y="122"/>
                  </a:cubicBezTo>
                  <a:cubicBezTo>
                    <a:pt x="95" y="122"/>
                    <a:pt x="124" y="95"/>
                    <a:pt x="124" y="61"/>
                  </a:cubicBezTo>
                  <a:cubicBezTo>
                    <a:pt x="124" y="27"/>
                    <a:pt x="95" y="0"/>
                    <a:pt x="61" y="0"/>
                  </a:cubicBezTo>
                  <a:close/>
                  <a:moveTo>
                    <a:pt x="61" y="99"/>
                  </a:moveTo>
                  <a:lnTo>
                    <a:pt x="61" y="99"/>
                  </a:lnTo>
                  <a:cubicBezTo>
                    <a:pt x="41" y="99"/>
                    <a:pt x="23" y="81"/>
                    <a:pt x="23" y="61"/>
                  </a:cubicBezTo>
                  <a:cubicBezTo>
                    <a:pt x="23" y="39"/>
                    <a:pt x="41" y="23"/>
                    <a:pt x="61" y="23"/>
                  </a:cubicBezTo>
                  <a:cubicBezTo>
                    <a:pt x="83" y="23"/>
                    <a:pt x="101" y="39"/>
                    <a:pt x="101" y="61"/>
                  </a:cubicBezTo>
                  <a:cubicBezTo>
                    <a:pt x="101" y="81"/>
                    <a:pt x="83" y="99"/>
                    <a:pt x="61" y="99"/>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defRPr/>
              </a:pPr>
              <a:endParaRPr lang="en-US" sz="1421">
                <a:solidFill>
                  <a:prstClr val="black"/>
                </a:solidFill>
                <a:latin typeface="Arial" charset="0"/>
              </a:endParaRPr>
            </a:p>
          </p:txBody>
        </p:sp>
      </p:grpSp>
      <p:grpSp>
        <p:nvGrpSpPr>
          <p:cNvPr id="125" name="Group 124"/>
          <p:cNvGrpSpPr>
            <a:grpSpLocks noChangeAspect="1"/>
          </p:cNvGrpSpPr>
          <p:nvPr/>
        </p:nvGrpSpPr>
        <p:grpSpPr>
          <a:xfrm>
            <a:off x="1054358" y="2916881"/>
            <a:ext cx="355733" cy="427995"/>
            <a:chOff x="553539" y="1901055"/>
            <a:chExt cx="237143" cy="285313"/>
          </a:xfrm>
          <a:solidFill>
            <a:srgbClr val="0078EF"/>
          </a:solidFill>
        </p:grpSpPr>
        <p:sp>
          <p:nvSpPr>
            <p:cNvPr id="126" name="Freeform 94"/>
            <p:cNvSpPr>
              <a:spLocks noChangeArrowheads="1"/>
            </p:cNvSpPr>
            <p:nvPr/>
          </p:nvSpPr>
          <p:spPr bwMode="auto">
            <a:xfrm>
              <a:off x="609120" y="1901055"/>
              <a:ext cx="127834" cy="127834"/>
            </a:xfrm>
            <a:custGeom>
              <a:avLst/>
              <a:gdLst>
                <a:gd name="T0" fmla="*/ 151 w 303"/>
                <a:gd name="T1" fmla="*/ 302 h 303"/>
                <a:gd name="T2" fmla="*/ 151 w 303"/>
                <a:gd name="T3" fmla="*/ 302 h 303"/>
                <a:gd name="T4" fmla="*/ 302 w 303"/>
                <a:gd name="T5" fmla="*/ 151 h 303"/>
                <a:gd name="T6" fmla="*/ 151 w 303"/>
                <a:gd name="T7" fmla="*/ 0 h 303"/>
                <a:gd name="T8" fmla="*/ 0 w 303"/>
                <a:gd name="T9" fmla="*/ 151 h 303"/>
                <a:gd name="T10" fmla="*/ 151 w 303"/>
                <a:gd name="T11" fmla="*/ 302 h 303"/>
                <a:gd name="T12" fmla="*/ 151 w 303"/>
                <a:gd name="T13" fmla="*/ 23 h 303"/>
                <a:gd name="T14" fmla="*/ 151 w 303"/>
                <a:gd name="T15" fmla="*/ 23 h 303"/>
                <a:gd name="T16" fmla="*/ 278 w 303"/>
                <a:gd name="T17" fmla="*/ 151 h 303"/>
                <a:gd name="T18" fmla="*/ 151 w 303"/>
                <a:gd name="T19" fmla="*/ 278 h 303"/>
                <a:gd name="T20" fmla="*/ 23 w 303"/>
                <a:gd name="T21" fmla="*/ 151 h 303"/>
                <a:gd name="T22" fmla="*/ 151 w 303"/>
                <a:gd name="T23" fmla="*/ 23 h 3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03" h="303">
                  <a:moveTo>
                    <a:pt x="151" y="302"/>
                  </a:moveTo>
                  <a:lnTo>
                    <a:pt x="151" y="302"/>
                  </a:lnTo>
                  <a:cubicBezTo>
                    <a:pt x="233" y="302"/>
                    <a:pt x="302" y="234"/>
                    <a:pt x="302" y="151"/>
                  </a:cubicBezTo>
                  <a:cubicBezTo>
                    <a:pt x="302" y="67"/>
                    <a:pt x="233" y="0"/>
                    <a:pt x="151" y="0"/>
                  </a:cubicBezTo>
                  <a:cubicBezTo>
                    <a:pt x="68" y="0"/>
                    <a:pt x="0" y="67"/>
                    <a:pt x="0" y="151"/>
                  </a:cubicBezTo>
                  <a:cubicBezTo>
                    <a:pt x="0" y="234"/>
                    <a:pt x="68" y="302"/>
                    <a:pt x="151" y="302"/>
                  </a:cubicBezTo>
                  <a:close/>
                  <a:moveTo>
                    <a:pt x="151" y="23"/>
                  </a:moveTo>
                  <a:lnTo>
                    <a:pt x="151" y="23"/>
                  </a:lnTo>
                  <a:cubicBezTo>
                    <a:pt x="221" y="23"/>
                    <a:pt x="278" y="80"/>
                    <a:pt x="278" y="151"/>
                  </a:cubicBezTo>
                  <a:cubicBezTo>
                    <a:pt x="278" y="220"/>
                    <a:pt x="221" y="278"/>
                    <a:pt x="151" y="278"/>
                  </a:cubicBezTo>
                  <a:cubicBezTo>
                    <a:pt x="80" y="278"/>
                    <a:pt x="23" y="220"/>
                    <a:pt x="23" y="151"/>
                  </a:cubicBezTo>
                  <a:cubicBezTo>
                    <a:pt x="23" y="80"/>
                    <a:pt x="80" y="23"/>
                    <a:pt x="151" y="23"/>
                  </a:cubicBez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defRPr/>
              </a:pPr>
              <a:endParaRPr lang="en-US" sz="1421">
                <a:solidFill>
                  <a:prstClr val="black"/>
                </a:solidFill>
                <a:latin typeface="Arial" charset="0"/>
              </a:endParaRPr>
            </a:p>
          </p:txBody>
        </p:sp>
        <p:sp>
          <p:nvSpPr>
            <p:cNvPr id="127" name="Freeform 95"/>
            <p:cNvSpPr>
              <a:spLocks noChangeArrowheads="1"/>
            </p:cNvSpPr>
            <p:nvPr/>
          </p:nvSpPr>
          <p:spPr bwMode="auto">
            <a:xfrm>
              <a:off x="553539" y="2054827"/>
              <a:ext cx="237143" cy="131541"/>
            </a:xfrm>
            <a:custGeom>
              <a:avLst/>
              <a:gdLst>
                <a:gd name="T0" fmla="*/ 12 w 564"/>
                <a:gd name="T1" fmla="*/ 314 h 315"/>
                <a:gd name="T2" fmla="*/ 12 w 564"/>
                <a:gd name="T3" fmla="*/ 314 h 315"/>
                <a:gd name="T4" fmla="*/ 552 w 564"/>
                <a:gd name="T5" fmla="*/ 314 h 315"/>
                <a:gd name="T6" fmla="*/ 563 w 564"/>
                <a:gd name="T7" fmla="*/ 302 h 315"/>
                <a:gd name="T8" fmla="*/ 563 w 564"/>
                <a:gd name="T9" fmla="*/ 222 h 315"/>
                <a:gd name="T10" fmla="*/ 343 w 564"/>
                <a:gd name="T11" fmla="*/ 0 h 315"/>
                <a:gd name="T12" fmla="*/ 222 w 564"/>
                <a:gd name="T13" fmla="*/ 0 h 315"/>
                <a:gd name="T14" fmla="*/ 0 w 564"/>
                <a:gd name="T15" fmla="*/ 222 h 315"/>
                <a:gd name="T16" fmla="*/ 0 w 564"/>
                <a:gd name="T17" fmla="*/ 302 h 315"/>
                <a:gd name="T18" fmla="*/ 12 w 564"/>
                <a:gd name="T19" fmla="*/ 314 h 315"/>
                <a:gd name="T20" fmla="*/ 24 w 564"/>
                <a:gd name="T21" fmla="*/ 222 h 315"/>
                <a:gd name="T22" fmla="*/ 24 w 564"/>
                <a:gd name="T23" fmla="*/ 222 h 315"/>
                <a:gd name="T24" fmla="*/ 222 w 564"/>
                <a:gd name="T25" fmla="*/ 24 h 315"/>
                <a:gd name="T26" fmla="*/ 343 w 564"/>
                <a:gd name="T27" fmla="*/ 24 h 315"/>
                <a:gd name="T28" fmla="*/ 540 w 564"/>
                <a:gd name="T29" fmla="*/ 222 h 315"/>
                <a:gd name="T30" fmla="*/ 540 w 564"/>
                <a:gd name="T31" fmla="*/ 291 h 315"/>
                <a:gd name="T32" fmla="*/ 24 w 564"/>
                <a:gd name="T33" fmla="*/ 291 h 315"/>
                <a:gd name="T34" fmla="*/ 24 w 564"/>
                <a:gd name="T35" fmla="*/ 222 h 3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64" h="315">
                  <a:moveTo>
                    <a:pt x="12" y="314"/>
                  </a:moveTo>
                  <a:lnTo>
                    <a:pt x="12" y="314"/>
                  </a:lnTo>
                  <a:cubicBezTo>
                    <a:pt x="552" y="314"/>
                    <a:pt x="552" y="314"/>
                    <a:pt x="552" y="314"/>
                  </a:cubicBezTo>
                  <a:cubicBezTo>
                    <a:pt x="558" y="314"/>
                    <a:pt x="563" y="308"/>
                    <a:pt x="563" y="302"/>
                  </a:cubicBezTo>
                  <a:cubicBezTo>
                    <a:pt x="563" y="222"/>
                    <a:pt x="563" y="222"/>
                    <a:pt x="563" y="222"/>
                  </a:cubicBezTo>
                  <a:cubicBezTo>
                    <a:pt x="563" y="100"/>
                    <a:pt x="464" y="0"/>
                    <a:pt x="343" y="0"/>
                  </a:cubicBezTo>
                  <a:cubicBezTo>
                    <a:pt x="222" y="0"/>
                    <a:pt x="222" y="0"/>
                    <a:pt x="222" y="0"/>
                  </a:cubicBezTo>
                  <a:cubicBezTo>
                    <a:pt x="99" y="0"/>
                    <a:pt x="0" y="100"/>
                    <a:pt x="0" y="222"/>
                  </a:cubicBezTo>
                  <a:cubicBezTo>
                    <a:pt x="0" y="302"/>
                    <a:pt x="0" y="302"/>
                    <a:pt x="0" y="302"/>
                  </a:cubicBezTo>
                  <a:cubicBezTo>
                    <a:pt x="0" y="308"/>
                    <a:pt x="5" y="314"/>
                    <a:pt x="12" y="314"/>
                  </a:cubicBezTo>
                  <a:close/>
                  <a:moveTo>
                    <a:pt x="24" y="222"/>
                  </a:moveTo>
                  <a:lnTo>
                    <a:pt x="24" y="222"/>
                  </a:lnTo>
                  <a:cubicBezTo>
                    <a:pt x="24" y="113"/>
                    <a:pt x="113" y="24"/>
                    <a:pt x="222" y="24"/>
                  </a:cubicBezTo>
                  <a:cubicBezTo>
                    <a:pt x="343" y="24"/>
                    <a:pt x="343" y="24"/>
                    <a:pt x="343" y="24"/>
                  </a:cubicBezTo>
                  <a:cubicBezTo>
                    <a:pt x="451" y="24"/>
                    <a:pt x="540" y="113"/>
                    <a:pt x="540" y="222"/>
                  </a:cubicBezTo>
                  <a:cubicBezTo>
                    <a:pt x="540" y="291"/>
                    <a:pt x="540" y="291"/>
                    <a:pt x="540" y="291"/>
                  </a:cubicBezTo>
                  <a:cubicBezTo>
                    <a:pt x="24" y="291"/>
                    <a:pt x="24" y="291"/>
                    <a:pt x="24" y="291"/>
                  </a:cubicBezTo>
                  <a:lnTo>
                    <a:pt x="24" y="222"/>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defRPr/>
              </a:pPr>
              <a:endParaRPr lang="en-US" sz="1421">
                <a:solidFill>
                  <a:prstClr val="black"/>
                </a:solidFill>
                <a:latin typeface="Arial" charset="0"/>
              </a:endParaRPr>
            </a:p>
          </p:txBody>
        </p:sp>
      </p:grpSp>
    </p:spTree>
    <p:extLst>
      <p:ext uri="{BB962C8B-B14F-4D97-AF65-F5344CB8AC3E}">
        <p14:creationId xmlns:p14="http://schemas.microsoft.com/office/powerpoint/2010/main" val="3772812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50"/>
          <p:cNvSpPr>
            <a:spLocks noGrp="1"/>
          </p:cNvSpPr>
          <p:nvPr>
            <p:ph type="title"/>
          </p:nvPr>
        </p:nvSpPr>
        <p:spPr>
          <a:xfrm>
            <a:off x="946785" y="429272"/>
            <a:ext cx="10311765" cy="974663"/>
          </a:xfrm>
        </p:spPr>
        <p:txBody>
          <a:bodyPr/>
          <a:lstStyle/>
          <a:p>
            <a:r>
              <a:rPr lang="en-US" dirty="0">
                <a:latin typeface="+mn-lt"/>
              </a:rPr>
              <a:t>Structured Data – a recurring problem</a:t>
            </a:r>
          </a:p>
        </p:txBody>
      </p:sp>
      <p:grpSp>
        <p:nvGrpSpPr>
          <p:cNvPr id="40" name="Group 39"/>
          <p:cNvGrpSpPr/>
          <p:nvPr/>
        </p:nvGrpSpPr>
        <p:grpSpPr>
          <a:xfrm>
            <a:off x="1829841" y="1371600"/>
            <a:ext cx="2708671" cy="4754880"/>
            <a:chOff x="1829841" y="1371600"/>
            <a:chExt cx="2708671" cy="4754880"/>
          </a:xfrm>
        </p:grpSpPr>
        <p:sp>
          <p:nvSpPr>
            <p:cNvPr id="41" name="Freeform 40"/>
            <p:cNvSpPr/>
            <p:nvPr/>
          </p:nvSpPr>
          <p:spPr>
            <a:xfrm>
              <a:off x="1829841" y="1371600"/>
              <a:ext cx="2708671" cy="4754880"/>
            </a:xfrm>
            <a:custGeom>
              <a:avLst/>
              <a:gdLst>
                <a:gd name="connsiteX0" fmla="*/ 0 w 2708671"/>
                <a:gd name="connsiteY0" fmla="*/ 270867 h 4754880"/>
                <a:gd name="connsiteX1" fmla="*/ 270867 w 2708671"/>
                <a:gd name="connsiteY1" fmla="*/ 0 h 4754880"/>
                <a:gd name="connsiteX2" fmla="*/ 2437804 w 2708671"/>
                <a:gd name="connsiteY2" fmla="*/ 0 h 4754880"/>
                <a:gd name="connsiteX3" fmla="*/ 2708671 w 2708671"/>
                <a:gd name="connsiteY3" fmla="*/ 270867 h 4754880"/>
                <a:gd name="connsiteX4" fmla="*/ 2708671 w 2708671"/>
                <a:gd name="connsiteY4" fmla="*/ 4484013 h 4754880"/>
                <a:gd name="connsiteX5" fmla="*/ 2437804 w 2708671"/>
                <a:gd name="connsiteY5" fmla="*/ 4754880 h 4754880"/>
                <a:gd name="connsiteX6" fmla="*/ 270867 w 2708671"/>
                <a:gd name="connsiteY6" fmla="*/ 4754880 h 4754880"/>
                <a:gd name="connsiteX7" fmla="*/ 0 w 2708671"/>
                <a:gd name="connsiteY7" fmla="*/ 4484013 h 4754880"/>
                <a:gd name="connsiteX8" fmla="*/ 0 w 2708671"/>
                <a:gd name="connsiteY8" fmla="*/ 270867 h 475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671" h="4754880">
                  <a:moveTo>
                    <a:pt x="0" y="270867"/>
                  </a:moveTo>
                  <a:cubicBezTo>
                    <a:pt x="0" y="121271"/>
                    <a:pt x="121271" y="0"/>
                    <a:pt x="270867" y="0"/>
                  </a:cubicBezTo>
                  <a:lnTo>
                    <a:pt x="2437804" y="0"/>
                  </a:lnTo>
                  <a:cubicBezTo>
                    <a:pt x="2587400" y="0"/>
                    <a:pt x="2708671" y="121271"/>
                    <a:pt x="2708671" y="270867"/>
                  </a:cubicBezTo>
                  <a:lnTo>
                    <a:pt x="2708671" y="4484013"/>
                  </a:lnTo>
                  <a:cubicBezTo>
                    <a:pt x="2708671" y="4633609"/>
                    <a:pt x="2587400" y="4754880"/>
                    <a:pt x="2437804" y="4754880"/>
                  </a:cubicBezTo>
                  <a:lnTo>
                    <a:pt x="270867" y="4754880"/>
                  </a:lnTo>
                  <a:cubicBezTo>
                    <a:pt x="121271" y="4754880"/>
                    <a:pt x="0" y="4633609"/>
                    <a:pt x="0" y="4484013"/>
                  </a:cubicBezTo>
                  <a:lnTo>
                    <a:pt x="0" y="270867"/>
                  </a:lnTo>
                  <a:close/>
                </a:path>
              </a:pathLst>
            </a:custGeom>
            <a:solidFill>
              <a:schemeClr val="bg1"/>
            </a:solidFill>
            <a:ln w="38100">
              <a:solidFill>
                <a:schemeClr val="accent1"/>
              </a:solidFill>
            </a:ln>
          </p:spPr>
          <p:style>
            <a:lnRef idx="0">
              <a:scrgbClr r="0" g="0" b="0"/>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txBody>
            <a:bodyPr spcFirstLastPara="0" vert="horz" wrap="square" lIns="68580" tIns="68580" rIns="68580" bIns="3396996" numCol="1" spcCol="1270" anchor="ctr" anchorCtr="0">
              <a:noAutofit/>
            </a:bodyPr>
            <a:lstStyle/>
            <a:p>
              <a:pPr lvl="0" algn="ctr" defTabSz="800100">
                <a:lnSpc>
                  <a:spcPct val="90000"/>
                </a:lnSpc>
                <a:spcBef>
                  <a:spcPct val="0"/>
                </a:spcBef>
                <a:spcAft>
                  <a:spcPct val="35000"/>
                </a:spcAft>
              </a:pPr>
              <a:r>
                <a:rPr lang="en-US" sz="1800" kern="1200" dirty="0"/>
                <a:t>Explosion of Data Footprint</a:t>
              </a:r>
            </a:p>
          </p:txBody>
        </p:sp>
        <p:sp>
          <p:nvSpPr>
            <p:cNvPr id="42" name="Freeform 41"/>
            <p:cNvSpPr/>
            <p:nvPr/>
          </p:nvSpPr>
          <p:spPr>
            <a:xfrm>
              <a:off x="2100708" y="2799457"/>
              <a:ext cx="2166937" cy="1433661"/>
            </a:xfrm>
            <a:custGeom>
              <a:avLst/>
              <a:gdLst>
                <a:gd name="connsiteX0" fmla="*/ 0 w 2166937"/>
                <a:gd name="connsiteY0" fmla="*/ 143366 h 1433661"/>
                <a:gd name="connsiteX1" fmla="*/ 143366 w 2166937"/>
                <a:gd name="connsiteY1" fmla="*/ 0 h 1433661"/>
                <a:gd name="connsiteX2" fmla="*/ 2023571 w 2166937"/>
                <a:gd name="connsiteY2" fmla="*/ 0 h 1433661"/>
                <a:gd name="connsiteX3" fmla="*/ 2166937 w 2166937"/>
                <a:gd name="connsiteY3" fmla="*/ 143366 h 1433661"/>
                <a:gd name="connsiteX4" fmla="*/ 2166937 w 2166937"/>
                <a:gd name="connsiteY4" fmla="*/ 1290295 h 1433661"/>
                <a:gd name="connsiteX5" fmla="*/ 2023571 w 2166937"/>
                <a:gd name="connsiteY5" fmla="*/ 1433661 h 1433661"/>
                <a:gd name="connsiteX6" fmla="*/ 143366 w 2166937"/>
                <a:gd name="connsiteY6" fmla="*/ 1433661 h 1433661"/>
                <a:gd name="connsiteX7" fmla="*/ 0 w 2166937"/>
                <a:gd name="connsiteY7" fmla="*/ 1290295 h 1433661"/>
                <a:gd name="connsiteX8" fmla="*/ 0 w 2166937"/>
                <a:gd name="connsiteY8" fmla="*/ 143366 h 143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6937" h="1433661">
                  <a:moveTo>
                    <a:pt x="0" y="143366"/>
                  </a:moveTo>
                  <a:cubicBezTo>
                    <a:pt x="0" y="64187"/>
                    <a:pt x="64187" y="0"/>
                    <a:pt x="143366" y="0"/>
                  </a:cubicBezTo>
                  <a:lnTo>
                    <a:pt x="2023571" y="0"/>
                  </a:lnTo>
                  <a:cubicBezTo>
                    <a:pt x="2102750" y="0"/>
                    <a:pt x="2166937" y="64187"/>
                    <a:pt x="2166937" y="143366"/>
                  </a:cubicBezTo>
                  <a:lnTo>
                    <a:pt x="2166937" y="1290295"/>
                  </a:lnTo>
                  <a:cubicBezTo>
                    <a:pt x="2166937" y="1369474"/>
                    <a:pt x="2102750" y="1433661"/>
                    <a:pt x="2023571" y="1433661"/>
                  </a:cubicBezTo>
                  <a:lnTo>
                    <a:pt x="143366" y="1433661"/>
                  </a:lnTo>
                  <a:cubicBezTo>
                    <a:pt x="64187" y="1433661"/>
                    <a:pt x="0" y="1369474"/>
                    <a:pt x="0" y="1290295"/>
                  </a:cubicBezTo>
                  <a:lnTo>
                    <a:pt x="0" y="143366"/>
                  </a:lnTo>
                  <a:close/>
                </a:path>
              </a:pathLst>
            </a:custGeom>
            <a:solidFill>
              <a:schemeClr val="accent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2630" tIns="72470" rIns="82630" bIns="72470" numCol="1" spcCol="1270" anchor="ctr" anchorCtr="0">
              <a:noAutofit/>
            </a:bodyPr>
            <a:lstStyle/>
            <a:p>
              <a:pPr lvl="0" algn="ctr" defTabSz="711200">
                <a:lnSpc>
                  <a:spcPct val="90000"/>
                </a:lnSpc>
                <a:spcBef>
                  <a:spcPct val="0"/>
                </a:spcBef>
                <a:spcAft>
                  <a:spcPct val="35000"/>
                </a:spcAft>
              </a:pPr>
              <a:r>
                <a:rPr lang="en-US" sz="1600" kern="1200" dirty="0"/>
                <a:t>Data volume growing exponentially</a:t>
              </a:r>
            </a:p>
          </p:txBody>
        </p:sp>
        <p:sp>
          <p:nvSpPr>
            <p:cNvPr id="43" name="Freeform 42"/>
            <p:cNvSpPr/>
            <p:nvPr/>
          </p:nvSpPr>
          <p:spPr>
            <a:xfrm>
              <a:off x="2100708" y="4453681"/>
              <a:ext cx="2166937" cy="1433661"/>
            </a:xfrm>
            <a:custGeom>
              <a:avLst/>
              <a:gdLst>
                <a:gd name="connsiteX0" fmla="*/ 0 w 2166937"/>
                <a:gd name="connsiteY0" fmla="*/ 143366 h 1433661"/>
                <a:gd name="connsiteX1" fmla="*/ 143366 w 2166937"/>
                <a:gd name="connsiteY1" fmla="*/ 0 h 1433661"/>
                <a:gd name="connsiteX2" fmla="*/ 2023571 w 2166937"/>
                <a:gd name="connsiteY2" fmla="*/ 0 h 1433661"/>
                <a:gd name="connsiteX3" fmla="*/ 2166937 w 2166937"/>
                <a:gd name="connsiteY3" fmla="*/ 143366 h 1433661"/>
                <a:gd name="connsiteX4" fmla="*/ 2166937 w 2166937"/>
                <a:gd name="connsiteY4" fmla="*/ 1290295 h 1433661"/>
                <a:gd name="connsiteX5" fmla="*/ 2023571 w 2166937"/>
                <a:gd name="connsiteY5" fmla="*/ 1433661 h 1433661"/>
                <a:gd name="connsiteX6" fmla="*/ 143366 w 2166937"/>
                <a:gd name="connsiteY6" fmla="*/ 1433661 h 1433661"/>
                <a:gd name="connsiteX7" fmla="*/ 0 w 2166937"/>
                <a:gd name="connsiteY7" fmla="*/ 1290295 h 1433661"/>
                <a:gd name="connsiteX8" fmla="*/ 0 w 2166937"/>
                <a:gd name="connsiteY8" fmla="*/ 143366 h 143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6937" h="1433661">
                  <a:moveTo>
                    <a:pt x="0" y="143366"/>
                  </a:moveTo>
                  <a:cubicBezTo>
                    <a:pt x="0" y="64187"/>
                    <a:pt x="64187" y="0"/>
                    <a:pt x="143366" y="0"/>
                  </a:cubicBezTo>
                  <a:lnTo>
                    <a:pt x="2023571" y="0"/>
                  </a:lnTo>
                  <a:cubicBezTo>
                    <a:pt x="2102750" y="0"/>
                    <a:pt x="2166937" y="64187"/>
                    <a:pt x="2166937" y="143366"/>
                  </a:cubicBezTo>
                  <a:lnTo>
                    <a:pt x="2166937" y="1290295"/>
                  </a:lnTo>
                  <a:cubicBezTo>
                    <a:pt x="2166937" y="1369474"/>
                    <a:pt x="2102750" y="1433661"/>
                    <a:pt x="2023571" y="1433661"/>
                  </a:cubicBezTo>
                  <a:lnTo>
                    <a:pt x="143366" y="1433661"/>
                  </a:lnTo>
                  <a:cubicBezTo>
                    <a:pt x="64187" y="1433661"/>
                    <a:pt x="0" y="1369474"/>
                    <a:pt x="0" y="1290295"/>
                  </a:cubicBezTo>
                  <a:lnTo>
                    <a:pt x="0" y="143366"/>
                  </a:lnTo>
                  <a:close/>
                </a:path>
              </a:pathLst>
            </a:custGeom>
            <a:solidFill>
              <a:schemeClr val="accent1"/>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2630" tIns="72470" rIns="82630" bIns="72470" numCol="1" spcCol="1270" anchor="ctr" anchorCtr="0">
              <a:noAutofit/>
            </a:bodyPr>
            <a:lstStyle/>
            <a:p>
              <a:pPr lvl="0" algn="ctr" defTabSz="711200">
                <a:lnSpc>
                  <a:spcPct val="90000"/>
                </a:lnSpc>
                <a:spcBef>
                  <a:spcPct val="0"/>
                </a:spcBef>
                <a:spcAft>
                  <a:spcPct val="35000"/>
                </a:spcAft>
              </a:pPr>
              <a:r>
                <a:rPr lang="en-US" sz="1600" kern="1200" dirty="0"/>
                <a:t>No Information Lifecycle Management policy</a:t>
              </a:r>
            </a:p>
          </p:txBody>
        </p:sp>
      </p:grpSp>
      <p:grpSp>
        <p:nvGrpSpPr>
          <p:cNvPr id="44" name="Group 43"/>
          <p:cNvGrpSpPr/>
          <p:nvPr/>
        </p:nvGrpSpPr>
        <p:grpSpPr>
          <a:xfrm>
            <a:off x="4741664" y="1371600"/>
            <a:ext cx="2708671" cy="4754880"/>
            <a:chOff x="4741664" y="1371600"/>
            <a:chExt cx="2708671" cy="4754880"/>
          </a:xfrm>
        </p:grpSpPr>
        <p:sp>
          <p:nvSpPr>
            <p:cNvPr id="45" name="Freeform 44"/>
            <p:cNvSpPr/>
            <p:nvPr/>
          </p:nvSpPr>
          <p:spPr>
            <a:xfrm>
              <a:off x="4741664" y="1371600"/>
              <a:ext cx="2708671" cy="4754880"/>
            </a:xfrm>
            <a:custGeom>
              <a:avLst/>
              <a:gdLst>
                <a:gd name="connsiteX0" fmla="*/ 0 w 2708671"/>
                <a:gd name="connsiteY0" fmla="*/ 270867 h 4754880"/>
                <a:gd name="connsiteX1" fmla="*/ 270867 w 2708671"/>
                <a:gd name="connsiteY1" fmla="*/ 0 h 4754880"/>
                <a:gd name="connsiteX2" fmla="*/ 2437804 w 2708671"/>
                <a:gd name="connsiteY2" fmla="*/ 0 h 4754880"/>
                <a:gd name="connsiteX3" fmla="*/ 2708671 w 2708671"/>
                <a:gd name="connsiteY3" fmla="*/ 270867 h 4754880"/>
                <a:gd name="connsiteX4" fmla="*/ 2708671 w 2708671"/>
                <a:gd name="connsiteY4" fmla="*/ 4484013 h 4754880"/>
                <a:gd name="connsiteX5" fmla="*/ 2437804 w 2708671"/>
                <a:gd name="connsiteY5" fmla="*/ 4754880 h 4754880"/>
                <a:gd name="connsiteX6" fmla="*/ 270867 w 2708671"/>
                <a:gd name="connsiteY6" fmla="*/ 4754880 h 4754880"/>
                <a:gd name="connsiteX7" fmla="*/ 0 w 2708671"/>
                <a:gd name="connsiteY7" fmla="*/ 4484013 h 4754880"/>
                <a:gd name="connsiteX8" fmla="*/ 0 w 2708671"/>
                <a:gd name="connsiteY8" fmla="*/ 270867 h 475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671" h="4754880">
                  <a:moveTo>
                    <a:pt x="0" y="270867"/>
                  </a:moveTo>
                  <a:cubicBezTo>
                    <a:pt x="0" y="121271"/>
                    <a:pt x="121271" y="0"/>
                    <a:pt x="270867" y="0"/>
                  </a:cubicBezTo>
                  <a:lnTo>
                    <a:pt x="2437804" y="0"/>
                  </a:lnTo>
                  <a:cubicBezTo>
                    <a:pt x="2587400" y="0"/>
                    <a:pt x="2708671" y="121271"/>
                    <a:pt x="2708671" y="270867"/>
                  </a:cubicBezTo>
                  <a:lnTo>
                    <a:pt x="2708671" y="4484013"/>
                  </a:lnTo>
                  <a:cubicBezTo>
                    <a:pt x="2708671" y="4633609"/>
                    <a:pt x="2587400" y="4754880"/>
                    <a:pt x="2437804" y="4754880"/>
                  </a:cubicBezTo>
                  <a:lnTo>
                    <a:pt x="270867" y="4754880"/>
                  </a:lnTo>
                  <a:cubicBezTo>
                    <a:pt x="121271" y="4754880"/>
                    <a:pt x="0" y="4633609"/>
                    <a:pt x="0" y="4484013"/>
                  </a:cubicBezTo>
                  <a:lnTo>
                    <a:pt x="0" y="270867"/>
                  </a:lnTo>
                  <a:close/>
                </a:path>
              </a:pathLst>
            </a:custGeom>
            <a:solidFill>
              <a:schemeClr val="bg1"/>
            </a:solidFill>
            <a:ln w="38100">
              <a:solidFill>
                <a:schemeClr val="accent4"/>
              </a:solidFill>
            </a:ln>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txBody>
            <a:bodyPr spcFirstLastPara="0" vert="horz" wrap="square" lIns="68580" tIns="68580" rIns="68580" bIns="3396996" numCol="1" spcCol="1270" anchor="ctr" anchorCtr="0">
              <a:noAutofit/>
            </a:bodyPr>
            <a:lstStyle/>
            <a:p>
              <a:pPr lvl="0" algn="ctr" defTabSz="800100">
                <a:lnSpc>
                  <a:spcPct val="90000"/>
                </a:lnSpc>
                <a:spcBef>
                  <a:spcPct val="0"/>
                </a:spcBef>
                <a:spcAft>
                  <a:spcPct val="35000"/>
                </a:spcAft>
              </a:pPr>
              <a:r>
                <a:rPr lang="en-US" sz="1800" kern="1200" dirty="0"/>
                <a:t>Escalating TCO</a:t>
              </a:r>
            </a:p>
          </p:txBody>
        </p:sp>
        <p:sp>
          <p:nvSpPr>
            <p:cNvPr id="46" name="Freeform 45"/>
            <p:cNvSpPr/>
            <p:nvPr/>
          </p:nvSpPr>
          <p:spPr>
            <a:xfrm>
              <a:off x="5012531" y="2799457"/>
              <a:ext cx="2166937" cy="1433661"/>
            </a:xfrm>
            <a:custGeom>
              <a:avLst/>
              <a:gdLst>
                <a:gd name="connsiteX0" fmla="*/ 0 w 2166937"/>
                <a:gd name="connsiteY0" fmla="*/ 143366 h 1433661"/>
                <a:gd name="connsiteX1" fmla="*/ 143366 w 2166937"/>
                <a:gd name="connsiteY1" fmla="*/ 0 h 1433661"/>
                <a:gd name="connsiteX2" fmla="*/ 2023571 w 2166937"/>
                <a:gd name="connsiteY2" fmla="*/ 0 h 1433661"/>
                <a:gd name="connsiteX3" fmla="*/ 2166937 w 2166937"/>
                <a:gd name="connsiteY3" fmla="*/ 143366 h 1433661"/>
                <a:gd name="connsiteX4" fmla="*/ 2166937 w 2166937"/>
                <a:gd name="connsiteY4" fmla="*/ 1290295 h 1433661"/>
                <a:gd name="connsiteX5" fmla="*/ 2023571 w 2166937"/>
                <a:gd name="connsiteY5" fmla="*/ 1433661 h 1433661"/>
                <a:gd name="connsiteX6" fmla="*/ 143366 w 2166937"/>
                <a:gd name="connsiteY6" fmla="*/ 1433661 h 1433661"/>
                <a:gd name="connsiteX7" fmla="*/ 0 w 2166937"/>
                <a:gd name="connsiteY7" fmla="*/ 1290295 h 1433661"/>
                <a:gd name="connsiteX8" fmla="*/ 0 w 2166937"/>
                <a:gd name="connsiteY8" fmla="*/ 143366 h 143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6937" h="1433661">
                  <a:moveTo>
                    <a:pt x="0" y="143366"/>
                  </a:moveTo>
                  <a:cubicBezTo>
                    <a:pt x="0" y="64187"/>
                    <a:pt x="64187" y="0"/>
                    <a:pt x="143366" y="0"/>
                  </a:cubicBezTo>
                  <a:lnTo>
                    <a:pt x="2023571" y="0"/>
                  </a:lnTo>
                  <a:cubicBezTo>
                    <a:pt x="2102750" y="0"/>
                    <a:pt x="2166937" y="64187"/>
                    <a:pt x="2166937" y="143366"/>
                  </a:cubicBezTo>
                  <a:lnTo>
                    <a:pt x="2166937" y="1290295"/>
                  </a:lnTo>
                  <a:cubicBezTo>
                    <a:pt x="2166937" y="1369474"/>
                    <a:pt x="2102750" y="1433661"/>
                    <a:pt x="2023571" y="1433661"/>
                  </a:cubicBezTo>
                  <a:lnTo>
                    <a:pt x="143366" y="1433661"/>
                  </a:lnTo>
                  <a:cubicBezTo>
                    <a:pt x="64187" y="1433661"/>
                    <a:pt x="0" y="1369474"/>
                    <a:pt x="0" y="1290295"/>
                  </a:cubicBezTo>
                  <a:lnTo>
                    <a:pt x="0" y="143366"/>
                  </a:lnTo>
                  <a:close/>
                </a:path>
              </a:pathLst>
            </a:custGeom>
            <a:solidFill>
              <a:schemeClr val="accent3"/>
            </a:solidFill>
            <a:ln w="38100">
              <a:solidFill>
                <a:schemeClr val="accent3"/>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2630" tIns="72470" rIns="82630" bIns="72470" numCol="1" spcCol="1270" anchor="ctr" anchorCtr="0">
              <a:noAutofit/>
            </a:bodyPr>
            <a:lstStyle/>
            <a:p>
              <a:pPr lvl="0" algn="ctr" defTabSz="711200">
                <a:lnSpc>
                  <a:spcPct val="90000"/>
                </a:lnSpc>
                <a:spcBef>
                  <a:spcPct val="0"/>
                </a:spcBef>
                <a:spcAft>
                  <a:spcPct val="35000"/>
                </a:spcAft>
              </a:pPr>
              <a:r>
                <a:rPr lang="en-US" sz="1600" kern="1200" dirty="0"/>
                <a:t>Increased storage footprint and costs</a:t>
              </a:r>
            </a:p>
          </p:txBody>
        </p:sp>
        <p:sp>
          <p:nvSpPr>
            <p:cNvPr id="47" name="Freeform 46"/>
            <p:cNvSpPr/>
            <p:nvPr/>
          </p:nvSpPr>
          <p:spPr>
            <a:xfrm>
              <a:off x="5012531" y="4453681"/>
              <a:ext cx="2166937" cy="1433661"/>
            </a:xfrm>
            <a:custGeom>
              <a:avLst/>
              <a:gdLst>
                <a:gd name="connsiteX0" fmla="*/ 0 w 2166937"/>
                <a:gd name="connsiteY0" fmla="*/ 143366 h 1433661"/>
                <a:gd name="connsiteX1" fmla="*/ 143366 w 2166937"/>
                <a:gd name="connsiteY1" fmla="*/ 0 h 1433661"/>
                <a:gd name="connsiteX2" fmla="*/ 2023571 w 2166937"/>
                <a:gd name="connsiteY2" fmla="*/ 0 h 1433661"/>
                <a:gd name="connsiteX3" fmla="*/ 2166937 w 2166937"/>
                <a:gd name="connsiteY3" fmla="*/ 143366 h 1433661"/>
                <a:gd name="connsiteX4" fmla="*/ 2166937 w 2166937"/>
                <a:gd name="connsiteY4" fmla="*/ 1290295 h 1433661"/>
                <a:gd name="connsiteX5" fmla="*/ 2023571 w 2166937"/>
                <a:gd name="connsiteY5" fmla="*/ 1433661 h 1433661"/>
                <a:gd name="connsiteX6" fmla="*/ 143366 w 2166937"/>
                <a:gd name="connsiteY6" fmla="*/ 1433661 h 1433661"/>
                <a:gd name="connsiteX7" fmla="*/ 0 w 2166937"/>
                <a:gd name="connsiteY7" fmla="*/ 1290295 h 1433661"/>
                <a:gd name="connsiteX8" fmla="*/ 0 w 2166937"/>
                <a:gd name="connsiteY8" fmla="*/ 143366 h 143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6937" h="1433661">
                  <a:moveTo>
                    <a:pt x="0" y="143366"/>
                  </a:moveTo>
                  <a:cubicBezTo>
                    <a:pt x="0" y="64187"/>
                    <a:pt x="64187" y="0"/>
                    <a:pt x="143366" y="0"/>
                  </a:cubicBezTo>
                  <a:lnTo>
                    <a:pt x="2023571" y="0"/>
                  </a:lnTo>
                  <a:cubicBezTo>
                    <a:pt x="2102750" y="0"/>
                    <a:pt x="2166937" y="64187"/>
                    <a:pt x="2166937" y="143366"/>
                  </a:cubicBezTo>
                  <a:lnTo>
                    <a:pt x="2166937" y="1290295"/>
                  </a:lnTo>
                  <a:cubicBezTo>
                    <a:pt x="2166937" y="1369474"/>
                    <a:pt x="2102750" y="1433661"/>
                    <a:pt x="2023571" y="1433661"/>
                  </a:cubicBezTo>
                  <a:lnTo>
                    <a:pt x="143366" y="1433661"/>
                  </a:lnTo>
                  <a:cubicBezTo>
                    <a:pt x="64187" y="1433661"/>
                    <a:pt x="0" y="1369474"/>
                    <a:pt x="0" y="1290295"/>
                  </a:cubicBezTo>
                  <a:lnTo>
                    <a:pt x="0" y="143366"/>
                  </a:lnTo>
                  <a:close/>
                </a:path>
              </a:pathLst>
            </a:custGeom>
            <a:solidFill>
              <a:schemeClr val="accent3"/>
            </a:solidFill>
            <a:ln w="38100">
              <a:solidFill>
                <a:schemeClr val="accent3"/>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2630" tIns="72470" rIns="82630" bIns="72470" numCol="1" spcCol="1270" anchor="ctr" anchorCtr="0">
              <a:noAutofit/>
            </a:bodyPr>
            <a:lstStyle/>
            <a:p>
              <a:pPr lvl="0" algn="ctr" defTabSz="711200">
                <a:lnSpc>
                  <a:spcPct val="90000"/>
                </a:lnSpc>
                <a:spcBef>
                  <a:spcPct val="0"/>
                </a:spcBef>
                <a:spcAft>
                  <a:spcPct val="35000"/>
                </a:spcAft>
              </a:pPr>
              <a:r>
                <a:rPr lang="en-US" sz="1600" kern="1200" dirty="0"/>
                <a:t>Increased database management costs</a:t>
              </a:r>
            </a:p>
          </p:txBody>
        </p:sp>
      </p:grpSp>
      <p:grpSp>
        <p:nvGrpSpPr>
          <p:cNvPr id="48" name="Group 47"/>
          <p:cNvGrpSpPr/>
          <p:nvPr/>
        </p:nvGrpSpPr>
        <p:grpSpPr>
          <a:xfrm>
            <a:off x="7653486" y="1371600"/>
            <a:ext cx="2708671" cy="4754880"/>
            <a:chOff x="7653486" y="1371600"/>
            <a:chExt cx="2708671" cy="4754880"/>
          </a:xfrm>
        </p:grpSpPr>
        <p:sp>
          <p:nvSpPr>
            <p:cNvPr id="49" name="Freeform 48"/>
            <p:cNvSpPr/>
            <p:nvPr/>
          </p:nvSpPr>
          <p:spPr>
            <a:xfrm>
              <a:off x="7653486" y="1371600"/>
              <a:ext cx="2708671" cy="4754880"/>
            </a:xfrm>
            <a:custGeom>
              <a:avLst/>
              <a:gdLst>
                <a:gd name="connsiteX0" fmla="*/ 0 w 2708671"/>
                <a:gd name="connsiteY0" fmla="*/ 270867 h 4754880"/>
                <a:gd name="connsiteX1" fmla="*/ 270867 w 2708671"/>
                <a:gd name="connsiteY1" fmla="*/ 0 h 4754880"/>
                <a:gd name="connsiteX2" fmla="*/ 2437804 w 2708671"/>
                <a:gd name="connsiteY2" fmla="*/ 0 h 4754880"/>
                <a:gd name="connsiteX3" fmla="*/ 2708671 w 2708671"/>
                <a:gd name="connsiteY3" fmla="*/ 270867 h 4754880"/>
                <a:gd name="connsiteX4" fmla="*/ 2708671 w 2708671"/>
                <a:gd name="connsiteY4" fmla="*/ 4484013 h 4754880"/>
                <a:gd name="connsiteX5" fmla="*/ 2437804 w 2708671"/>
                <a:gd name="connsiteY5" fmla="*/ 4754880 h 4754880"/>
                <a:gd name="connsiteX6" fmla="*/ 270867 w 2708671"/>
                <a:gd name="connsiteY6" fmla="*/ 4754880 h 4754880"/>
                <a:gd name="connsiteX7" fmla="*/ 0 w 2708671"/>
                <a:gd name="connsiteY7" fmla="*/ 4484013 h 4754880"/>
                <a:gd name="connsiteX8" fmla="*/ 0 w 2708671"/>
                <a:gd name="connsiteY8" fmla="*/ 270867 h 475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708671" h="4754880">
                  <a:moveTo>
                    <a:pt x="0" y="270867"/>
                  </a:moveTo>
                  <a:cubicBezTo>
                    <a:pt x="0" y="121271"/>
                    <a:pt x="121271" y="0"/>
                    <a:pt x="270867" y="0"/>
                  </a:cubicBezTo>
                  <a:lnTo>
                    <a:pt x="2437804" y="0"/>
                  </a:lnTo>
                  <a:cubicBezTo>
                    <a:pt x="2587400" y="0"/>
                    <a:pt x="2708671" y="121271"/>
                    <a:pt x="2708671" y="270867"/>
                  </a:cubicBezTo>
                  <a:lnTo>
                    <a:pt x="2708671" y="4484013"/>
                  </a:lnTo>
                  <a:cubicBezTo>
                    <a:pt x="2708671" y="4633609"/>
                    <a:pt x="2587400" y="4754880"/>
                    <a:pt x="2437804" y="4754880"/>
                  </a:cubicBezTo>
                  <a:lnTo>
                    <a:pt x="270867" y="4754880"/>
                  </a:lnTo>
                  <a:cubicBezTo>
                    <a:pt x="121271" y="4754880"/>
                    <a:pt x="0" y="4633609"/>
                    <a:pt x="0" y="4484013"/>
                  </a:cubicBezTo>
                  <a:lnTo>
                    <a:pt x="0" y="270867"/>
                  </a:lnTo>
                  <a:close/>
                </a:path>
              </a:pathLst>
            </a:custGeom>
            <a:solidFill>
              <a:schemeClr val="bg1"/>
            </a:solidFill>
            <a:ln w="38100">
              <a:solidFill>
                <a:schemeClr val="accent6"/>
              </a:solidFill>
            </a:ln>
          </p:spPr>
          <p:style>
            <a:lnRef idx="0">
              <a:schemeClr val="accent1">
                <a:hueOff val="0"/>
                <a:satOff val="0"/>
                <a:lumOff val="0"/>
                <a:alphaOff val="0"/>
              </a:schemeClr>
            </a:lnRef>
            <a:fillRef idx="1">
              <a:scrgbClr r="0" g="0" b="0"/>
            </a:fillRef>
            <a:effectRef idx="0">
              <a:schemeClr val="accent1">
                <a:tint val="40000"/>
                <a:hueOff val="0"/>
                <a:satOff val="0"/>
                <a:lumOff val="0"/>
                <a:alphaOff val="0"/>
              </a:schemeClr>
            </a:effectRef>
            <a:fontRef idx="minor">
              <a:schemeClr val="dk1">
                <a:hueOff val="0"/>
                <a:satOff val="0"/>
                <a:lumOff val="0"/>
                <a:alphaOff val="0"/>
              </a:schemeClr>
            </a:fontRef>
          </p:style>
          <p:txBody>
            <a:bodyPr spcFirstLastPara="0" vert="horz" wrap="square" lIns="68580" tIns="68580" rIns="68580" bIns="3396996" numCol="1" spcCol="1270" anchor="ctr" anchorCtr="0">
              <a:noAutofit/>
            </a:bodyPr>
            <a:lstStyle/>
            <a:p>
              <a:pPr lvl="0" algn="ctr" defTabSz="800100">
                <a:lnSpc>
                  <a:spcPct val="90000"/>
                </a:lnSpc>
                <a:spcBef>
                  <a:spcPct val="0"/>
                </a:spcBef>
                <a:spcAft>
                  <a:spcPct val="35000"/>
                </a:spcAft>
              </a:pPr>
              <a:r>
                <a:rPr lang="en-US" sz="1800" b="0" kern="1200" dirty="0"/>
                <a:t>Diminishing service levels</a:t>
              </a:r>
            </a:p>
          </p:txBody>
        </p:sp>
        <p:sp>
          <p:nvSpPr>
            <p:cNvPr id="50" name="Freeform 49"/>
            <p:cNvSpPr/>
            <p:nvPr/>
          </p:nvSpPr>
          <p:spPr>
            <a:xfrm>
              <a:off x="7924353" y="2799457"/>
              <a:ext cx="2166937" cy="1433661"/>
            </a:xfrm>
            <a:custGeom>
              <a:avLst/>
              <a:gdLst>
                <a:gd name="connsiteX0" fmla="*/ 0 w 2166937"/>
                <a:gd name="connsiteY0" fmla="*/ 143366 h 1433661"/>
                <a:gd name="connsiteX1" fmla="*/ 143366 w 2166937"/>
                <a:gd name="connsiteY1" fmla="*/ 0 h 1433661"/>
                <a:gd name="connsiteX2" fmla="*/ 2023571 w 2166937"/>
                <a:gd name="connsiteY2" fmla="*/ 0 h 1433661"/>
                <a:gd name="connsiteX3" fmla="*/ 2166937 w 2166937"/>
                <a:gd name="connsiteY3" fmla="*/ 143366 h 1433661"/>
                <a:gd name="connsiteX4" fmla="*/ 2166937 w 2166937"/>
                <a:gd name="connsiteY4" fmla="*/ 1290295 h 1433661"/>
                <a:gd name="connsiteX5" fmla="*/ 2023571 w 2166937"/>
                <a:gd name="connsiteY5" fmla="*/ 1433661 h 1433661"/>
                <a:gd name="connsiteX6" fmla="*/ 143366 w 2166937"/>
                <a:gd name="connsiteY6" fmla="*/ 1433661 h 1433661"/>
                <a:gd name="connsiteX7" fmla="*/ 0 w 2166937"/>
                <a:gd name="connsiteY7" fmla="*/ 1290295 h 1433661"/>
                <a:gd name="connsiteX8" fmla="*/ 0 w 2166937"/>
                <a:gd name="connsiteY8" fmla="*/ 143366 h 143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6937" h="1433661">
                  <a:moveTo>
                    <a:pt x="0" y="143366"/>
                  </a:moveTo>
                  <a:cubicBezTo>
                    <a:pt x="0" y="64187"/>
                    <a:pt x="64187" y="0"/>
                    <a:pt x="143366" y="0"/>
                  </a:cubicBezTo>
                  <a:lnTo>
                    <a:pt x="2023571" y="0"/>
                  </a:lnTo>
                  <a:cubicBezTo>
                    <a:pt x="2102750" y="0"/>
                    <a:pt x="2166937" y="64187"/>
                    <a:pt x="2166937" y="143366"/>
                  </a:cubicBezTo>
                  <a:lnTo>
                    <a:pt x="2166937" y="1290295"/>
                  </a:lnTo>
                  <a:cubicBezTo>
                    <a:pt x="2166937" y="1369474"/>
                    <a:pt x="2102750" y="1433661"/>
                    <a:pt x="2023571" y="1433661"/>
                  </a:cubicBezTo>
                  <a:lnTo>
                    <a:pt x="143366" y="1433661"/>
                  </a:lnTo>
                  <a:cubicBezTo>
                    <a:pt x="64187" y="1433661"/>
                    <a:pt x="0" y="1369474"/>
                    <a:pt x="0" y="1290295"/>
                  </a:cubicBezTo>
                  <a:lnTo>
                    <a:pt x="0" y="143366"/>
                  </a:lnTo>
                  <a:close/>
                </a:path>
              </a:pathLst>
            </a:custGeom>
            <a:solidFill>
              <a:schemeClr val="accent6"/>
            </a:solidFill>
            <a:ln w="38100">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2630" tIns="72470" rIns="82630" bIns="72470" numCol="1" spcCol="1270" anchor="ctr" anchorCtr="0">
              <a:noAutofit/>
            </a:bodyPr>
            <a:lstStyle/>
            <a:p>
              <a:pPr lvl="0" algn="ctr" defTabSz="711200">
                <a:lnSpc>
                  <a:spcPct val="90000"/>
                </a:lnSpc>
                <a:spcBef>
                  <a:spcPct val="0"/>
                </a:spcBef>
                <a:spcAft>
                  <a:spcPct val="35000"/>
                </a:spcAft>
              </a:pPr>
              <a:r>
                <a:rPr lang="en-US" sz="1600" kern="1200" dirty="0"/>
                <a:t>Application performance degradation</a:t>
              </a:r>
            </a:p>
          </p:txBody>
        </p:sp>
        <p:sp>
          <p:nvSpPr>
            <p:cNvPr id="51" name="Freeform 50"/>
            <p:cNvSpPr/>
            <p:nvPr/>
          </p:nvSpPr>
          <p:spPr>
            <a:xfrm>
              <a:off x="7924353" y="4453681"/>
              <a:ext cx="2166937" cy="1433661"/>
            </a:xfrm>
            <a:custGeom>
              <a:avLst/>
              <a:gdLst>
                <a:gd name="connsiteX0" fmla="*/ 0 w 2166937"/>
                <a:gd name="connsiteY0" fmla="*/ 143366 h 1433661"/>
                <a:gd name="connsiteX1" fmla="*/ 143366 w 2166937"/>
                <a:gd name="connsiteY1" fmla="*/ 0 h 1433661"/>
                <a:gd name="connsiteX2" fmla="*/ 2023571 w 2166937"/>
                <a:gd name="connsiteY2" fmla="*/ 0 h 1433661"/>
                <a:gd name="connsiteX3" fmla="*/ 2166937 w 2166937"/>
                <a:gd name="connsiteY3" fmla="*/ 143366 h 1433661"/>
                <a:gd name="connsiteX4" fmla="*/ 2166937 w 2166937"/>
                <a:gd name="connsiteY4" fmla="*/ 1290295 h 1433661"/>
                <a:gd name="connsiteX5" fmla="*/ 2023571 w 2166937"/>
                <a:gd name="connsiteY5" fmla="*/ 1433661 h 1433661"/>
                <a:gd name="connsiteX6" fmla="*/ 143366 w 2166937"/>
                <a:gd name="connsiteY6" fmla="*/ 1433661 h 1433661"/>
                <a:gd name="connsiteX7" fmla="*/ 0 w 2166937"/>
                <a:gd name="connsiteY7" fmla="*/ 1290295 h 1433661"/>
                <a:gd name="connsiteX8" fmla="*/ 0 w 2166937"/>
                <a:gd name="connsiteY8" fmla="*/ 143366 h 143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66937" h="1433661">
                  <a:moveTo>
                    <a:pt x="0" y="143366"/>
                  </a:moveTo>
                  <a:cubicBezTo>
                    <a:pt x="0" y="64187"/>
                    <a:pt x="64187" y="0"/>
                    <a:pt x="143366" y="0"/>
                  </a:cubicBezTo>
                  <a:lnTo>
                    <a:pt x="2023571" y="0"/>
                  </a:lnTo>
                  <a:cubicBezTo>
                    <a:pt x="2102750" y="0"/>
                    <a:pt x="2166937" y="64187"/>
                    <a:pt x="2166937" y="143366"/>
                  </a:cubicBezTo>
                  <a:lnTo>
                    <a:pt x="2166937" y="1290295"/>
                  </a:lnTo>
                  <a:cubicBezTo>
                    <a:pt x="2166937" y="1369474"/>
                    <a:pt x="2102750" y="1433661"/>
                    <a:pt x="2023571" y="1433661"/>
                  </a:cubicBezTo>
                  <a:lnTo>
                    <a:pt x="143366" y="1433661"/>
                  </a:lnTo>
                  <a:cubicBezTo>
                    <a:pt x="64187" y="1433661"/>
                    <a:pt x="0" y="1369474"/>
                    <a:pt x="0" y="1290295"/>
                  </a:cubicBezTo>
                  <a:lnTo>
                    <a:pt x="0" y="143366"/>
                  </a:lnTo>
                  <a:close/>
                </a:path>
              </a:pathLst>
            </a:custGeom>
            <a:solidFill>
              <a:schemeClr val="accent6"/>
            </a:solidFill>
            <a:ln w="38100">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82630" tIns="72470" rIns="82630" bIns="72470" numCol="1" spcCol="1270" anchor="ctr" anchorCtr="0">
              <a:noAutofit/>
            </a:bodyPr>
            <a:lstStyle/>
            <a:p>
              <a:pPr lvl="0" algn="ctr" defTabSz="711200">
                <a:lnSpc>
                  <a:spcPct val="90000"/>
                </a:lnSpc>
                <a:spcBef>
                  <a:spcPct val="0"/>
                </a:spcBef>
                <a:spcAft>
                  <a:spcPct val="35000"/>
                </a:spcAft>
              </a:pPr>
              <a:r>
                <a:rPr lang="en-US" sz="1600" kern="1200" dirty="0"/>
                <a:t>Lengthening backup and recovery windows</a:t>
              </a:r>
            </a:p>
          </p:txBody>
        </p:sp>
      </p:grpSp>
    </p:spTree>
    <p:extLst>
      <p:ext uri="{BB962C8B-B14F-4D97-AF65-F5344CB8AC3E}">
        <p14:creationId xmlns:p14="http://schemas.microsoft.com/office/powerpoint/2010/main" val="4055105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
                                        </p:tgtEl>
                                        <p:attrNameLst>
                                          <p:attrName>style.visibility</p:attrName>
                                        </p:attrNameLst>
                                      </p:cBhvr>
                                      <p:to>
                                        <p:strVal val="visible"/>
                                      </p:to>
                                    </p:set>
                                    <p:animEffect transition="in" filter="fade">
                                      <p:cBhvr>
                                        <p:cTn id="17"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Customer Challenges </a:t>
            </a:r>
          </a:p>
        </p:txBody>
      </p:sp>
    </p:spTree>
    <p:extLst>
      <p:ext uri="{BB962C8B-B14F-4D97-AF65-F5344CB8AC3E}">
        <p14:creationId xmlns:p14="http://schemas.microsoft.com/office/powerpoint/2010/main" val="999072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latin typeface="+mn-lt"/>
              </a:rPr>
              <a:t>Inactive structured data – out of control</a:t>
            </a:r>
          </a:p>
        </p:txBody>
      </p:sp>
      <p:sp>
        <p:nvSpPr>
          <p:cNvPr id="7" name="Rounded Rectangle 6"/>
          <p:cNvSpPr/>
          <p:nvPr/>
        </p:nvSpPr>
        <p:spPr>
          <a:xfrm>
            <a:off x="2517057" y="1241867"/>
            <a:ext cx="2891349" cy="4764976"/>
          </a:xfrm>
          <a:prstGeom prst="roundRect">
            <a:avLst>
              <a:gd name="adj" fmla="val 5346"/>
            </a:avLst>
          </a:prstGeom>
          <a:solidFill>
            <a:srgbClr val="D9D9D9">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prstClr val="white"/>
              </a:solidFill>
            </a:endParaRPr>
          </a:p>
        </p:txBody>
      </p:sp>
      <p:sp>
        <p:nvSpPr>
          <p:cNvPr id="5" name="Round Diagonal Corner Rectangle 4"/>
          <p:cNvSpPr/>
          <p:nvPr/>
        </p:nvSpPr>
        <p:spPr>
          <a:xfrm>
            <a:off x="3066334" y="1529733"/>
            <a:ext cx="795867" cy="211667"/>
          </a:xfrm>
          <a:prstGeom prst="round2Diag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Clone</a:t>
            </a:r>
          </a:p>
        </p:txBody>
      </p:sp>
      <p:sp>
        <p:nvSpPr>
          <p:cNvPr id="6" name="Round Diagonal Corner Rectangle 5"/>
          <p:cNvSpPr/>
          <p:nvPr/>
        </p:nvSpPr>
        <p:spPr>
          <a:xfrm>
            <a:off x="3066334" y="1783733"/>
            <a:ext cx="795867" cy="211667"/>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Inactive</a:t>
            </a:r>
          </a:p>
        </p:txBody>
      </p:sp>
      <p:sp>
        <p:nvSpPr>
          <p:cNvPr id="8" name="Round Diagonal Corner Rectangle 7"/>
          <p:cNvSpPr/>
          <p:nvPr/>
        </p:nvSpPr>
        <p:spPr>
          <a:xfrm>
            <a:off x="4192400" y="1529733"/>
            <a:ext cx="795867" cy="211667"/>
          </a:xfrm>
          <a:prstGeom prst="round2Diag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Clone</a:t>
            </a:r>
          </a:p>
        </p:txBody>
      </p:sp>
      <p:sp>
        <p:nvSpPr>
          <p:cNvPr id="9" name="Round Diagonal Corner Rectangle 8"/>
          <p:cNvSpPr/>
          <p:nvPr/>
        </p:nvSpPr>
        <p:spPr>
          <a:xfrm>
            <a:off x="4192400" y="1783733"/>
            <a:ext cx="795867" cy="211667"/>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Inactive</a:t>
            </a:r>
          </a:p>
        </p:txBody>
      </p:sp>
      <p:sp>
        <p:nvSpPr>
          <p:cNvPr id="10" name="Round Diagonal Corner Rectangle 9"/>
          <p:cNvSpPr/>
          <p:nvPr/>
        </p:nvSpPr>
        <p:spPr>
          <a:xfrm>
            <a:off x="3066334" y="2308667"/>
            <a:ext cx="795867" cy="211667"/>
          </a:xfrm>
          <a:prstGeom prst="round2Diag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Clone</a:t>
            </a:r>
          </a:p>
        </p:txBody>
      </p:sp>
      <p:sp>
        <p:nvSpPr>
          <p:cNvPr id="11" name="Round Diagonal Corner Rectangle 10"/>
          <p:cNvSpPr/>
          <p:nvPr/>
        </p:nvSpPr>
        <p:spPr>
          <a:xfrm>
            <a:off x="3066334" y="2562667"/>
            <a:ext cx="795867" cy="211667"/>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Inactive</a:t>
            </a:r>
          </a:p>
        </p:txBody>
      </p:sp>
      <p:sp>
        <p:nvSpPr>
          <p:cNvPr id="12" name="Round Diagonal Corner Rectangle 11"/>
          <p:cNvSpPr/>
          <p:nvPr/>
        </p:nvSpPr>
        <p:spPr>
          <a:xfrm>
            <a:off x="4161366" y="2308667"/>
            <a:ext cx="795867" cy="211667"/>
          </a:xfrm>
          <a:prstGeom prst="round2Diag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ERP</a:t>
            </a:r>
          </a:p>
        </p:txBody>
      </p:sp>
      <p:sp>
        <p:nvSpPr>
          <p:cNvPr id="13" name="Round Diagonal Corner Rectangle 12"/>
          <p:cNvSpPr/>
          <p:nvPr/>
        </p:nvSpPr>
        <p:spPr>
          <a:xfrm>
            <a:off x="4161366" y="2562667"/>
            <a:ext cx="795867" cy="211667"/>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Inactive</a:t>
            </a:r>
          </a:p>
        </p:txBody>
      </p:sp>
      <p:sp>
        <p:nvSpPr>
          <p:cNvPr id="14" name="Round Diagonal Corner Rectangle 13"/>
          <p:cNvSpPr/>
          <p:nvPr/>
        </p:nvSpPr>
        <p:spPr>
          <a:xfrm>
            <a:off x="3035299" y="3113000"/>
            <a:ext cx="795867" cy="211667"/>
          </a:xfrm>
          <a:prstGeom prst="round2Diag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Clone</a:t>
            </a:r>
          </a:p>
        </p:txBody>
      </p:sp>
      <p:sp>
        <p:nvSpPr>
          <p:cNvPr id="15" name="Round Diagonal Corner Rectangle 14"/>
          <p:cNvSpPr/>
          <p:nvPr/>
        </p:nvSpPr>
        <p:spPr>
          <a:xfrm>
            <a:off x="3035299" y="3367000"/>
            <a:ext cx="795867" cy="211667"/>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Inactive</a:t>
            </a:r>
          </a:p>
        </p:txBody>
      </p:sp>
      <p:sp>
        <p:nvSpPr>
          <p:cNvPr id="16" name="Round Diagonal Corner Rectangle 15"/>
          <p:cNvSpPr/>
          <p:nvPr/>
        </p:nvSpPr>
        <p:spPr>
          <a:xfrm>
            <a:off x="4130331" y="3113000"/>
            <a:ext cx="795867" cy="211667"/>
          </a:xfrm>
          <a:prstGeom prst="round2Diag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Clone</a:t>
            </a:r>
          </a:p>
        </p:txBody>
      </p:sp>
      <p:sp>
        <p:nvSpPr>
          <p:cNvPr id="17" name="Round Diagonal Corner Rectangle 16"/>
          <p:cNvSpPr/>
          <p:nvPr/>
        </p:nvSpPr>
        <p:spPr>
          <a:xfrm>
            <a:off x="4130331" y="3367000"/>
            <a:ext cx="795867" cy="211667"/>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Inactive</a:t>
            </a:r>
          </a:p>
        </p:txBody>
      </p:sp>
      <p:sp>
        <p:nvSpPr>
          <p:cNvPr id="18" name="Round Diagonal Corner Rectangle 17"/>
          <p:cNvSpPr/>
          <p:nvPr/>
        </p:nvSpPr>
        <p:spPr>
          <a:xfrm>
            <a:off x="3004264" y="3925800"/>
            <a:ext cx="795867" cy="211667"/>
          </a:xfrm>
          <a:prstGeom prst="round2Diag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Clone</a:t>
            </a:r>
          </a:p>
        </p:txBody>
      </p:sp>
      <p:sp>
        <p:nvSpPr>
          <p:cNvPr id="19" name="Round Diagonal Corner Rectangle 18"/>
          <p:cNvSpPr/>
          <p:nvPr/>
        </p:nvSpPr>
        <p:spPr>
          <a:xfrm>
            <a:off x="3004264" y="4179800"/>
            <a:ext cx="795867" cy="211667"/>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Inactive</a:t>
            </a:r>
          </a:p>
        </p:txBody>
      </p:sp>
      <p:sp>
        <p:nvSpPr>
          <p:cNvPr id="20" name="Round Diagonal Corner Rectangle 19"/>
          <p:cNvSpPr/>
          <p:nvPr/>
        </p:nvSpPr>
        <p:spPr>
          <a:xfrm>
            <a:off x="4130331" y="3925800"/>
            <a:ext cx="795867" cy="211667"/>
          </a:xfrm>
          <a:prstGeom prst="round2Diag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CRM</a:t>
            </a:r>
          </a:p>
        </p:txBody>
      </p:sp>
      <p:sp>
        <p:nvSpPr>
          <p:cNvPr id="21" name="Round Diagonal Corner Rectangle 20"/>
          <p:cNvSpPr/>
          <p:nvPr/>
        </p:nvSpPr>
        <p:spPr>
          <a:xfrm>
            <a:off x="4130331" y="4179800"/>
            <a:ext cx="795867" cy="211667"/>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Inactive</a:t>
            </a:r>
          </a:p>
        </p:txBody>
      </p:sp>
      <p:grpSp>
        <p:nvGrpSpPr>
          <p:cNvPr id="34" name="Group 33"/>
          <p:cNvGrpSpPr/>
          <p:nvPr/>
        </p:nvGrpSpPr>
        <p:grpSpPr>
          <a:xfrm>
            <a:off x="3004264" y="4738600"/>
            <a:ext cx="795867" cy="465667"/>
            <a:chOff x="857250" y="3663950"/>
            <a:chExt cx="596900" cy="349250"/>
          </a:xfrm>
        </p:grpSpPr>
        <p:sp>
          <p:nvSpPr>
            <p:cNvPr id="22" name="Round Diagonal Corner Rectangle 21"/>
            <p:cNvSpPr/>
            <p:nvPr/>
          </p:nvSpPr>
          <p:spPr>
            <a:xfrm>
              <a:off x="857250" y="3663950"/>
              <a:ext cx="596900" cy="158750"/>
            </a:xfrm>
            <a:prstGeom prst="round2Diag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Clone</a:t>
              </a:r>
            </a:p>
          </p:txBody>
        </p:sp>
        <p:sp>
          <p:nvSpPr>
            <p:cNvPr id="23" name="Round Diagonal Corner Rectangle 22"/>
            <p:cNvSpPr/>
            <p:nvPr/>
          </p:nvSpPr>
          <p:spPr>
            <a:xfrm>
              <a:off x="857250" y="3854450"/>
              <a:ext cx="596900" cy="158750"/>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Inactive</a:t>
              </a:r>
            </a:p>
          </p:txBody>
        </p:sp>
      </p:grpSp>
      <p:sp>
        <p:nvSpPr>
          <p:cNvPr id="24" name="Round Diagonal Corner Rectangle 23"/>
          <p:cNvSpPr/>
          <p:nvPr/>
        </p:nvSpPr>
        <p:spPr>
          <a:xfrm>
            <a:off x="4130331" y="4738600"/>
            <a:ext cx="795867" cy="211667"/>
          </a:xfrm>
          <a:prstGeom prst="round2Diag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Clone</a:t>
            </a:r>
          </a:p>
        </p:txBody>
      </p:sp>
      <p:sp>
        <p:nvSpPr>
          <p:cNvPr id="25" name="Round Diagonal Corner Rectangle 24"/>
          <p:cNvSpPr/>
          <p:nvPr/>
        </p:nvSpPr>
        <p:spPr>
          <a:xfrm>
            <a:off x="4130331" y="4992600"/>
            <a:ext cx="795867" cy="211667"/>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Inactive</a:t>
            </a:r>
          </a:p>
        </p:txBody>
      </p:sp>
      <p:sp>
        <p:nvSpPr>
          <p:cNvPr id="26" name="Rounded Rectangle 25"/>
          <p:cNvSpPr/>
          <p:nvPr/>
        </p:nvSpPr>
        <p:spPr>
          <a:xfrm>
            <a:off x="6429032" y="2308667"/>
            <a:ext cx="3069167" cy="2192867"/>
          </a:xfrm>
          <a:prstGeom prst="roundRect">
            <a:avLst>
              <a:gd name="adj" fmla="val 5346"/>
            </a:avLst>
          </a:prstGeom>
          <a:solidFill>
            <a:srgbClr val="D9D9D9">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dirty="0">
              <a:solidFill>
                <a:prstClr val="white"/>
              </a:solidFill>
            </a:endParaRPr>
          </a:p>
        </p:txBody>
      </p:sp>
      <p:sp>
        <p:nvSpPr>
          <p:cNvPr id="28" name="Round Diagonal Corner Rectangle 27"/>
          <p:cNvSpPr/>
          <p:nvPr/>
        </p:nvSpPr>
        <p:spPr>
          <a:xfrm>
            <a:off x="6805798" y="2647333"/>
            <a:ext cx="880533" cy="440267"/>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Legacy</a:t>
            </a:r>
            <a:br>
              <a:rPr lang="en-US" sz="1200" dirty="0">
                <a:solidFill>
                  <a:prstClr val="white"/>
                </a:solidFill>
              </a:rPr>
            </a:br>
            <a:r>
              <a:rPr lang="en-US" sz="1200" dirty="0">
                <a:solidFill>
                  <a:prstClr val="white"/>
                </a:solidFill>
              </a:rPr>
              <a:t>DB</a:t>
            </a:r>
          </a:p>
        </p:txBody>
      </p:sp>
      <p:sp>
        <p:nvSpPr>
          <p:cNvPr id="29" name="Round Diagonal Corner Rectangle 28"/>
          <p:cNvSpPr/>
          <p:nvPr/>
        </p:nvSpPr>
        <p:spPr>
          <a:xfrm>
            <a:off x="8194331" y="2647333"/>
            <a:ext cx="880533" cy="440267"/>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Legacy</a:t>
            </a:r>
            <a:br>
              <a:rPr lang="en-US" sz="1200" dirty="0">
                <a:solidFill>
                  <a:prstClr val="white"/>
                </a:solidFill>
              </a:rPr>
            </a:br>
            <a:r>
              <a:rPr lang="en-US" sz="1200" dirty="0">
                <a:solidFill>
                  <a:prstClr val="white"/>
                </a:solidFill>
              </a:rPr>
              <a:t>DB</a:t>
            </a:r>
          </a:p>
        </p:txBody>
      </p:sp>
      <p:sp>
        <p:nvSpPr>
          <p:cNvPr id="30" name="Round Diagonal Corner Rectangle 29"/>
          <p:cNvSpPr/>
          <p:nvPr/>
        </p:nvSpPr>
        <p:spPr>
          <a:xfrm>
            <a:off x="6805798" y="3629467"/>
            <a:ext cx="880533" cy="440267"/>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Legacy</a:t>
            </a:r>
            <a:br>
              <a:rPr lang="en-US" sz="1200" dirty="0">
                <a:solidFill>
                  <a:prstClr val="white"/>
                </a:solidFill>
              </a:rPr>
            </a:br>
            <a:r>
              <a:rPr lang="en-US" sz="1200" dirty="0">
                <a:solidFill>
                  <a:prstClr val="white"/>
                </a:solidFill>
              </a:rPr>
              <a:t>DB</a:t>
            </a:r>
          </a:p>
        </p:txBody>
      </p:sp>
      <p:sp>
        <p:nvSpPr>
          <p:cNvPr id="31" name="Round Diagonal Corner Rectangle 30"/>
          <p:cNvSpPr/>
          <p:nvPr/>
        </p:nvSpPr>
        <p:spPr>
          <a:xfrm>
            <a:off x="8194331" y="3629467"/>
            <a:ext cx="880533" cy="440267"/>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Legacy</a:t>
            </a:r>
            <a:br>
              <a:rPr lang="en-US" sz="1200" dirty="0">
                <a:solidFill>
                  <a:prstClr val="white"/>
                </a:solidFill>
              </a:rPr>
            </a:br>
            <a:r>
              <a:rPr lang="en-US" sz="1200" dirty="0">
                <a:solidFill>
                  <a:prstClr val="white"/>
                </a:solidFill>
              </a:rPr>
              <a:t>DB</a:t>
            </a:r>
          </a:p>
        </p:txBody>
      </p:sp>
      <p:sp>
        <p:nvSpPr>
          <p:cNvPr id="32" name="TextBox 31"/>
          <p:cNvSpPr txBox="1"/>
          <p:nvPr/>
        </p:nvSpPr>
        <p:spPr>
          <a:xfrm>
            <a:off x="5417265" y="2486467"/>
            <a:ext cx="904415" cy="1569660"/>
          </a:xfrm>
          <a:prstGeom prst="rect">
            <a:avLst/>
          </a:prstGeom>
          <a:noFill/>
        </p:spPr>
        <p:txBody>
          <a:bodyPr wrap="none" rtlCol="0">
            <a:spAutoFit/>
          </a:bodyPr>
          <a:lstStyle/>
          <a:p>
            <a:pPr defTabSz="573603">
              <a:spcAft>
                <a:spcPts val="533"/>
              </a:spcAft>
              <a:buSzPct val="100000"/>
            </a:pPr>
            <a:r>
              <a:rPr lang="en-US" sz="9600" b="1" dirty="0">
                <a:solidFill>
                  <a:srgbClr val="808285"/>
                </a:solidFill>
                <a:cs typeface="HP Simplified" pitchFamily="34" charset="0"/>
              </a:rPr>
              <a:t>+</a:t>
            </a:r>
          </a:p>
        </p:txBody>
      </p:sp>
      <p:grpSp>
        <p:nvGrpSpPr>
          <p:cNvPr id="35" name="Group 34"/>
          <p:cNvGrpSpPr/>
          <p:nvPr/>
        </p:nvGrpSpPr>
        <p:grpSpPr>
          <a:xfrm>
            <a:off x="3000430" y="5413377"/>
            <a:ext cx="795867" cy="465667"/>
            <a:chOff x="857250" y="3663950"/>
            <a:chExt cx="596900" cy="349250"/>
          </a:xfrm>
        </p:grpSpPr>
        <p:sp>
          <p:nvSpPr>
            <p:cNvPr id="36" name="Round Diagonal Corner Rectangle 35"/>
            <p:cNvSpPr/>
            <p:nvPr/>
          </p:nvSpPr>
          <p:spPr>
            <a:xfrm>
              <a:off x="857250" y="3663950"/>
              <a:ext cx="596900" cy="158750"/>
            </a:xfrm>
            <a:prstGeom prst="round2Diag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Clone</a:t>
              </a:r>
            </a:p>
          </p:txBody>
        </p:sp>
        <p:sp>
          <p:nvSpPr>
            <p:cNvPr id="37" name="Round Diagonal Corner Rectangle 36"/>
            <p:cNvSpPr/>
            <p:nvPr/>
          </p:nvSpPr>
          <p:spPr>
            <a:xfrm>
              <a:off x="857250" y="3854450"/>
              <a:ext cx="596900" cy="158750"/>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Inactive</a:t>
              </a:r>
            </a:p>
          </p:txBody>
        </p:sp>
      </p:grpSp>
      <p:grpSp>
        <p:nvGrpSpPr>
          <p:cNvPr id="38" name="Group 37"/>
          <p:cNvGrpSpPr/>
          <p:nvPr/>
        </p:nvGrpSpPr>
        <p:grpSpPr>
          <a:xfrm>
            <a:off x="4127615" y="5390373"/>
            <a:ext cx="795867" cy="465667"/>
            <a:chOff x="857250" y="3663950"/>
            <a:chExt cx="596900" cy="349250"/>
          </a:xfrm>
        </p:grpSpPr>
        <p:sp>
          <p:nvSpPr>
            <p:cNvPr id="39" name="Round Diagonal Corner Rectangle 38"/>
            <p:cNvSpPr/>
            <p:nvPr/>
          </p:nvSpPr>
          <p:spPr>
            <a:xfrm>
              <a:off x="857250" y="3663950"/>
              <a:ext cx="596900" cy="158750"/>
            </a:xfrm>
            <a:prstGeom prst="round2Diag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SCM</a:t>
              </a:r>
            </a:p>
          </p:txBody>
        </p:sp>
        <p:sp>
          <p:nvSpPr>
            <p:cNvPr id="40" name="Round Diagonal Corner Rectangle 39"/>
            <p:cNvSpPr/>
            <p:nvPr/>
          </p:nvSpPr>
          <p:spPr>
            <a:xfrm>
              <a:off x="857250" y="3854450"/>
              <a:ext cx="596900" cy="158750"/>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solidFill>
                    <a:prstClr val="white"/>
                  </a:solidFill>
                </a:rPr>
                <a:t>Inactive</a:t>
              </a:r>
            </a:p>
          </p:txBody>
        </p:sp>
      </p:grpSp>
    </p:spTree>
    <p:extLst>
      <p:ext uri="{BB962C8B-B14F-4D97-AF65-F5344CB8AC3E}">
        <p14:creationId xmlns:p14="http://schemas.microsoft.com/office/powerpoint/2010/main" val="1741046136"/>
      </p:ext>
    </p:extLst>
  </p:cSld>
  <p:clrMapOvr>
    <a:masterClrMapping/>
  </p:clrMapOvr>
  <mc:AlternateContent xmlns:mc="http://schemas.openxmlformats.org/markup-compatibility/2006" xmlns:p14="http://schemas.microsoft.com/office/powerpoint/2010/main">
    <mc:Choice Requires="p14">
      <p:transition p14:dur="0"/>
    </mc:Choice>
    <mc:Fallback xmlns="">
      <p:transition xmlns:p14="http://schemas.microsoft.com/office/powerpoint/2010/mai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441" y="512718"/>
            <a:ext cx="10969943" cy="852364"/>
          </a:xfrm>
        </p:spPr>
        <p:txBody>
          <a:bodyPr/>
          <a:lstStyle/>
          <a:p>
            <a:r>
              <a:rPr lang="en-US" dirty="0">
                <a:latin typeface="+mn-lt"/>
              </a:rPr>
              <a:t>Manage growing problem of inactive structured data </a:t>
            </a:r>
          </a:p>
        </p:txBody>
      </p:sp>
      <p:sp>
        <p:nvSpPr>
          <p:cNvPr id="4" name="Slide Number Placeholder 3"/>
          <p:cNvSpPr>
            <a:spLocks noGrp="1"/>
          </p:cNvSpPr>
          <p:nvPr>
            <p:ph type="sldNum" sz="quarter" idx="4294967295"/>
          </p:nvPr>
        </p:nvSpPr>
        <p:spPr>
          <a:xfrm>
            <a:off x="11049000" y="6430868"/>
            <a:ext cx="533399" cy="232147"/>
          </a:xfrm>
          <a:prstGeom prst="rect">
            <a:avLst/>
          </a:prstGeom>
        </p:spPr>
        <p:txBody>
          <a:bodyPr/>
          <a:lstStyle/>
          <a:p>
            <a:fld id="{B016F8AB-BCEA-4347-8BA6-BE776009BC89}" type="slidenum">
              <a:rPr lang="en-US" smtClean="0">
                <a:solidFill>
                  <a:srgbClr val="5F7A76"/>
                </a:solidFill>
              </a:rPr>
              <a:pPr/>
              <a:t>8</a:t>
            </a:fld>
            <a:endParaRPr lang="en-US" dirty="0">
              <a:solidFill>
                <a:srgbClr val="5F7A76"/>
              </a:solidFill>
            </a:endParaRPr>
          </a:p>
        </p:txBody>
      </p:sp>
      <p:grpSp>
        <p:nvGrpSpPr>
          <p:cNvPr id="3" name="Group 2"/>
          <p:cNvGrpSpPr/>
          <p:nvPr/>
        </p:nvGrpSpPr>
        <p:grpSpPr>
          <a:xfrm>
            <a:off x="3295967" y="1524000"/>
            <a:ext cx="2755391" cy="2109596"/>
            <a:chOff x="3295967" y="1524000"/>
            <a:chExt cx="2755391" cy="2109596"/>
          </a:xfrm>
        </p:grpSpPr>
        <p:sp>
          <p:nvSpPr>
            <p:cNvPr id="10" name="Freeform 9"/>
            <p:cNvSpPr/>
            <p:nvPr/>
          </p:nvSpPr>
          <p:spPr>
            <a:xfrm>
              <a:off x="3295967" y="1524000"/>
              <a:ext cx="2126818" cy="1377696"/>
            </a:xfrm>
            <a:custGeom>
              <a:avLst/>
              <a:gdLst>
                <a:gd name="connsiteX0" fmla="*/ 0 w 2126818"/>
                <a:gd name="connsiteY0" fmla="*/ 137770 h 1377696"/>
                <a:gd name="connsiteX1" fmla="*/ 137770 w 2126818"/>
                <a:gd name="connsiteY1" fmla="*/ 0 h 1377696"/>
                <a:gd name="connsiteX2" fmla="*/ 1989048 w 2126818"/>
                <a:gd name="connsiteY2" fmla="*/ 0 h 1377696"/>
                <a:gd name="connsiteX3" fmla="*/ 2126818 w 2126818"/>
                <a:gd name="connsiteY3" fmla="*/ 137770 h 1377696"/>
                <a:gd name="connsiteX4" fmla="*/ 2126818 w 2126818"/>
                <a:gd name="connsiteY4" fmla="*/ 1239926 h 1377696"/>
                <a:gd name="connsiteX5" fmla="*/ 1989048 w 2126818"/>
                <a:gd name="connsiteY5" fmla="*/ 1377696 h 1377696"/>
                <a:gd name="connsiteX6" fmla="*/ 137770 w 2126818"/>
                <a:gd name="connsiteY6" fmla="*/ 1377696 h 1377696"/>
                <a:gd name="connsiteX7" fmla="*/ 0 w 2126818"/>
                <a:gd name="connsiteY7" fmla="*/ 1239926 h 1377696"/>
                <a:gd name="connsiteX8" fmla="*/ 0 w 2126818"/>
                <a:gd name="connsiteY8" fmla="*/ 137770 h 137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6818" h="1377696">
                  <a:moveTo>
                    <a:pt x="0" y="137770"/>
                  </a:moveTo>
                  <a:cubicBezTo>
                    <a:pt x="0" y="61682"/>
                    <a:pt x="61682" y="0"/>
                    <a:pt x="137770" y="0"/>
                  </a:cubicBezTo>
                  <a:lnTo>
                    <a:pt x="1989048" y="0"/>
                  </a:lnTo>
                  <a:cubicBezTo>
                    <a:pt x="2065136" y="0"/>
                    <a:pt x="2126818" y="61682"/>
                    <a:pt x="2126818" y="137770"/>
                  </a:cubicBezTo>
                  <a:lnTo>
                    <a:pt x="2126818" y="1239926"/>
                  </a:lnTo>
                  <a:cubicBezTo>
                    <a:pt x="2126818" y="1316014"/>
                    <a:pt x="2065136" y="1377696"/>
                    <a:pt x="1989048" y="1377696"/>
                  </a:cubicBezTo>
                  <a:lnTo>
                    <a:pt x="137770" y="1377696"/>
                  </a:lnTo>
                  <a:cubicBezTo>
                    <a:pt x="61682" y="1377696"/>
                    <a:pt x="0" y="1316014"/>
                    <a:pt x="0" y="1239926"/>
                  </a:cubicBezTo>
                  <a:lnTo>
                    <a:pt x="0" y="137770"/>
                  </a:lnTo>
                  <a:close/>
                </a:path>
              </a:pathLst>
            </a:custGeom>
            <a:solidFill>
              <a:schemeClr val="bg1">
                <a:alpha val="90000"/>
              </a:schemeClr>
            </a:solidFill>
            <a:ln w="19050">
              <a:solidFill>
                <a:schemeClr val="accent6"/>
              </a:solid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1224" tIns="91224" rIns="729270" bIns="435648" numCol="1" spcCol="1270" anchor="t" anchorCtr="0">
              <a:noAutofit/>
            </a:bodyPr>
            <a:lstStyle/>
            <a:p>
              <a:pPr marL="114300" lvl="1" indent="-114300" defTabSz="533400">
                <a:lnSpc>
                  <a:spcPct val="90000"/>
                </a:lnSpc>
                <a:spcBef>
                  <a:spcPct val="0"/>
                </a:spcBef>
                <a:spcAft>
                  <a:spcPct val="15000"/>
                </a:spcAft>
                <a:buFontTx/>
                <a:buChar char="••"/>
              </a:pPr>
              <a:r>
                <a:rPr lang="en-US" sz="1200" dirty="0">
                  <a:solidFill>
                    <a:schemeClr val="accent6"/>
                  </a:solidFill>
                </a:rPr>
                <a:t>Security</a:t>
              </a:r>
            </a:p>
            <a:p>
              <a:pPr marL="114300" lvl="1" indent="-114300" defTabSz="533400">
                <a:lnSpc>
                  <a:spcPct val="90000"/>
                </a:lnSpc>
                <a:spcBef>
                  <a:spcPct val="0"/>
                </a:spcBef>
                <a:spcAft>
                  <a:spcPct val="15000"/>
                </a:spcAft>
                <a:buFontTx/>
                <a:buChar char="••"/>
              </a:pPr>
              <a:r>
                <a:rPr lang="en-US" sz="1200" dirty="0">
                  <a:solidFill>
                    <a:schemeClr val="accent6"/>
                  </a:solidFill>
                </a:rPr>
                <a:t>Compliance</a:t>
              </a:r>
            </a:p>
            <a:p>
              <a:pPr marL="114300" lvl="1" indent="-114300" defTabSz="533400">
                <a:lnSpc>
                  <a:spcPct val="90000"/>
                </a:lnSpc>
                <a:spcBef>
                  <a:spcPct val="0"/>
                </a:spcBef>
                <a:spcAft>
                  <a:spcPct val="15000"/>
                </a:spcAft>
                <a:buFontTx/>
                <a:buChar char="••"/>
              </a:pPr>
              <a:r>
                <a:rPr lang="en-US" sz="1200" dirty="0">
                  <a:solidFill>
                    <a:schemeClr val="accent6"/>
                  </a:solidFill>
                </a:rPr>
                <a:t>Loss of skills on legacy data</a:t>
              </a:r>
            </a:p>
          </p:txBody>
        </p:sp>
        <p:sp>
          <p:nvSpPr>
            <p:cNvPr id="11" name="Freeform 10"/>
            <p:cNvSpPr/>
            <p:nvPr/>
          </p:nvSpPr>
          <p:spPr>
            <a:xfrm>
              <a:off x="4187164" y="1769402"/>
              <a:ext cx="1864194" cy="1864194"/>
            </a:xfrm>
            <a:custGeom>
              <a:avLst/>
              <a:gdLst>
                <a:gd name="connsiteX0" fmla="*/ 0 w 1864194"/>
                <a:gd name="connsiteY0" fmla="*/ 1864194 h 1864194"/>
                <a:gd name="connsiteX1" fmla="*/ 1864194 w 1864194"/>
                <a:gd name="connsiteY1" fmla="*/ 0 h 1864194"/>
                <a:gd name="connsiteX2" fmla="*/ 1864194 w 1864194"/>
                <a:gd name="connsiteY2" fmla="*/ 1864194 h 1864194"/>
                <a:gd name="connsiteX3" fmla="*/ 0 w 1864194"/>
                <a:gd name="connsiteY3" fmla="*/ 1864194 h 1864194"/>
              </a:gdLst>
              <a:ahLst/>
              <a:cxnLst>
                <a:cxn ang="0">
                  <a:pos x="connsiteX0" y="connsiteY0"/>
                </a:cxn>
                <a:cxn ang="0">
                  <a:pos x="connsiteX1" y="connsiteY1"/>
                </a:cxn>
                <a:cxn ang="0">
                  <a:pos x="connsiteX2" y="connsiteY2"/>
                </a:cxn>
                <a:cxn ang="0">
                  <a:pos x="connsiteX3" y="connsiteY3"/>
                </a:cxn>
              </a:cxnLst>
              <a:rect l="l" t="t" r="r" b="b"/>
              <a:pathLst>
                <a:path w="1864194" h="1864194">
                  <a:moveTo>
                    <a:pt x="0" y="1864194"/>
                  </a:moveTo>
                  <a:cubicBezTo>
                    <a:pt x="0" y="834628"/>
                    <a:pt x="834628" y="0"/>
                    <a:pt x="1864194" y="0"/>
                  </a:cubicBezTo>
                  <a:lnTo>
                    <a:pt x="1864194" y="1864194"/>
                  </a:lnTo>
                  <a:lnTo>
                    <a:pt x="0" y="1864194"/>
                  </a:lnTo>
                  <a:close/>
                </a:path>
              </a:pathLst>
            </a:custGeom>
            <a:solidFill>
              <a:schemeClr val="bg1"/>
            </a:solidFill>
            <a:ln w="38100">
              <a:solidFill>
                <a:schemeClr val="accent6"/>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17130" tIns="617130" rIns="71120" bIns="71120" numCol="1" spcCol="1270" anchor="ctr" anchorCtr="0">
              <a:noAutofit/>
            </a:bodyPr>
            <a:lstStyle/>
            <a:p>
              <a:pPr algn="ctr" defTabSz="444500">
                <a:lnSpc>
                  <a:spcPct val="90000"/>
                </a:lnSpc>
                <a:spcBef>
                  <a:spcPct val="0"/>
                </a:spcBef>
                <a:spcAft>
                  <a:spcPct val="35000"/>
                </a:spcAft>
              </a:pPr>
              <a:r>
                <a:rPr lang="en-US" sz="1600" b="1" dirty="0">
                  <a:solidFill>
                    <a:schemeClr val="accent6"/>
                  </a:solidFill>
                </a:rPr>
                <a:t>Increased Risks</a:t>
              </a:r>
            </a:p>
          </p:txBody>
        </p:sp>
      </p:grpSp>
      <p:grpSp>
        <p:nvGrpSpPr>
          <p:cNvPr id="5" name="Group 4"/>
          <p:cNvGrpSpPr/>
          <p:nvPr/>
        </p:nvGrpSpPr>
        <p:grpSpPr>
          <a:xfrm>
            <a:off x="6137465" y="1524000"/>
            <a:ext cx="2755391" cy="2109596"/>
            <a:chOff x="6137465" y="1524000"/>
            <a:chExt cx="2755391" cy="2109596"/>
          </a:xfrm>
        </p:grpSpPr>
        <p:sp>
          <p:nvSpPr>
            <p:cNvPr id="9" name="Freeform 8"/>
            <p:cNvSpPr/>
            <p:nvPr/>
          </p:nvSpPr>
          <p:spPr>
            <a:xfrm>
              <a:off x="6766038" y="1524000"/>
              <a:ext cx="2126818" cy="1377696"/>
            </a:xfrm>
            <a:custGeom>
              <a:avLst/>
              <a:gdLst>
                <a:gd name="connsiteX0" fmla="*/ 0 w 2126818"/>
                <a:gd name="connsiteY0" fmla="*/ 137770 h 1377696"/>
                <a:gd name="connsiteX1" fmla="*/ 137770 w 2126818"/>
                <a:gd name="connsiteY1" fmla="*/ 0 h 1377696"/>
                <a:gd name="connsiteX2" fmla="*/ 1989048 w 2126818"/>
                <a:gd name="connsiteY2" fmla="*/ 0 h 1377696"/>
                <a:gd name="connsiteX3" fmla="*/ 2126818 w 2126818"/>
                <a:gd name="connsiteY3" fmla="*/ 137770 h 1377696"/>
                <a:gd name="connsiteX4" fmla="*/ 2126818 w 2126818"/>
                <a:gd name="connsiteY4" fmla="*/ 1239926 h 1377696"/>
                <a:gd name="connsiteX5" fmla="*/ 1989048 w 2126818"/>
                <a:gd name="connsiteY5" fmla="*/ 1377696 h 1377696"/>
                <a:gd name="connsiteX6" fmla="*/ 137770 w 2126818"/>
                <a:gd name="connsiteY6" fmla="*/ 1377696 h 1377696"/>
                <a:gd name="connsiteX7" fmla="*/ 0 w 2126818"/>
                <a:gd name="connsiteY7" fmla="*/ 1239926 h 1377696"/>
                <a:gd name="connsiteX8" fmla="*/ 0 w 2126818"/>
                <a:gd name="connsiteY8" fmla="*/ 137770 h 137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6818" h="1377696">
                  <a:moveTo>
                    <a:pt x="0" y="137770"/>
                  </a:moveTo>
                  <a:cubicBezTo>
                    <a:pt x="0" y="61682"/>
                    <a:pt x="61682" y="0"/>
                    <a:pt x="137770" y="0"/>
                  </a:cubicBezTo>
                  <a:lnTo>
                    <a:pt x="1989048" y="0"/>
                  </a:lnTo>
                  <a:cubicBezTo>
                    <a:pt x="2065136" y="0"/>
                    <a:pt x="2126818" y="61682"/>
                    <a:pt x="2126818" y="137770"/>
                  </a:cubicBezTo>
                  <a:lnTo>
                    <a:pt x="2126818" y="1239926"/>
                  </a:lnTo>
                  <a:cubicBezTo>
                    <a:pt x="2126818" y="1316014"/>
                    <a:pt x="2065136" y="1377696"/>
                    <a:pt x="1989048" y="1377696"/>
                  </a:cubicBezTo>
                  <a:lnTo>
                    <a:pt x="137770" y="1377696"/>
                  </a:lnTo>
                  <a:cubicBezTo>
                    <a:pt x="61682" y="1377696"/>
                    <a:pt x="0" y="1316014"/>
                    <a:pt x="0" y="1239926"/>
                  </a:cubicBezTo>
                  <a:lnTo>
                    <a:pt x="0" y="137770"/>
                  </a:lnTo>
                  <a:close/>
                </a:path>
              </a:pathLst>
            </a:custGeom>
            <a:solidFill>
              <a:schemeClr val="bg1">
                <a:alpha val="90000"/>
              </a:schemeClr>
            </a:solidFill>
            <a:ln w="19050">
              <a:solidFill>
                <a:srgbClr val="5CA9F5"/>
              </a:solid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729270" tIns="91224" rIns="91224" bIns="435648" numCol="1" spcCol="1270" anchor="t" anchorCtr="0">
              <a:noAutofit/>
            </a:bodyPr>
            <a:lstStyle/>
            <a:p>
              <a:pPr marL="114300" lvl="1" indent="-114300" defTabSz="533400">
                <a:lnSpc>
                  <a:spcPct val="90000"/>
                </a:lnSpc>
                <a:spcBef>
                  <a:spcPct val="0"/>
                </a:spcBef>
                <a:spcAft>
                  <a:spcPct val="15000"/>
                </a:spcAft>
                <a:buFontTx/>
                <a:buChar char="••"/>
              </a:pPr>
              <a:r>
                <a:rPr lang="en-US" sz="1200" dirty="0">
                  <a:solidFill>
                    <a:srgbClr val="5CA9F5"/>
                  </a:solidFill>
                </a:rPr>
                <a:t>Storage</a:t>
              </a:r>
            </a:p>
            <a:p>
              <a:pPr marL="114300" lvl="1" indent="-114300" defTabSz="533400">
                <a:lnSpc>
                  <a:spcPct val="90000"/>
                </a:lnSpc>
                <a:spcBef>
                  <a:spcPct val="0"/>
                </a:spcBef>
                <a:spcAft>
                  <a:spcPct val="15000"/>
                </a:spcAft>
                <a:buFontTx/>
                <a:buChar char="••"/>
              </a:pPr>
              <a:r>
                <a:rPr lang="en-US" sz="1200" dirty="0">
                  <a:solidFill>
                    <a:srgbClr val="5CA9F5"/>
                  </a:solidFill>
                </a:rPr>
                <a:t>eDiscovery</a:t>
              </a:r>
            </a:p>
            <a:p>
              <a:pPr marL="114300" lvl="1" indent="-114300" defTabSz="533400">
                <a:lnSpc>
                  <a:spcPct val="90000"/>
                </a:lnSpc>
                <a:spcBef>
                  <a:spcPct val="0"/>
                </a:spcBef>
                <a:spcAft>
                  <a:spcPct val="15000"/>
                </a:spcAft>
                <a:buFontTx/>
                <a:buChar char="••"/>
              </a:pPr>
              <a:r>
                <a:rPr lang="en-US" sz="1200" dirty="0">
                  <a:solidFill>
                    <a:srgbClr val="5CA9F5"/>
                  </a:solidFill>
                </a:rPr>
                <a:t>Investigations</a:t>
              </a:r>
            </a:p>
          </p:txBody>
        </p:sp>
        <p:sp>
          <p:nvSpPr>
            <p:cNvPr id="12" name="Freeform 11"/>
            <p:cNvSpPr/>
            <p:nvPr/>
          </p:nvSpPr>
          <p:spPr>
            <a:xfrm>
              <a:off x="6137465" y="1769402"/>
              <a:ext cx="1864194" cy="1864194"/>
            </a:xfrm>
            <a:custGeom>
              <a:avLst/>
              <a:gdLst>
                <a:gd name="connsiteX0" fmla="*/ 0 w 1864194"/>
                <a:gd name="connsiteY0" fmla="*/ 1864194 h 1864194"/>
                <a:gd name="connsiteX1" fmla="*/ 1864194 w 1864194"/>
                <a:gd name="connsiteY1" fmla="*/ 0 h 1864194"/>
                <a:gd name="connsiteX2" fmla="*/ 1864194 w 1864194"/>
                <a:gd name="connsiteY2" fmla="*/ 1864194 h 1864194"/>
                <a:gd name="connsiteX3" fmla="*/ 0 w 1864194"/>
                <a:gd name="connsiteY3" fmla="*/ 1864194 h 1864194"/>
              </a:gdLst>
              <a:ahLst/>
              <a:cxnLst>
                <a:cxn ang="0">
                  <a:pos x="connsiteX0" y="connsiteY0"/>
                </a:cxn>
                <a:cxn ang="0">
                  <a:pos x="connsiteX1" y="connsiteY1"/>
                </a:cxn>
                <a:cxn ang="0">
                  <a:pos x="connsiteX2" y="connsiteY2"/>
                </a:cxn>
                <a:cxn ang="0">
                  <a:pos x="connsiteX3" y="connsiteY3"/>
                </a:cxn>
              </a:cxnLst>
              <a:rect l="l" t="t" r="r" b="b"/>
              <a:pathLst>
                <a:path w="1864194" h="1864194">
                  <a:moveTo>
                    <a:pt x="0" y="0"/>
                  </a:moveTo>
                  <a:cubicBezTo>
                    <a:pt x="1029566" y="0"/>
                    <a:pt x="1864194" y="834628"/>
                    <a:pt x="1864194" y="1864194"/>
                  </a:cubicBezTo>
                  <a:lnTo>
                    <a:pt x="0" y="1864194"/>
                  </a:lnTo>
                  <a:lnTo>
                    <a:pt x="0" y="0"/>
                  </a:lnTo>
                  <a:close/>
                </a:path>
              </a:pathLst>
            </a:custGeom>
            <a:solidFill>
              <a:schemeClr val="bg1"/>
            </a:solidFill>
            <a:ln w="38100">
              <a:solidFill>
                <a:schemeClr val="accent1"/>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1120" tIns="617130" rIns="617130" bIns="71120" numCol="1" spcCol="1270" anchor="ctr" anchorCtr="0">
              <a:noAutofit/>
            </a:bodyPr>
            <a:lstStyle/>
            <a:p>
              <a:pPr algn="ctr" defTabSz="444500">
                <a:lnSpc>
                  <a:spcPct val="90000"/>
                </a:lnSpc>
                <a:spcBef>
                  <a:spcPct val="0"/>
                </a:spcBef>
                <a:spcAft>
                  <a:spcPct val="35000"/>
                </a:spcAft>
              </a:pPr>
              <a:r>
                <a:rPr lang="en-US" sz="1600" b="1" dirty="0">
                  <a:solidFill>
                    <a:schemeClr val="accent1"/>
                  </a:solidFill>
                </a:rPr>
                <a:t>Hidden Costs</a:t>
              </a:r>
            </a:p>
          </p:txBody>
        </p:sp>
      </p:grpSp>
      <p:grpSp>
        <p:nvGrpSpPr>
          <p:cNvPr id="17" name="Group 16"/>
          <p:cNvGrpSpPr/>
          <p:nvPr/>
        </p:nvGrpSpPr>
        <p:grpSpPr>
          <a:xfrm>
            <a:off x="3295967" y="3719703"/>
            <a:ext cx="2755391" cy="2109596"/>
            <a:chOff x="3295967" y="3719703"/>
            <a:chExt cx="2755391" cy="2109596"/>
          </a:xfrm>
        </p:grpSpPr>
        <p:sp>
          <p:nvSpPr>
            <p:cNvPr id="8" name="Freeform 7"/>
            <p:cNvSpPr/>
            <p:nvPr/>
          </p:nvSpPr>
          <p:spPr>
            <a:xfrm>
              <a:off x="3295967" y="4451603"/>
              <a:ext cx="2126818" cy="1377696"/>
            </a:xfrm>
            <a:custGeom>
              <a:avLst/>
              <a:gdLst>
                <a:gd name="connsiteX0" fmla="*/ 0 w 2126818"/>
                <a:gd name="connsiteY0" fmla="*/ 137770 h 1377696"/>
                <a:gd name="connsiteX1" fmla="*/ 137770 w 2126818"/>
                <a:gd name="connsiteY1" fmla="*/ 0 h 1377696"/>
                <a:gd name="connsiteX2" fmla="*/ 1989048 w 2126818"/>
                <a:gd name="connsiteY2" fmla="*/ 0 h 1377696"/>
                <a:gd name="connsiteX3" fmla="*/ 2126818 w 2126818"/>
                <a:gd name="connsiteY3" fmla="*/ 137770 h 1377696"/>
                <a:gd name="connsiteX4" fmla="*/ 2126818 w 2126818"/>
                <a:gd name="connsiteY4" fmla="*/ 1239926 h 1377696"/>
                <a:gd name="connsiteX5" fmla="*/ 1989048 w 2126818"/>
                <a:gd name="connsiteY5" fmla="*/ 1377696 h 1377696"/>
                <a:gd name="connsiteX6" fmla="*/ 137770 w 2126818"/>
                <a:gd name="connsiteY6" fmla="*/ 1377696 h 1377696"/>
                <a:gd name="connsiteX7" fmla="*/ 0 w 2126818"/>
                <a:gd name="connsiteY7" fmla="*/ 1239926 h 1377696"/>
                <a:gd name="connsiteX8" fmla="*/ 0 w 2126818"/>
                <a:gd name="connsiteY8" fmla="*/ 137770 h 137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6818" h="1377696">
                  <a:moveTo>
                    <a:pt x="0" y="137770"/>
                  </a:moveTo>
                  <a:cubicBezTo>
                    <a:pt x="0" y="61682"/>
                    <a:pt x="61682" y="0"/>
                    <a:pt x="137770" y="0"/>
                  </a:cubicBezTo>
                  <a:lnTo>
                    <a:pt x="1989048" y="0"/>
                  </a:lnTo>
                  <a:cubicBezTo>
                    <a:pt x="2065136" y="0"/>
                    <a:pt x="2126818" y="61682"/>
                    <a:pt x="2126818" y="137770"/>
                  </a:cubicBezTo>
                  <a:lnTo>
                    <a:pt x="2126818" y="1239926"/>
                  </a:lnTo>
                  <a:cubicBezTo>
                    <a:pt x="2126818" y="1316014"/>
                    <a:pt x="2065136" y="1377696"/>
                    <a:pt x="1989048" y="1377696"/>
                  </a:cubicBezTo>
                  <a:lnTo>
                    <a:pt x="137770" y="1377696"/>
                  </a:lnTo>
                  <a:cubicBezTo>
                    <a:pt x="61682" y="1377696"/>
                    <a:pt x="0" y="1316014"/>
                    <a:pt x="0" y="1239926"/>
                  </a:cubicBezTo>
                  <a:lnTo>
                    <a:pt x="0" y="137770"/>
                  </a:lnTo>
                  <a:close/>
                </a:path>
              </a:pathLst>
            </a:custGeom>
            <a:solidFill>
              <a:schemeClr val="bg1">
                <a:alpha val="90000"/>
              </a:schemeClr>
            </a:solidFill>
            <a:ln w="19050">
              <a:solidFill>
                <a:schemeClr val="accent3"/>
              </a:solid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91224" tIns="435648" rIns="729270" bIns="91224" numCol="1" spcCol="1270" anchor="t" anchorCtr="0">
              <a:noAutofit/>
            </a:bodyPr>
            <a:lstStyle/>
            <a:p>
              <a:pPr marL="114300" lvl="1" indent="-114300" defTabSz="533400">
                <a:lnSpc>
                  <a:spcPct val="90000"/>
                </a:lnSpc>
                <a:spcBef>
                  <a:spcPct val="0"/>
                </a:spcBef>
                <a:spcAft>
                  <a:spcPct val="15000"/>
                </a:spcAft>
                <a:buFontTx/>
                <a:buChar char="••"/>
              </a:pPr>
              <a:r>
                <a:rPr lang="en-US" sz="1200" dirty="0">
                  <a:solidFill>
                    <a:schemeClr val="accent3"/>
                  </a:solidFill>
                </a:rPr>
                <a:t>Decreased response time</a:t>
              </a:r>
            </a:p>
            <a:p>
              <a:pPr marL="114300" lvl="1" indent="-114300" defTabSz="533400">
                <a:lnSpc>
                  <a:spcPct val="90000"/>
                </a:lnSpc>
                <a:spcBef>
                  <a:spcPct val="0"/>
                </a:spcBef>
                <a:spcAft>
                  <a:spcPct val="15000"/>
                </a:spcAft>
                <a:buFontTx/>
                <a:buChar char="••"/>
              </a:pPr>
              <a:r>
                <a:rPr lang="en-US" sz="1200" dirty="0">
                  <a:solidFill>
                    <a:schemeClr val="accent3"/>
                  </a:solidFill>
                </a:rPr>
                <a:t>Slow performance</a:t>
              </a:r>
            </a:p>
            <a:p>
              <a:pPr marL="114300" lvl="1" indent="-114300" defTabSz="533400">
                <a:lnSpc>
                  <a:spcPct val="90000"/>
                </a:lnSpc>
                <a:spcBef>
                  <a:spcPct val="0"/>
                </a:spcBef>
                <a:spcAft>
                  <a:spcPct val="15000"/>
                </a:spcAft>
                <a:buFontTx/>
                <a:buChar char="••"/>
              </a:pPr>
              <a:endParaRPr lang="en-US" sz="1200" dirty="0">
                <a:solidFill>
                  <a:schemeClr val="accent3"/>
                </a:solidFill>
              </a:endParaRPr>
            </a:p>
          </p:txBody>
        </p:sp>
        <p:sp>
          <p:nvSpPr>
            <p:cNvPr id="14" name="Freeform 13"/>
            <p:cNvSpPr/>
            <p:nvPr/>
          </p:nvSpPr>
          <p:spPr>
            <a:xfrm>
              <a:off x="4187163" y="3719703"/>
              <a:ext cx="1864195" cy="1864195"/>
            </a:xfrm>
            <a:custGeom>
              <a:avLst/>
              <a:gdLst>
                <a:gd name="connsiteX0" fmla="*/ 0 w 1864194"/>
                <a:gd name="connsiteY0" fmla="*/ 1864194 h 1864194"/>
                <a:gd name="connsiteX1" fmla="*/ 1864194 w 1864194"/>
                <a:gd name="connsiteY1" fmla="*/ 0 h 1864194"/>
                <a:gd name="connsiteX2" fmla="*/ 1864194 w 1864194"/>
                <a:gd name="connsiteY2" fmla="*/ 1864194 h 1864194"/>
                <a:gd name="connsiteX3" fmla="*/ 0 w 1864194"/>
                <a:gd name="connsiteY3" fmla="*/ 1864194 h 1864194"/>
              </a:gdLst>
              <a:ahLst/>
              <a:cxnLst>
                <a:cxn ang="0">
                  <a:pos x="connsiteX0" y="connsiteY0"/>
                </a:cxn>
                <a:cxn ang="0">
                  <a:pos x="connsiteX1" y="connsiteY1"/>
                </a:cxn>
                <a:cxn ang="0">
                  <a:pos x="connsiteX2" y="connsiteY2"/>
                </a:cxn>
                <a:cxn ang="0">
                  <a:pos x="connsiteX3" y="connsiteY3"/>
                </a:cxn>
              </a:cxnLst>
              <a:rect l="l" t="t" r="r" b="b"/>
              <a:pathLst>
                <a:path w="1864194" h="1864194">
                  <a:moveTo>
                    <a:pt x="1864194" y="1864194"/>
                  </a:moveTo>
                  <a:cubicBezTo>
                    <a:pt x="834628" y="1864194"/>
                    <a:pt x="0" y="1029566"/>
                    <a:pt x="0" y="0"/>
                  </a:cubicBezTo>
                  <a:lnTo>
                    <a:pt x="1864194" y="0"/>
                  </a:lnTo>
                  <a:lnTo>
                    <a:pt x="1864194" y="1864194"/>
                  </a:lnTo>
                  <a:close/>
                </a:path>
              </a:pathLst>
            </a:custGeom>
            <a:solidFill>
              <a:schemeClr val="bg1"/>
            </a:solidFill>
            <a:ln w="38100">
              <a:solidFill>
                <a:schemeClr val="accent3"/>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617131" tIns="71120" rIns="71120" bIns="617131" numCol="1" spcCol="1270" anchor="ctr" anchorCtr="0">
              <a:noAutofit/>
            </a:bodyPr>
            <a:lstStyle/>
            <a:p>
              <a:pPr algn="ctr" defTabSz="444500">
                <a:lnSpc>
                  <a:spcPct val="90000"/>
                </a:lnSpc>
                <a:spcBef>
                  <a:spcPct val="0"/>
                </a:spcBef>
                <a:spcAft>
                  <a:spcPct val="35000"/>
                </a:spcAft>
              </a:pPr>
              <a:r>
                <a:rPr lang="en-US" sz="1600" b="1" dirty="0">
                  <a:solidFill>
                    <a:schemeClr val="accent3"/>
                  </a:solidFill>
                </a:rPr>
                <a:t>Diminished IT Value</a:t>
              </a:r>
            </a:p>
          </p:txBody>
        </p:sp>
      </p:grpSp>
      <p:grpSp>
        <p:nvGrpSpPr>
          <p:cNvPr id="18" name="Group 17"/>
          <p:cNvGrpSpPr/>
          <p:nvPr/>
        </p:nvGrpSpPr>
        <p:grpSpPr>
          <a:xfrm>
            <a:off x="5772590" y="3289173"/>
            <a:ext cx="3120266" cy="2540126"/>
            <a:chOff x="5772590" y="3289173"/>
            <a:chExt cx="3120266" cy="2540126"/>
          </a:xfrm>
        </p:grpSpPr>
        <p:sp>
          <p:nvSpPr>
            <p:cNvPr id="7" name="Freeform 6"/>
            <p:cNvSpPr/>
            <p:nvPr/>
          </p:nvSpPr>
          <p:spPr>
            <a:xfrm>
              <a:off x="6766038" y="4451603"/>
              <a:ext cx="2126818" cy="1377696"/>
            </a:xfrm>
            <a:custGeom>
              <a:avLst/>
              <a:gdLst>
                <a:gd name="connsiteX0" fmla="*/ 0 w 2126818"/>
                <a:gd name="connsiteY0" fmla="*/ 137770 h 1377696"/>
                <a:gd name="connsiteX1" fmla="*/ 137770 w 2126818"/>
                <a:gd name="connsiteY1" fmla="*/ 0 h 1377696"/>
                <a:gd name="connsiteX2" fmla="*/ 1989048 w 2126818"/>
                <a:gd name="connsiteY2" fmla="*/ 0 h 1377696"/>
                <a:gd name="connsiteX3" fmla="*/ 2126818 w 2126818"/>
                <a:gd name="connsiteY3" fmla="*/ 137770 h 1377696"/>
                <a:gd name="connsiteX4" fmla="*/ 2126818 w 2126818"/>
                <a:gd name="connsiteY4" fmla="*/ 1239926 h 1377696"/>
                <a:gd name="connsiteX5" fmla="*/ 1989048 w 2126818"/>
                <a:gd name="connsiteY5" fmla="*/ 1377696 h 1377696"/>
                <a:gd name="connsiteX6" fmla="*/ 137770 w 2126818"/>
                <a:gd name="connsiteY6" fmla="*/ 1377696 h 1377696"/>
                <a:gd name="connsiteX7" fmla="*/ 0 w 2126818"/>
                <a:gd name="connsiteY7" fmla="*/ 1239926 h 1377696"/>
                <a:gd name="connsiteX8" fmla="*/ 0 w 2126818"/>
                <a:gd name="connsiteY8" fmla="*/ 137770 h 13776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26818" h="1377696">
                  <a:moveTo>
                    <a:pt x="0" y="137770"/>
                  </a:moveTo>
                  <a:cubicBezTo>
                    <a:pt x="0" y="61682"/>
                    <a:pt x="61682" y="0"/>
                    <a:pt x="137770" y="0"/>
                  </a:cubicBezTo>
                  <a:lnTo>
                    <a:pt x="1989048" y="0"/>
                  </a:lnTo>
                  <a:cubicBezTo>
                    <a:pt x="2065136" y="0"/>
                    <a:pt x="2126818" y="61682"/>
                    <a:pt x="2126818" y="137770"/>
                  </a:cubicBezTo>
                  <a:lnTo>
                    <a:pt x="2126818" y="1239926"/>
                  </a:lnTo>
                  <a:cubicBezTo>
                    <a:pt x="2126818" y="1316014"/>
                    <a:pt x="2065136" y="1377696"/>
                    <a:pt x="1989048" y="1377696"/>
                  </a:cubicBezTo>
                  <a:lnTo>
                    <a:pt x="137770" y="1377696"/>
                  </a:lnTo>
                  <a:cubicBezTo>
                    <a:pt x="61682" y="1377696"/>
                    <a:pt x="0" y="1316014"/>
                    <a:pt x="0" y="1239926"/>
                  </a:cubicBezTo>
                  <a:lnTo>
                    <a:pt x="0" y="137770"/>
                  </a:lnTo>
                  <a:close/>
                </a:path>
              </a:pathLst>
            </a:custGeom>
            <a:solidFill>
              <a:schemeClr val="bg1">
                <a:alpha val="90000"/>
              </a:schemeClr>
            </a:solidFill>
            <a:ln w="19050">
              <a:solidFill>
                <a:schemeClr val="accent4"/>
              </a:solidFill>
            </a:ln>
          </p:spPr>
          <p:style>
            <a:lnRef idx="2">
              <a:scrgbClr r="0" g="0" b="0"/>
            </a:lnRef>
            <a:fillRef idx="1">
              <a:scrgbClr r="0" g="0" b="0"/>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812310" tIns="435648" rIns="91224" bIns="91224" numCol="1" spcCol="1270" anchor="t" anchorCtr="0">
              <a:noAutofit/>
            </a:bodyPr>
            <a:lstStyle/>
            <a:p>
              <a:pPr marL="114300" lvl="1" indent="-114300" defTabSz="533400">
                <a:lnSpc>
                  <a:spcPct val="90000"/>
                </a:lnSpc>
                <a:spcBef>
                  <a:spcPct val="0"/>
                </a:spcBef>
                <a:spcAft>
                  <a:spcPct val="15000"/>
                </a:spcAft>
                <a:buFontTx/>
                <a:buChar char="••"/>
              </a:pPr>
              <a:r>
                <a:rPr lang="en-US" sz="1200" dirty="0">
                  <a:solidFill>
                    <a:schemeClr val="accent4"/>
                  </a:solidFill>
                </a:rPr>
                <a:t>IT resources</a:t>
              </a:r>
            </a:p>
            <a:p>
              <a:pPr marL="114300" lvl="1" indent="-114300" defTabSz="533400">
                <a:lnSpc>
                  <a:spcPct val="90000"/>
                </a:lnSpc>
                <a:spcBef>
                  <a:spcPct val="0"/>
                </a:spcBef>
                <a:spcAft>
                  <a:spcPct val="15000"/>
                </a:spcAft>
                <a:buFontTx/>
                <a:buChar char="••"/>
              </a:pPr>
              <a:r>
                <a:rPr lang="en-US" sz="1200" dirty="0">
                  <a:solidFill>
                    <a:schemeClr val="accent4"/>
                  </a:solidFill>
                </a:rPr>
                <a:t>End user productivity</a:t>
              </a:r>
            </a:p>
          </p:txBody>
        </p:sp>
        <p:sp>
          <p:nvSpPr>
            <p:cNvPr id="13" name="Freeform 12"/>
            <p:cNvSpPr/>
            <p:nvPr/>
          </p:nvSpPr>
          <p:spPr>
            <a:xfrm>
              <a:off x="6137465" y="3719703"/>
              <a:ext cx="1864195" cy="1864195"/>
            </a:xfrm>
            <a:custGeom>
              <a:avLst/>
              <a:gdLst>
                <a:gd name="connsiteX0" fmla="*/ 0 w 1864194"/>
                <a:gd name="connsiteY0" fmla="*/ 1864194 h 1864194"/>
                <a:gd name="connsiteX1" fmla="*/ 1864194 w 1864194"/>
                <a:gd name="connsiteY1" fmla="*/ 0 h 1864194"/>
                <a:gd name="connsiteX2" fmla="*/ 1864194 w 1864194"/>
                <a:gd name="connsiteY2" fmla="*/ 1864194 h 1864194"/>
                <a:gd name="connsiteX3" fmla="*/ 0 w 1864194"/>
                <a:gd name="connsiteY3" fmla="*/ 1864194 h 1864194"/>
              </a:gdLst>
              <a:ahLst/>
              <a:cxnLst>
                <a:cxn ang="0">
                  <a:pos x="connsiteX0" y="connsiteY0"/>
                </a:cxn>
                <a:cxn ang="0">
                  <a:pos x="connsiteX1" y="connsiteY1"/>
                </a:cxn>
                <a:cxn ang="0">
                  <a:pos x="connsiteX2" y="connsiteY2"/>
                </a:cxn>
                <a:cxn ang="0">
                  <a:pos x="connsiteX3" y="connsiteY3"/>
                </a:cxn>
              </a:cxnLst>
              <a:rect l="l" t="t" r="r" b="b"/>
              <a:pathLst>
                <a:path w="1864194" h="1864194">
                  <a:moveTo>
                    <a:pt x="1864194" y="0"/>
                  </a:moveTo>
                  <a:cubicBezTo>
                    <a:pt x="1864194" y="1029566"/>
                    <a:pt x="1029566" y="1864194"/>
                    <a:pt x="0" y="1864194"/>
                  </a:cubicBezTo>
                  <a:lnTo>
                    <a:pt x="0" y="0"/>
                  </a:lnTo>
                  <a:lnTo>
                    <a:pt x="1864194" y="0"/>
                  </a:lnTo>
                  <a:close/>
                </a:path>
              </a:pathLst>
            </a:custGeom>
            <a:solidFill>
              <a:schemeClr val="bg1"/>
            </a:solidFill>
            <a:ln w="38100">
              <a:solidFill>
                <a:schemeClr val="accent4"/>
              </a:solid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71120" tIns="71120" rIns="617131" bIns="617131" numCol="1" spcCol="1270" anchor="ctr" anchorCtr="0">
              <a:noAutofit/>
            </a:bodyPr>
            <a:lstStyle/>
            <a:p>
              <a:pPr algn="ctr" defTabSz="444500">
                <a:lnSpc>
                  <a:spcPct val="90000"/>
                </a:lnSpc>
                <a:spcBef>
                  <a:spcPct val="0"/>
                </a:spcBef>
                <a:spcAft>
                  <a:spcPct val="35000"/>
                </a:spcAft>
              </a:pPr>
              <a:r>
                <a:rPr lang="en-US" sz="1600" b="1" dirty="0">
                  <a:solidFill>
                    <a:prstClr val="white"/>
                  </a:solidFill>
                </a:rPr>
                <a:t>Lower</a:t>
              </a:r>
            </a:p>
            <a:p>
              <a:pPr algn="ctr" defTabSz="444500">
                <a:lnSpc>
                  <a:spcPct val="90000"/>
                </a:lnSpc>
                <a:spcBef>
                  <a:spcPct val="0"/>
                </a:spcBef>
                <a:spcAft>
                  <a:spcPct val="35000"/>
                </a:spcAft>
              </a:pPr>
              <a:r>
                <a:rPr lang="en-US" sz="1600" b="1" dirty="0">
                  <a:solidFill>
                    <a:schemeClr val="accent4"/>
                  </a:solidFill>
                </a:rPr>
                <a:t>Productivity</a:t>
              </a:r>
            </a:p>
          </p:txBody>
        </p:sp>
        <p:sp>
          <p:nvSpPr>
            <p:cNvPr id="15" name="Circular Arrow 14"/>
            <p:cNvSpPr/>
            <p:nvPr/>
          </p:nvSpPr>
          <p:spPr>
            <a:xfrm>
              <a:off x="5772590" y="3289173"/>
              <a:ext cx="643642" cy="559689"/>
            </a:xfrm>
            <a:prstGeom prst="circularArrow">
              <a:avLst/>
            </a:prstGeom>
            <a:solidFill>
              <a:schemeClr val="bg1">
                <a:lumMod val="65000"/>
              </a:schemeClr>
            </a:solidFill>
            <a:ln>
              <a:noFill/>
            </a:ln>
          </p:spPr>
          <p:style>
            <a:lnRef idx="2">
              <a:scrgbClr r="0" g="0" b="0"/>
            </a:lnRef>
            <a:fillRef idx="1">
              <a:scrgbClr r="0" g="0" b="0"/>
            </a:fillRef>
            <a:effectRef idx="0">
              <a:schemeClr val="accent1">
                <a:tint val="60000"/>
                <a:hueOff val="0"/>
                <a:satOff val="0"/>
                <a:lumOff val="0"/>
                <a:alphaOff val="0"/>
              </a:schemeClr>
            </a:effectRef>
            <a:fontRef idx="minor">
              <a:schemeClr val="dk1">
                <a:hueOff val="0"/>
                <a:satOff val="0"/>
                <a:lumOff val="0"/>
                <a:alphaOff val="0"/>
              </a:schemeClr>
            </a:fontRef>
          </p:style>
        </p:sp>
        <p:sp>
          <p:nvSpPr>
            <p:cNvPr id="16" name="Circular Arrow 15"/>
            <p:cNvSpPr/>
            <p:nvPr/>
          </p:nvSpPr>
          <p:spPr>
            <a:xfrm rot="10800000">
              <a:off x="5772590" y="3504438"/>
              <a:ext cx="643642" cy="559689"/>
            </a:xfrm>
            <a:prstGeom prst="circularArrow">
              <a:avLst/>
            </a:prstGeom>
            <a:solidFill>
              <a:schemeClr val="bg1">
                <a:lumMod val="65000"/>
              </a:schemeClr>
            </a:solidFill>
            <a:ln>
              <a:noFill/>
            </a:ln>
          </p:spPr>
          <p:style>
            <a:lnRef idx="2">
              <a:scrgbClr r="0" g="0" b="0"/>
            </a:lnRef>
            <a:fillRef idx="1">
              <a:scrgbClr r="0" g="0" b="0"/>
            </a:fillRef>
            <a:effectRef idx="0">
              <a:schemeClr val="accent1">
                <a:tint val="60000"/>
                <a:hueOff val="0"/>
                <a:satOff val="0"/>
                <a:lumOff val="0"/>
                <a:alphaOff val="0"/>
              </a:schemeClr>
            </a:effectRef>
            <a:fontRef idx="minor">
              <a:schemeClr val="dk1">
                <a:hueOff val="0"/>
                <a:satOff val="0"/>
                <a:lumOff val="0"/>
                <a:alphaOff val="0"/>
              </a:schemeClr>
            </a:fontRef>
          </p:style>
        </p:sp>
      </p:grpSp>
    </p:spTree>
    <p:extLst>
      <p:ext uri="{BB962C8B-B14F-4D97-AF65-F5344CB8AC3E}">
        <p14:creationId xmlns:p14="http://schemas.microsoft.com/office/powerpoint/2010/main" val="564381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Roles and Drivers</a:t>
            </a:r>
            <a:endParaRPr lang="en-US" dirty="0"/>
          </a:p>
        </p:txBody>
      </p:sp>
      <p:sp>
        <p:nvSpPr>
          <p:cNvPr id="4" name="Slide Number Placeholder 3"/>
          <p:cNvSpPr>
            <a:spLocks noGrp="1"/>
          </p:cNvSpPr>
          <p:nvPr>
            <p:ph type="sldNum" sz="quarter" idx="4294967295"/>
          </p:nvPr>
        </p:nvSpPr>
        <p:spPr>
          <a:xfrm>
            <a:off x="11049000" y="6430868"/>
            <a:ext cx="533399" cy="232147"/>
          </a:xfrm>
          <a:prstGeom prst="rect">
            <a:avLst/>
          </a:prstGeom>
        </p:spPr>
        <p:txBody>
          <a:bodyPr/>
          <a:lstStyle/>
          <a:p>
            <a:fld id="{B016F8AB-BCEA-4347-8BA6-BE776009BC89}" type="slidenum">
              <a:rPr lang="en-US" smtClean="0">
                <a:solidFill>
                  <a:srgbClr val="617D78"/>
                </a:solidFill>
              </a:rPr>
              <a:pPr/>
              <a:t>9</a:t>
            </a:fld>
            <a:endParaRPr lang="en-US">
              <a:solidFill>
                <a:srgbClr val="617D78"/>
              </a:solidFill>
            </a:endParaRPr>
          </a:p>
        </p:txBody>
      </p:sp>
      <p:grpSp>
        <p:nvGrpSpPr>
          <p:cNvPr id="5" name="Group 4"/>
          <p:cNvGrpSpPr/>
          <p:nvPr/>
        </p:nvGrpSpPr>
        <p:grpSpPr>
          <a:xfrm>
            <a:off x="835741" y="456055"/>
            <a:ext cx="10380174" cy="7237805"/>
            <a:chOff x="1430826" y="122226"/>
            <a:chExt cx="10380174" cy="7237805"/>
          </a:xfrm>
        </p:grpSpPr>
        <p:sp>
          <p:nvSpPr>
            <p:cNvPr id="6" name="Rectangle 5"/>
            <p:cNvSpPr/>
            <p:nvPr/>
          </p:nvSpPr>
          <p:spPr>
            <a:xfrm>
              <a:off x="7509211" y="1031795"/>
              <a:ext cx="4301789" cy="5418667"/>
            </a:xfrm>
            <a:prstGeom prst="rect">
              <a:avLst/>
            </a:prstGeom>
            <a:ln>
              <a:noFill/>
            </a:ln>
          </p:spPr>
        </p:sp>
        <p:sp>
          <p:nvSpPr>
            <p:cNvPr id="7" name="Block Arc 6"/>
            <p:cNvSpPr/>
            <p:nvPr/>
          </p:nvSpPr>
          <p:spPr>
            <a:xfrm>
              <a:off x="1430826" y="122226"/>
              <a:ext cx="7237805" cy="7237805"/>
            </a:xfrm>
            <a:prstGeom prst="blockArc">
              <a:avLst>
                <a:gd name="adj1" fmla="val 18900000"/>
                <a:gd name="adj2" fmla="val 2700000"/>
                <a:gd name="adj3" fmla="val 298"/>
              </a:avLst>
            </a:prstGeom>
            <a:ln w="38100" cap="rnd">
              <a:solidFill>
                <a:srgbClr val="231CA5"/>
              </a:solidFill>
            </a:ln>
          </p:spPr>
          <p:style>
            <a:lnRef idx="2">
              <a:scrgbClr r="0" g="0" b="0"/>
            </a:lnRef>
            <a:fillRef idx="0">
              <a:schemeClr val="accent1">
                <a:hueOff val="0"/>
                <a:satOff val="0"/>
                <a:lumOff val="0"/>
                <a:alphaOff val="0"/>
              </a:schemeClr>
            </a:fillRef>
            <a:effectRef idx="0">
              <a:schemeClr val="accent1">
                <a:hueOff val="0"/>
                <a:satOff val="0"/>
                <a:lumOff val="0"/>
                <a:alphaOff val="0"/>
              </a:schemeClr>
            </a:effectRef>
            <a:fontRef idx="minor">
              <a:schemeClr val="tx1">
                <a:hueOff val="0"/>
                <a:satOff val="0"/>
                <a:lumOff val="0"/>
                <a:alphaOff val="0"/>
              </a:schemeClr>
            </a:fontRef>
          </p:style>
        </p:sp>
        <p:sp>
          <p:nvSpPr>
            <p:cNvPr id="8" name="Freeform 7"/>
            <p:cNvSpPr/>
            <p:nvPr/>
          </p:nvSpPr>
          <p:spPr>
            <a:xfrm>
              <a:off x="8255571" y="1590234"/>
              <a:ext cx="3481222" cy="1075447"/>
            </a:xfrm>
            <a:custGeom>
              <a:avLst/>
              <a:gdLst>
                <a:gd name="connsiteX0" fmla="*/ 0 w 3481222"/>
                <a:gd name="connsiteY0" fmla="*/ 0 h 1075447"/>
                <a:gd name="connsiteX1" fmla="*/ 3481222 w 3481222"/>
                <a:gd name="connsiteY1" fmla="*/ 0 h 1075447"/>
                <a:gd name="connsiteX2" fmla="*/ 3481222 w 3481222"/>
                <a:gd name="connsiteY2" fmla="*/ 1075447 h 1075447"/>
                <a:gd name="connsiteX3" fmla="*/ 0 w 3481222"/>
                <a:gd name="connsiteY3" fmla="*/ 1075447 h 1075447"/>
                <a:gd name="connsiteX4" fmla="*/ 0 w 3481222"/>
                <a:gd name="connsiteY4" fmla="*/ 0 h 1075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1222" h="1075447">
                  <a:moveTo>
                    <a:pt x="0" y="0"/>
                  </a:moveTo>
                  <a:lnTo>
                    <a:pt x="3481222" y="0"/>
                  </a:lnTo>
                  <a:lnTo>
                    <a:pt x="3481222" y="1075447"/>
                  </a:lnTo>
                  <a:lnTo>
                    <a:pt x="0" y="1075447"/>
                  </a:lnTo>
                  <a:lnTo>
                    <a:pt x="0" y="0"/>
                  </a:lnTo>
                  <a:close/>
                </a:path>
              </a:pathLst>
            </a:custGeom>
            <a:solidFill>
              <a:srgbClr val="3896F3"/>
            </a:solidFill>
            <a:ln>
              <a:solidFill>
                <a:srgbClr val="3896F3"/>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53636" tIns="50800" rIns="50800" bIns="50800" numCol="1" spcCol="1270" anchor="ctr" anchorCtr="0">
              <a:noAutofit/>
            </a:bodyPr>
            <a:lstStyle/>
            <a:p>
              <a:pPr lvl="0"/>
              <a:r>
                <a:rPr lang="en-GB" sz="2000" dirty="0"/>
                <a:t>Risk Management</a:t>
              </a:r>
              <a:endParaRPr lang="en-US" sz="2000" dirty="0"/>
            </a:p>
          </p:txBody>
        </p:sp>
        <p:sp>
          <p:nvSpPr>
            <p:cNvPr id="9" name="Oval 8"/>
            <p:cNvSpPr/>
            <p:nvPr/>
          </p:nvSpPr>
          <p:spPr>
            <a:xfrm>
              <a:off x="7583416" y="1455803"/>
              <a:ext cx="1344309" cy="1344309"/>
            </a:xfrm>
            <a:prstGeom prst="ellipse">
              <a:avLst/>
            </a:prstGeom>
            <a:ln>
              <a:solidFill>
                <a:srgbClr val="3896F3"/>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0" name="Freeform 9"/>
            <p:cNvSpPr/>
            <p:nvPr/>
          </p:nvSpPr>
          <p:spPr>
            <a:xfrm>
              <a:off x="8646496" y="3203404"/>
              <a:ext cx="3090297" cy="1075447"/>
            </a:xfrm>
            <a:custGeom>
              <a:avLst/>
              <a:gdLst>
                <a:gd name="connsiteX0" fmla="*/ 0 w 3090297"/>
                <a:gd name="connsiteY0" fmla="*/ 0 h 1075447"/>
                <a:gd name="connsiteX1" fmla="*/ 3090297 w 3090297"/>
                <a:gd name="connsiteY1" fmla="*/ 0 h 1075447"/>
                <a:gd name="connsiteX2" fmla="*/ 3090297 w 3090297"/>
                <a:gd name="connsiteY2" fmla="*/ 1075447 h 1075447"/>
                <a:gd name="connsiteX3" fmla="*/ 0 w 3090297"/>
                <a:gd name="connsiteY3" fmla="*/ 1075447 h 1075447"/>
                <a:gd name="connsiteX4" fmla="*/ 0 w 3090297"/>
                <a:gd name="connsiteY4" fmla="*/ 0 h 1075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0297" h="1075447">
                  <a:moveTo>
                    <a:pt x="0" y="0"/>
                  </a:moveTo>
                  <a:lnTo>
                    <a:pt x="3090297" y="0"/>
                  </a:lnTo>
                  <a:lnTo>
                    <a:pt x="3090297" y="1075447"/>
                  </a:lnTo>
                  <a:lnTo>
                    <a:pt x="0" y="1075447"/>
                  </a:lnTo>
                  <a:lnTo>
                    <a:pt x="0" y="0"/>
                  </a:lnTo>
                  <a:close/>
                </a:path>
              </a:pathLst>
            </a:custGeom>
            <a:solidFill>
              <a:srgbClr val="7424AD"/>
            </a:solidFill>
            <a:ln>
              <a:solidFill>
                <a:srgbClr val="7424AD"/>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53636" tIns="50800" rIns="50800" bIns="50800" numCol="1" spcCol="1270" anchor="ctr" anchorCtr="0">
              <a:noAutofit/>
            </a:bodyPr>
            <a:lstStyle/>
            <a:p>
              <a:pPr lvl="0">
                <a:spcAft>
                  <a:spcPts val="0"/>
                </a:spcAft>
              </a:pPr>
              <a:r>
                <a:rPr lang="en-US" sz="2000" dirty="0"/>
                <a:t>IT Optimization and Productivity</a:t>
              </a:r>
            </a:p>
          </p:txBody>
        </p:sp>
        <p:sp>
          <p:nvSpPr>
            <p:cNvPr id="11" name="Oval 10"/>
            <p:cNvSpPr/>
            <p:nvPr/>
          </p:nvSpPr>
          <p:spPr>
            <a:xfrm>
              <a:off x="7974341" y="3068973"/>
              <a:ext cx="1344309" cy="1344309"/>
            </a:xfrm>
            <a:prstGeom prst="ellipse">
              <a:avLst/>
            </a:prstGeom>
            <a:ln>
              <a:solidFill>
                <a:srgbClr val="7424AD"/>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sp>
          <p:nvSpPr>
            <p:cNvPr id="12" name="Freeform 11"/>
            <p:cNvSpPr/>
            <p:nvPr/>
          </p:nvSpPr>
          <p:spPr>
            <a:xfrm>
              <a:off x="8255571" y="4816575"/>
              <a:ext cx="3481222" cy="1075447"/>
            </a:xfrm>
            <a:custGeom>
              <a:avLst/>
              <a:gdLst>
                <a:gd name="connsiteX0" fmla="*/ 0 w 3481222"/>
                <a:gd name="connsiteY0" fmla="*/ 0 h 1075447"/>
                <a:gd name="connsiteX1" fmla="*/ 3481222 w 3481222"/>
                <a:gd name="connsiteY1" fmla="*/ 0 h 1075447"/>
                <a:gd name="connsiteX2" fmla="*/ 3481222 w 3481222"/>
                <a:gd name="connsiteY2" fmla="*/ 1075447 h 1075447"/>
                <a:gd name="connsiteX3" fmla="*/ 0 w 3481222"/>
                <a:gd name="connsiteY3" fmla="*/ 1075447 h 1075447"/>
                <a:gd name="connsiteX4" fmla="*/ 0 w 3481222"/>
                <a:gd name="connsiteY4" fmla="*/ 0 h 107544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81222" h="1075447">
                  <a:moveTo>
                    <a:pt x="0" y="0"/>
                  </a:moveTo>
                  <a:lnTo>
                    <a:pt x="3481222" y="0"/>
                  </a:lnTo>
                  <a:lnTo>
                    <a:pt x="3481222" y="1075447"/>
                  </a:lnTo>
                  <a:lnTo>
                    <a:pt x="0" y="1075447"/>
                  </a:lnTo>
                  <a:lnTo>
                    <a:pt x="0" y="0"/>
                  </a:lnTo>
                  <a:close/>
                </a:path>
              </a:pathLst>
            </a:custGeom>
            <a:solidFill>
              <a:srgbClr val="2FD6C3"/>
            </a:solidFill>
            <a:ln>
              <a:solidFill>
                <a:srgbClr val="2FD6C3"/>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853636" tIns="50800" rIns="50800" bIns="50800" numCol="1" spcCol="1270" anchor="ctr" anchorCtr="0">
              <a:noAutofit/>
            </a:bodyPr>
            <a:lstStyle/>
            <a:p>
              <a:pPr lvl="0"/>
              <a:r>
                <a:rPr lang="en-US" sz="2000" dirty="0"/>
                <a:t>Application portfolio optimization</a:t>
              </a:r>
            </a:p>
          </p:txBody>
        </p:sp>
        <p:sp>
          <p:nvSpPr>
            <p:cNvPr id="13" name="Oval 12"/>
            <p:cNvSpPr/>
            <p:nvPr/>
          </p:nvSpPr>
          <p:spPr>
            <a:xfrm>
              <a:off x="7583416" y="4682144"/>
              <a:ext cx="1344309" cy="1344309"/>
            </a:xfrm>
            <a:prstGeom prst="ellipse">
              <a:avLst/>
            </a:prstGeom>
            <a:ln>
              <a:solidFill>
                <a:srgbClr val="2FD6C3"/>
              </a:solidFill>
            </a:ln>
          </p:spPr>
          <p:style>
            <a:lnRef idx="2">
              <a:schemeClr val="accent1">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sp>
      </p:grpSp>
      <p:grpSp>
        <p:nvGrpSpPr>
          <p:cNvPr id="14" name="Group 13"/>
          <p:cNvGrpSpPr/>
          <p:nvPr/>
        </p:nvGrpSpPr>
        <p:grpSpPr>
          <a:xfrm>
            <a:off x="1311775" y="1993053"/>
            <a:ext cx="6303886" cy="4324481"/>
            <a:chOff x="1906860" y="1659224"/>
            <a:chExt cx="6303886" cy="4324481"/>
          </a:xfrm>
        </p:grpSpPr>
        <p:sp>
          <p:nvSpPr>
            <p:cNvPr id="15" name="Rectangle 14"/>
            <p:cNvSpPr/>
            <p:nvPr/>
          </p:nvSpPr>
          <p:spPr>
            <a:xfrm>
              <a:off x="1906860" y="1821668"/>
              <a:ext cx="2092645" cy="726595"/>
            </a:xfrm>
            <a:prstGeom prst="rect">
              <a:avLst/>
            </a:prstGeom>
            <a:solidFill>
              <a:schemeClr val="bg1"/>
            </a:solidFill>
            <a:ln w="19050">
              <a:solidFill>
                <a:srgbClr val="3896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400"/>
              <a:r>
                <a:rPr lang="en-US" sz="1400" b="1" dirty="0">
                  <a:solidFill>
                    <a:schemeClr val="tx1"/>
                  </a:solidFill>
                </a:rPr>
                <a:t>Chief Compliance Officer (CCO)</a:t>
              </a:r>
            </a:p>
          </p:txBody>
        </p:sp>
        <p:sp>
          <p:nvSpPr>
            <p:cNvPr id="16" name="TextBox 15"/>
            <p:cNvSpPr txBox="1"/>
            <p:nvPr/>
          </p:nvSpPr>
          <p:spPr>
            <a:xfrm>
              <a:off x="4196102" y="1659224"/>
              <a:ext cx="4014644" cy="1051570"/>
            </a:xfrm>
            <a:prstGeom prst="rect">
              <a:avLst/>
            </a:prstGeom>
            <a:noFill/>
          </p:spPr>
          <p:txBody>
            <a:bodyPr wrap="square" rtlCol="0">
              <a:spAutoFit/>
            </a:bodyPr>
            <a:lstStyle/>
            <a:p>
              <a:pPr defTabSz="573603">
                <a:spcAft>
                  <a:spcPts val="533"/>
                </a:spcAft>
                <a:buSzPct val="100000"/>
              </a:pPr>
              <a:r>
                <a:rPr lang="en-US" dirty="0">
                  <a:solidFill>
                    <a:srgbClr val="000000"/>
                  </a:solidFill>
                  <a:cs typeface="HP Simplified" pitchFamily="34" charset="0"/>
                </a:rPr>
                <a:t>Govern data throughout lifecycle</a:t>
              </a:r>
            </a:p>
            <a:p>
              <a:pPr defTabSz="573603">
                <a:spcAft>
                  <a:spcPts val="533"/>
                </a:spcAft>
                <a:buSzPct val="100000"/>
              </a:pPr>
              <a:r>
                <a:rPr lang="en-US" dirty="0">
                  <a:solidFill>
                    <a:srgbClr val="000000"/>
                  </a:solidFill>
                  <a:cs typeface="HP Simplified" pitchFamily="34" charset="0"/>
                </a:rPr>
                <a:t>Improve preservation of data</a:t>
              </a:r>
            </a:p>
            <a:p>
              <a:pPr defTabSz="573603">
                <a:spcAft>
                  <a:spcPts val="533"/>
                </a:spcAft>
                <a:buSzPct val="100000"/>
              </a:pPr>
              <a:r>
                <a:rPr lang="en-US" dirty="0">
                  <a:solidFill>
                    <a:srgbClr val="000000"/>
                  </a:solidFill>
                  <a:cs typeface="HP Simplified" pitchFamily="34" charset="0"/>
                </a:rPr>
                <a:t>Greater insight to information</a:t>
              </a:r>
            </a:p>
          </p:txBody>
        </p:sp>
        <p:sp>
          <p:nvSpPr>
            <p:cNvPr id="17" name="Rectangle 16"/>
            <p:cNvSpPr/>
            <p:nvPr/>
          </p:nvSpPr>
          <p:spPr>
            <a:xfrm>
              <a:off x="1906860" y="4969788"/>
              <a:ext cx="2092645" cy="726595"/>
            </a:xfrm>
            <a:prstGeom prst="rect">
              <a:avLst/>
            </a:prstGeom>
            <a:solidFill>
              <a:schemeClr val="bg1"/>
            </a:solidFill>
            <a:ln w="19050">
              <a:solidFill>
                <a:srgbClr val="2FD6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defTabSz="914400"/>
              <a:r>
                <a:rPr lang="en-US" sz="1400" b="1" dirty="0">
                  <a:solidFill>
                    <a:schemeClr val="tx1"/>
                  </a:solidFill>
                </a:rPr>
                <a:t>VP of Applications</a:t>
              </a:r>
            </a:p>
          </p:txBody>
        </p:sp>
        <p:sp>
          <p:nvSpPr>
            <p:cNvPr id="19" name="TextBox 18"/>
            <p:cNvSpPr txBox="1"/>
            <p:nvPr/>
          </p:nvSpPr>
          <p:spPr>
            <a:xfrm>
              <a:off x="4196102" y="4965285"/>
              <a:ext cx="3559779" cy="1018420"/>
            </a:xfrm>
            <a:prstGeom prst="rect">
              <a:avLst/>
            </a:prstGeom>
            <a:noFill/>
          </p:spPr>
          <p:txBody>
            <a:bodyPr wrap="square" rtlCol="0">
              <a:spAutoFit/>
            </a:bodyPr>
            <a:lstStyle/>
            <a:p>
              <a:pPr defTabSz="573603">
                <a:spcAft>
                  <a:spcPts val="533"/>
                </a:spcAft>
                <a:buSzPct val="100000"/>
              </a:pPr>
              <a:r>
                <a:rPr lang="fr-FR" sz="1867" dirty="0">
                  <a:cs typeface="HP Simplified" pitchFamily="34" charset="0"/>
                </a:rPr>
                <a:t>Application Retirement</a:t>
              </a:r>
            </a:p>
            <a:p>
              <a:pPr defTabSz="573603">
                <a:spcAft>
                  <a:spcPts val="533"/>
                </a:spcAft>
                <a:buSzPct val="100000"/>
              </a:pPr>
              <a:r>
                <a:rPr lang="fr-FR" sz="1867" dirty="0">
                  <a:cs typeface="HP Simplified" pitchFamily="34" charset="0"/>
                </a:rPr>
                <a:t>Maintenance of application performance</a:t>
              </a:r>
            </a:p>
          </p:txBody>
        </p:sp>
        <p:sp>
          <p:nvSpPr>
            <p:cNvPr id="20" name="Rectangle 19"/>
            <p:cNvSpPr/>
            <p:nvPr/>
          </p:nvSpPr>
          <p:spPr>
            <a:xfrm>
              <a:off x="1906860" y="3374996"/>
              <a:ext cx="2092645" cy="726595"/>
            </a:xfrm>
            <a:prstGeom prst="rect">
              <a:avLst/>
            </a:prstGeom>
            <a:solidFill>
              <a:schemeClr val="bg1"/>
            </a:solidFill>
            <a:ln w="19050">
              <a:solidFill>
                <a:srgbClr val="7424AD"/>
              </a:solidFill>
            </a:ln>
            <a:effectLst/>
          </p:spPr>
          <p:style>
            <a:lnRef idx="1">
              <a:schemeClr val="accent1"/>
            </a:lnRef>
            <a:fillRef idx="3">
              <a:schemeClr val="accent1"/>
            </a:fillRef>
            <a:effectRef idx="2">
              <a:schemeClr val="accent1"/>
            </a:effectRef>
            <a:fontRef idx="minor">
              <a:schemeClr val="lt1"/>
            </a:fontRef>
          </p:style>
          <p:txBody>
            <a:bodyPr rtlCol="0" anchor="ctr"/>
            <a:lstStyle/>
            <a:p>
              <a:r>
                <a:rPr lang="en-GB" sz="1400" b="1" dirty="0">
                  <a:solidFill>
                    <a:srgbClr val="2AD2C9">
                      <a:lumMod val="50000"/>
                    </a:srgbClr>
                  </a:solidFill>
                </a:rPr>
                <a:t>Chief Information Officer (CIO)</a:t>
              </a:r>
              <a:endParaRPr lang="en-US" sz="1400" b="1" dirty="0">
                <a:solidFill>
                  <a:srgbClr val="2AD2C9">
                    <a:lumMod val="50000"/>
                  </a:srgbClr>
                </a:solidFill>
              </a:endParaRPr>
            </a:p>
          </p:txBody>
        </p:sp>
        <p:sp>
          <p:nvSpPr>
            <p:cNvPr id="21" name="TextBox 20"/>
            <p:cNvSpPr txBox="1"/>
            <p:nvPr/>
          </p:nvSpPr>
          <p:spPr>
            <a:xfrm>
              <a:off x="4196102" y="3199858"/>
              <a:ext cx="3675279" cy="1082540"/>
            </a:xfrm>
            <a:prstGeom prst="rect">
              <a:avLst/>
            </a:prstGeom>
            <a:noFill/>
          </p:spPr>
          <p:txBody>
            <a:bodyPr wrap="square" rtlCol="0">
              <a:spAutoFit/>
            </a:bodyPr>
            <a:lstStyle/>
            <a:p>
              <a:pPr defTabSz="573603">
                <a:spcAft>
                  <a:spcPts val="533"/>
                </a:spcAft>
                <a:buSzPct val="100000"/>
              </a:pPr>
              <a:r>
                <a:rPr lang="en-US" sz="1867" dirty="0">
                  <a:solidFill>
                    <a:srgbClr val="000000"/>
                  </a:solidFill>
                  <a:cs typeface="HP Simplified" pitchFamily="34" charset="0"/>
                </a:rPr>
                <a:t>Lower IT operation costs</a:t>
              </a:r>
            </a:p>
            <a:p>
              <a:pPr defTabSz="573603">
                <a:spcAft>
                  <a:spcPts val="533"/>
                </a:spcAft>
                <a:buSzPct val="100000"/>
              </a:pPr>
              <a:r>
                <a:rPr lang="en-US" sz="1867" dirty="0">
                  <a:solidFill>
                    <a:srgbClr val="000000"/>
                  </a:solidFill>
                  <a:cs typeface="HP Simplified" pitchFamily="34" charset="0"/>
                </a:rPr>
                <a:t>Efficient access to information</a:t>
              </a:r>
            </a:p>
            <a:p>
              <a:pPr defTabSz="573603">
                <a:spcAft>
                  <a:spcPts val="533"/>
                </a:spcAft>
                <a:buSzPct val="100000"/>
              </a:pPr>
              <a:r>
                <a:rPr lang="en-US" sz="1867" dirty="0">
                  <a:solidFill>
                    <a:srgbClr val="000000"/>
                  </a:solidFill>
                  <a:cs typeface="HP Simplified" pitchFamily="34" charset="0"/>
                </a:rPr>
                <a:t>Control information footprint</a:t>
              </a:r>
            </a:p>
          </p:txBody>
        </p:sp>
      </p:grpSp>
    </p:spTree>
    <p:extLst>
      <p:ext uri="{BB962C8B-B14F-4D97-AF65-F5344CB8AC3E}">
        <p14:creationId xmlns:p14="http://schemas.microsoft.com/office/powerpoint/2010/main" val="881275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Solution Capabilities</a:t>
            </a:r>
          </a:p>
        </p:txBody>
      </p:sp>
    </p:spTree>
    <p:extLst>
      <p:ext uri="{BB962C8B-B14F-4D97-AF65-F5344CB8AC3E}">
        <p14:creationId xmlns:p14="http://schemas.microsoft.com/office/powerpoint/2010/main" val="4036366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09600" y="486706"/>
            <a:ext cx="10822941" cy="574516"/>
          </a:xfrm>
        </p:spPr>
        <p:txBody>
          <a:bodyPr/>
          <a:lstStyle/>
          <a:p>
            <a:r>
              <a:rPr lang="en-US" dirty="0">
                <a:solidFill>
                  <a:schemeClr val="tx1"/>
                </a:solidFill>
                <a:latin typeface="+mn-lt"/>
                <a:cs typeface="+mj-cs"/>
              </a:rPr>
              <a:t>Structured Data Manager: how it works</a:t>
            </a:r>
          </a:p>
        </p:txBody>
      </p:sp>
      <p:sp>
        <p:nvSpPr>
          <p:cNvPr id="12" name="Rectangle 11"/>
          <p:cNvSpPr/>
          <p:nvPr/>
        </p:nvSpPr>
        <p:spPr>
          <a:xfrm>
            <a:off x="4707761" y="1779343"/>
            <a:ext cx="1380866" cy="3533797"/>
          </a:xfrm>
          <a:prstGeom prst="rect">
            <a:avLst/>
          </a:prstGeom>
          <a:solidFill>
            <a:schemeClr val="bg1"/>
          </a:solidFill>
          <a:ln w="38100" cap="flat" cmpd="sng" algn="ctr">
            <a:solidFill>
              <a:schemeClr val="accent6"/>
            </a:solidFill>
            <a:prstDash val="solid"/>
            <a:miter lim="800000"/>
          </a:ln>
          <a:effectLst/>
        </p:spPr>
        <p:txBody>
          <a:bodyPr rtlCol="0" anchor="ctr" anchorCtr="0"/>
          <a:lstStyle/>
          <a:p>
            <a:pPr algn="ctr">
              <a:defRPr/>
            </a:pPr>
            <a:r>
              <a:rPr lang="en-US" kern="0" dirty="0">
                <a:solidFill>
                  <a:schemeClr val="accent6"/>
                </a:solidFill>
              </a:rPr>
              <a:t>SDM</a:t>
            </a:r>
          </a:p>
        </p:txBody>
      </p:sp>
      <p:sp>
        <p:nvSpPr>
          <p:cNvPr id="7" name="Rectangle 6"/>
          <p:cNvSpPr/>
          <p:nvPr/>
        </p:nvSpPr>
        <p:spPr bwMode="ltGray">
          <a:xfrm>
            <a:off x="2362024" y="2236543"/>
            <a:ext cx="1143000" cy="1143000"/>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a:solidFill>
                <a:prstClr val="white"/>
              </a:solidFill>
            </a:endParaRPr>
          </a:p>
        </p:txBody>
      </p:sp>
      <p:sp>
        <p:nvSpPr>
          <p:cNvPr id="8" name="TextBox 7"/>
          <p:cNvSpPr txBox="1"/>
          <p:nvPr/>
        </p:nvSpPr>
        <p:spPr>
          <a:xfrm>
            <a:off x="2476324" y="1775902"/>
            <a:ext cx="914400" cy="914400"/>
          </a:xfrm>
          <a:prstGeom prst="rect">
            <a:avLst/>
          </a:prstGeom>
          <a:noFill/>
        </p:spPr>
        <p:txBody>
          <a:bodyPr wrap="none" lIns="0" tIns="0" rIns="0" bIns="0" rtlCol="0">
            <a:noAutofit/>
          </a:bodyPr>
          <a:lstStyle/>
          <a:p>
            <a:pPr algn="ctr">
              <a:lnSpc>
                <a:spcPct val="90000"/>
              </a:lnSpc>
            </a:pPr>
            <a:r>
              <a:rPr lang="en-US" sz="1600" dirty="0">
                <a:solidFill>
                  <a:prstClr val="black"/>
                </a:solidFill>
              </a:rPr>
              <a:t>Production</a:t>
            </a:r>
            <a:br>
              <a:rPr lang="en-US" sz="1600" dirty="0">
                <a:solidFill>
                  <a:prstClr val="black"/>
                </a:solidFill>
              </a:rPr>
            </a:br>
            <a:r>
              <a:rPr lang="en-US" sz="1600" dirty="0">
                <a:solidFill>
                  <a:prstClr val="black"/>
                </a:solidFill>
              </a:rPr>
              <a:t>Database</a:t>
            </a:r>
          </a:p>
        </p:txBody>
      </p:sp>
      <p:sp>
        <p:nvSpPr>
          <p:cNvPr id="16" name="Rectangle 15"/>
          <p:cNvSpPr/>
          <p:nvPr/>
        </p:nvSpPr>
        <p:spPr bwMode="ltGray">
          <a:xfrm>
            <a:off x="2476324" y="2465143"/>
            <a:ext cx="914400" cy="304800"/>
          </a:xfrm>
          <a:prstGeom prst="rect">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100" dirty="0">
                <a:solidFill>
                  <a:schemeClr val="accent1"/>
                </a:solidFill>
              </a:rPr>
              <a:t>Active Data</a:t>
            </a:r>
          </a:p>
        </p:txBody>
      </p:sp>
      <p:sp>
        <p:nvSpPr>
          <p:cNvPr id="19" name="Rectangle 18"/>
          <p:cNvSpPr/>
          <p:nvPr/>
        </p:nvSpPr>
        <p:spPr bwMode="ltGray">
          <a:xfrm>
            <a:off x="2476324" y="2922343"/>
            <a:ext cx="914400" cy="304800"/>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950" dirty="0">
                <a:solidFill>
                  <a:schemeClr val="bg1"/>
                </a:solidFill>
              </a:rPr>
              <a:t>Inactive Data</a:t>
            </a:r>
          </a:p>
        </p:txBody>
      </p:sp>
      <p:sp>
        <p:nvSpPr>
          <p:cNvPr id="20" name="Rectangle 19"/>
          <p:cNvSpPr/>
          <p:nvPr/>
        </p:nvSpPr>
        <p:spPr bwMode="ltGray">
          <a:xfrm>
            <a:off x="2362024" y="4370143"/>
            <a:ext cx="1143000" cy="839345"/>
          </a:xfrm>
          <a:prstGeom prst="rect">
            <a:avLst/>
          </a:prstGeom>
          <a:noFill/>
          <a:ln w="1905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a:solidFill>
                <a:prstClr val="white"/>
              </a:solidFill>
            </a:endParaRPr>
          </a:p>
        </p:txBody>
      </p:sp>
      <p:sp>
        <p:nvSpPr>
          <p:cNvPr id="21" name="TextBox 20"/>
          <p:cNvSpPr txBox="1"/>
          <p:nvPr/>
        </p:nvSpPr>
        <p:spPr>
          <a:xfrm>
            <a:off x="2476324" y="3912944"/>
            <a:ext cx="914400" cy="914400"/>
          </a:xfrm>
          <a:prstGeom prst="rect">
            <a:avLst/>
          </a:prstGeom>
          <a:noFill/>
        </p:spPr>
        <p:txBody>
          <a:bodyPr wrap="none" lIns="0" tIns="0" rIns="0" bIns="0" rtlCol="0">
            <a:noAutofit/>
          </a:bodyPr>
          <a:lstStyle/>
          <a:p>
            <a:pPr algn="ctr">
              <a:lnSpc>
                <a:spcPct val="90000"/>
              </a:lnSpc>
            </a:pPr>
            <a:r>
              <a:rPr lang="en-US" sz="1600" dirty="0">
                <a:solidFill>
                  <a:prstClr val="black"/>
                </a:solidFill>
              </a:rPr>
              <a:t>Legacy</a:t>
            </a:r>
            <a:br>
              <a:rPr lang="en-US" sz="1600" dirty="0">
                <a:solidFill>
                  <a:prstClr val="black"/>
                </a:solidFill>
              </a:rPr>
            </a:br>
            <a:r>
              <a:rPr lang="en-US" sz="1600" dirty="0">
                <a:solidFill>
                  <a:prstClr val="black"/>
                </a:solidFill>
              </a:rPr>
              <a:t>Database</a:t>
            </a:r>
          </a:p>
        </p:txBody>
      </p:sp>
      <p:sp>
        <p:nvSpPr>
          <p:cNvPr id="23" name="Rectangle 22"/>
          <p:cNvSpPr/>
          <p:nvPr/>
        </p:nvSpPr>
        <p:spPr bwMode="ltGray">
          <a:xfrm>
            <a:off x="2476324" y="4492064"/>
            <a:ext cx="914400" cy="518160"/>
          </a:xfrm>
          <a:prstGeom prst="rect">
            <a:avLst/>
          </a:prstGeom>
          <a:solidFill>
            <a:schemeClr val="accent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950" dirty="0">
                <a:solidFill>
                  <a:prstClr val="white"/>
                </a:solidFill>
              </a:rPr>
              <a:t>Inactive Data</a:t>
            </a:r>
          </a:p>
        </p:txBody>
      </p:sp>
      <p:sp>
        <p:nvSpPr>
          <p:cNvPr id="32" name="Left Arrow 31"/>
          <p:cNvSpPr/>
          <p:nvPr/>
        </p:nvSpPr>
        <p:spPr bwMode="ltGray">
          <a:xfrm>
            <a:off x="3550682" y="2236543"/>
            <a:ext cx="1021873" cy="552309"/>
          </a:xfrm>
          <a:prstGeom prst="leftArrow">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400" dirty="0">
                <a:solidFill>
                  <a:prstClr val="white"/>
                </a:solidFill>
              </a:rPr>
              <a:t>Search</a:t>
            </a:r>
          </a:p>
        </p:txBody>
      </p:sp>
      <p:sp>
        <p:nvSpPr>
          <p:cNvPr id="43" name="Left Arrow 42"/>
          <p:cNvSpPr/>
          <p:nvPr/>
        </p:nvSpPr>
        <p:spPr bwMode="ltGray">
          <a:xfrm flipH="1">
            <a:off x="3568947" y="2877868"/>
            <a:ext cx="1057534" cy="501675"/>
          </a:xfrm>
          <a:prstGeom prst="leftArrow">
            <a:avLst/>
          </a:prstGeom>
          <a:solidFill>
            <a:schemeClr val="accent3"/>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400" dirty="0">
                <a:solidFill>
                  <a:prstClr val="white"/>
                </a:solidFill>
              </a:rPr>
              <a:t>Ingest</a:t>
            </a:r>
          </a:p>
        </p:txBody>
      </p:sp>
      <p:grpSp>
        <p:nvGrpSpPr>
          <p:cNvPr id="10" name="Group 9"/>
          <p:cNvGrpSpPr/>
          <p:nvPr/>
        </p:nvGrpSpPr>
        <p:grpSpPr>
          <a:xfrm>
            <a:off x="6167848" y="1779343"/>
            <a:ext cx="3895630" cy="733947"/>
            <a:chOff x="6167849" y="1934230"/>
            <a:chExt cx="3895630" cy="733947"/>
          </a:xfrm>
        </p:grpSpPr>
        <p:sp>
          <p:nvSpPr>
            <p:cNvPr id="46" name="Left Arrow 45"/>
            <p:cNvSpPr>
              <a:spLocks/>
            </p:cNvSpPr>
            <p:nvPr/>
          </p:nvSpPr>
          <p:spPr bwMode="ltGray">
            <a:xfrm flipH="1">
              <a:off x="6167849" y="2030100"/>
              <a:ext cx="1454162" cy="542206"/>
            </a:xfrm>
            <a:prstGeom prst="leftArrow">
              <a:avLst/>
            </a:prstGeom>
            <a:gradFill>
              <a:gsLst>
                <a:gs pos="50000">
                  <a:schemeClr val="accent4"/>
                </a:gs>
                <a:gs pos="50000">
                  <a:schemeClr val="accent2"/>
                </a:gs>
              </a:gsLst>
              <a:lin ang="5400000" scaled="0"/>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200" dirty="0">
                  <a:solidFill>
                    <a:prstClr val="white"/>
                  </a:solidFill>
                </a:rPr>
                <a:t> Ingest/Search</a:t>
              </a:r>
            </a:p>
          </p:txBody>
        </p:sp>
        <p:grpSp>
          <p:nvGrpSpPr>
            <p:cNvPr id="5" name="Group 4"/>
            <p:cNvGrpSpPr/>
            <p:nvPr/>
          </p:nvGrpSpPr>
          <p:grpSpPr>
            <a:xfrm>
              <a:off x="7732413" y="1934230"/>
              <a:ext cx="2331066" cy="733947"/>
              <a:chOff x="7732413" y="1705630"/>
              <a:chExt cx="2331066" cy="733947"/>
            </a:xfrm>
          </p:grpSpPr>
          <p:sp>
            <p:nvSpPr>
              <p:cNvPr id="35" name="Rectangle 34"/>
              <p:cNvSpPr/>
              <p:nvPr/>
            </p:nvSpPr>
            <p:spPr>
              <a:xfrm>
                <a:off x="9372862" y="1705630"/>
                <a:ext cx="690617" cy="733947"/>
              </a:xfrm>
              <a:prstGeom prst="rect">
                <a:avLst/>
              </a:prstGeom>
              <a:solidFill>
                <a:schemeClr val="bg1"/>
              </a:solidFill>
              <a:ln w="28575" cap="flat" cmpd="sng" algn="ctr">
                <a:solidFill>
                  <a:srgbClr val="2089F1"/>
                </a:solidFill>
                <a:prstDash val="solid"/>
                <a:miter lim="800000"/>
              </a:ln>
              <a:effectLst/>
            </p:spPr>
            <p:txBody>
              <a:bodyPr rtlCol="0" anchor="ctr"/>
              <a:lstStyle/>
              <a:p>
                <a:pPr algn="ctr">
                  <a:defRPr/>
                </a:pPr>
                <a:endParaRPr lang="en-US" kern="0" dirty="0">
                  <a:solidFill>
                    <a:prstClr val="white"/>
                  </a:solidFill>
                </a:endParaRPr>
              </a:p>
            </p:txBody>
          </p:sp>
          <p:sp>
            <p:nvSpPr>
              <p:cNvPr id="49" name="TextBox 48"/>
              <p:cNvSpPr txBox="1"/>
              <p:nvPr/>
            </p:nvSpPr>
            <p:spPr>
              <a:xfrm>
                <a:off x="7732413" y="1705630"/>
                <a:ext cx="1658459" cy="733947"/>
              </a:xfrm>
              <a:prstGeom prst="rect">
                <a:avLst/>
              </a:prstGeom>
              <a:solidFill>
                <a:srgbClr val="2089F1"/>
              </a:solidFill>
              <a:ln w="28575">
                <a:solidFill>
                  <a:srgbClr val="2089F1"/>
                </a:solidFill>
              </a:ln>
            </p:spPr>
            <p:txBody>
              <a:bodyPr wrap="square" lIns="0" tIns="0" rIns="0" bIns="0" rtlCol="0" anchor="ctr">
                <a:noAutofit/>
              </a:bodyPr>
              <a:lstStyle/>
              <a:p>
                <a:pPr algn="ctr">
                  <a:lnSpc>
                    <a:spcPct val="90000"/>
                  </a:lnSpc>
                </a:pPr>
                <a:r>
                  <a:rPr lang="en-US" sz="1400" dirty="0">
                    <a:solidFill>
                      <a:schemeClr val="bg1"/>
                    </a:solidFill>
                  </a:rPr>
                  <a:t>Cloud Storage</a:t>
                </a:r>
              </a:p>
            </p:txBody>
          </p:sp>
          <p:sp>
            <p:nvSpPr>
              <p:cNvPr id="34" name="Freeform 43"/>
              <p:cNvSpPr>
                <a:spLocks noChangeAspect="1" noChangeArrowheads="1"/>
              </p:cNvSpPr>
              <p:nvPr/>
            </p:nvSpPr>
            <p:spPr bwMode="auto">
              <a:xfrm>
                <a:off x="9462544" y="1923949"/>
                <a:ext cx="511253" cy="297308"/>
              </a:xfrm>
              <a:custGeom>
                <a:avLst/>
                <a:gdLst>
                  <a:gd name="T0" fmla="*/ 628 w 810"/>
                  <a:gd name="T1" fmla="*/ 112 h 473"/>
                  <a:gd name="T2" fmla="*/ 628 w 810"/>
                  <a:gd name="T3" fmla="*/ 112 h 473"/>
                  <a:gd name="T4" fmla="*/ 581 w 810"/>
                  <a:gd name="T5" fmla="*/ 119 h 473"/>
                  <a:gd name="T6" fmla="*/ 409 w 810"/>
                  <a:gd name="T7" fmla="*/ 0 h 473"/>
                  <a:gd name="T8" fmla="*/ 228 w 810"/>
                  <a:gd name="T9" fmla="*/ 152 h 473"/>
                  <a:gd name="T10" fmla="*/ 167 w 810"/>
                  <a:gd name="T11" fmla="*/ 140 h 473"/>
                  <a:gd name="T12" fmla="*/ 0 w 810"/>
                  <a:gd name="T13" fmla="*/ 306 h 473"/>
                  <a:gd name="T14" fmla="*/ 145 w 810"/>
                  <a:gd name="T15" fmla="*/ 471 h 473"/>
                  <a:gd name="T16" fmla="*/ 643 w 810"/>
                  <a:gd name="T17" fmla="*/ 472 h 473"/>
                  <a:gd name="T18" fmla="*/ 809 w 810"/>
                  <a:gd name="T19" fmla="*/ 293 h 473"/>
                  <a:gd name="T20" fmla="*/ 628 w 810"/>
                  <a:gd name="T21" fmla="*/ 112 h 473"/>
                  <a:gd name="T22" fmla="*/ 642 w 810"/>
                  <a:gd name="T23" fmla="*/ 449 h 473"/>
                  <a:gd name="T24" fmla="*/ 642 w 810"/>
                  <a:gd name="T25" fmla="*/ 449 h 473"/>
                  <a:gd name="T26" fmla="*/ 146 w 810"/>
                  <a:gd name="T27" fmla="*/ 448 h 473"/>
                  <a:gd name="T28" fmla="*/ 23 w 810"/>
                  <a:gd name="T29" fmla="*/ 306 h 473"/>
                  <a:gd name="T30" fmla="*/ 167 w 810"/>
                  <a:gd name="T31" fmla="*/ 163 h 473"/>
                  <a:gd name="T32" fmla="*/ 232 w 810"/>
                  <a:gd name="T33" fmla="*/ 179 h 473"/>
                  <a:gd name="T34" fmla="*/ 243 w 810"/>
                  <a:gd name="T35" fmla="*/ 179 h 473"/>
                  <a:gd name="T36" fmla="*/ 249 w 810"/>
                  <a:gd name="T37" fmla="*/ 170 h 473"/>
                  <a:gd name="T38" fmla="*/ 409 w 810"/>
                  <a:gd name="T39" fmla="*/ 24 h 473"/>
                  <a:gd name="T40" fmla="*/ 562 w 810"/>
                  <a:gd name="T41" fmla="*/ 138 h 473"/>
                  <a:gd name="T42" fmla="*/ 569 w 810"/>
                  <a:gd name="T43" fmla="*/ 144 h 473"/>
                  <a:gd name="T44" fmla="*/ 577 w 810"/>
                  <a:gd name="T45" fmla="*/ 145 h 473"/>
                  <a:gd name="T46" fmla="*/ 628 w 810"/>
                  <a:gd name="T47" fmla="*/ 136 h 473"/>
                  <a:gd name="T48" fmla="*/ 786 w 810"/>
                  <a:gd name="T49" fmla="*/ 293 h 473"/>
                  <a:gd name="T50" fmla="*/ 642 w 810"/>
                  <a:gd name="T51" fmla="*/ 449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10" h="473">
                    <a:moveTo>
                      <a:pt x="628" y="112"/>
                    </a:moveTo>
                    <a:lnTo>
                      <a:pt x="628" y="112"/>
                    </a:lnTo>
                    <a:cubicBezTo>
                      <a:pt x="612" y="112"/>
                      <a:pt x="597" y="115"/>
                      <a:pt x="581" y="119"/>
                    </a:cubicBezTo>
                    <a:cubicBezTo>
                      <a:pt x="553" y="48"/>
                      <a:pt x="485" y="0"/>
                      <a:pt x="409" y="0"/>
                    </a:cubicBezTo>
                    <a:cubicBezTo>
                      <a:pt x="319" y="0"/>
                      <a:pt x="244" y="65"/>
                      <a:pt x="228" y="152"/>
                    </a:cubicBezTo>
                    <a:cubicBezTo>
                      <a:pt x="207" y="144"/>
                      <a:pt x="188" y="140"/>
                      <a:pt x="167" y="140"/>
                    </a:cubicBezTo>
                    <a:cubicBezTo>
                      <a:pt x="75" y="140"/>
                      <a:pt x="0" y="215"/>
                      <a:pt x="0" y="306"/>
                    </a:cubicBezTo>
                    <a:cubicBezTo>
                      <a:pt x="0" y="389"/>
                      <a:pt x="62" y="459"/>
                      <a:pt x="145" y="471"/>
                    </a:cubicBezTo>
                    <a:cubicBezTo>
                      <a:pt x="643" y="472"/>
                      <a:pt x="643" y="472"/>
                      <a:pt x="643" y="472"/>
                    </a:cubicBezTo>
                    <a:cubicBezTo>
                      <a:pt x="736" y="465"/>
                      <a:pt x="809" y="386"/>
                      <a:pt x="809" y="293"/>
                    </a:cubicBezTo>
                    <a:cubicBezTo>
                      <a:pt x="809" y="193"/>
                      <a:pt x="728" y="112"/>
                      <a:pt x="628" y="112"/>
                    </a:cubicBezTo>
                    <a:close/>
                    <a:moveTo>
                      <a:pt x="642" y="449"/>
                    </a:moveTo>
                    <a:lnTo>
                      <a:pt x="642" y="449"/>
                    </a:lnTo>
                    <a:cubicBezTo>
                      <a:pt x="146" y="448"/>
                      <a:pt x="146" y="448"/>
                      <a:pt x="146" y="448"/>
                    </a:cubicBezTo>
                    <a:cubicBezTo>
                      <a:pt x="76" y="438"/>
                      <a:pt x="23" y="377"/>
                      <a:pt x="23" y="306"/>
                    </a:cubicBezTo>
                    <a:cubicBezTo>
                      <a:pt x="23" y="227"/>
                      <a:pt x="88" y="163"/>
                      <a:pt x="167" y="163"/>
                    </a:cubicBezTo>
                    <a:cubicBezTo>
                      <a:pt x="189" y="163"/>
                      <a:pt x="211" y="169"/>
                      <a:pt x="232" y="179"/>
                    </a:cubicBezTo>
                    <a:cubicBezTo>
                      <a:pt x="236" y="182"/>
                      <a:pt x="240" y="182"/>
                      <a:pt x="243" y="179"/>
                    </a:cubicBezTo>
                    <a:cubicBezTo>
                      <a:pt x="246" y="177"/>
                      <a:pt x="248" y="174"/>
                      <a:pt x="249" y="170"/>
                    </a:cubicBezTo>
                    <a:cubicBezTo>
                      <a:pt x="257" y="87"/>
                      <a:pt x="326" y="24"/>
                      <a:pt x="409" y="24"/>
                    </a:cubicBezTo>
                    <a:cubicBezTo>
                      <a:pt x="479" y="24"/>
                      <a:pt x="541" y="69"/>
                      <a:pt x="562" y="138"/>
                    </a:cubicBezTo>
                    <a:cubicBezTo>
                      <a:pt x="563" y="140"/>
                      <a:pt x="566" y="143"/>
                      <a:pt x="569" y="144"/>
                    </a:cubicBezTo>
                    <a:cubicBezTo>
                      <a:pt x="571" y="146"/>
                      <a:pt x="575" y="146"/>
                      <a:pt x="577" y="145"/>
                    </a:cubicBezTo>
                    <a:cubicBezTo>
                      <a:pt x="595" y="139"/>
                      <a:pt x="611" y="136"/>
                      <a:pt x="628" y="136"/>
                    </a:cubicBezTo>
                    <a:cubicBezTo>
                      <a:pt x="716" y="136"/>
                      <a:pt x="786" y="207"/>
                      <a:pt x="786" y="293"/>
                    </a:cubicBezTo>
                    <a:cubicBezTo>
                      <a:pt x="786" y="374"/>
                      <a:pt x="722" y="442"/>
                      <a:pt x="642" y="449"/>
                    </a:cubicBezTo>
                    <a:close/>
                  </a:path>
                </a:pathLst>
              </a:custGeom>
              <a:solidFill>
                <a:srgbClr val="0078EF"/>
              </a:solidFill>
              <a:ln>
                <a:noFill/>
              </a:ln>
              <a:effec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grpSp>
        <p:nvGrpSpPr>
          <p:cNvPr id="11" name="Group 10"/>
          <p:cNvGrpSpPr/>
          <p:nvPr/>
        </p:nvGrpSpPr>
        <p:grpSpPr>
          <a:xfrm>
            <a:off x="6167847" y="3179267"/>
            <a:ext cx="3895631" cy="733947"/>
            <a:chOff x="6167848" y="3196119"/>
            <a:chExt cx="3895631" cy="733947"/>
          </a:xfrm>
        </p:grpSpPr>
        <p:sp>
          <p:nvSpPr>
            <p:cNvPr id="47" name="Left Arrow 46"/>
            <p:cNvSpPr>
              <a:spLocks/>
            </p:cNvSpPr>
            <p:nvPr/>
          </p:nvSpPr>
          <p:spPr bwMode="ltGray">
            <a:xfrm flipH="1">
              <a:off x="6167848" y="3291989"/>
              <a:ext cx="1454162" cy="542206"/>
            </a:xfrm>
            <a:prstGeom prst="leftArrow">
              <a:avLst/>
            </a:prstGeom>
            <a:gradFill>
              <a:gsLst>
                <a:gs pos="50000">
                  <a:schemeClr val="accent4"/>
                </a:gs>
                <a:gs pos="50000">
                  <a:schemeClr val="accent2"/>
                </a:gs>
              </a:gsLst>
              <a:lin ang="5400000" scaled="0"/>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200" dirty="0">
                  <a:solidFill>
                    <a:prstClr val="white"/>
                  </a:solidFill>
                </a:rPr>
                <a:t> Ingest/Search</a:t>
              </a:r>
            </a:p>
          </p:txBody>
        </p:sp>
        <p:grpSp>
          <p:nvGrpSpPr>
            <p:cNvPr id="6" name="Group 5"/>
            <p:cNvGrpSpPr/>
            <p:nvPr/>
          </p:nvGrpSpPr>
          <p:grpSpPr>
            <a:xfrm>
              <a:off x="7732413" y="3196119"/>
              <a:ext cx="2331066" cy="733947"/>
              <a:chOff x="7732413" y="3178997"/>
              <a:chExt cx="2331066" cy="733947"/>
            </a:xfrm>
          </p:grpSpPr>
          <p:sp>
            <p:nvSpPr>
              <p:cNvPr id="50" name="Rectangle 49"/>
              <p:cNvSpPr/>
              <p:nvPr/>
            </p:nvSpPr>
            <p:spPr>
              <a:xfrm>
                <a:off x="9372862" y="3178997"/>
                <a:ext cx="690617" cy="733947"/>
              </a:xfrm>
              <a:prstGeom prst="rect">
                <a:avLst/>
              </a:prstGeom>
              <a:solidFill>
                <a:schemeClr val="bg1"/>
              </a:solidFill>
              <a:ln w="28575" cap="flat" cmpd="sng" algn="ctr">
                <a:solidFill>
                  <a:srgbClr val="2089F1"/>
                </a:solidFill>
                <a:prstDash val="solid"/>
                <a:miter lim="800000"/>
              </a:ln>
              <a:effectLst/>
            </p:spPr>
            <p:txBody>
              <a:bodyPr rtlCol="0" anchor="ctr"/>
              <a:lstStyle/>
              <a:p>
                <a:pPr algn="ctr">
                  <a:defRPr/>
                </a:pPr>
                <a:endParaRPr lang="en-US" kern="0" dirty="0">
                  <a:solidFill>
                    <a:prstClr val="white"/>
                  </a:solidFill>
                </a:endParaRPr>
              </a:p>
            </p:txBody>
          </p:sp>
          <p:sp>
            <p:nvSpPr>
              <p:cNvPr id="51" name="TextBox 50"/>
              <p:cNvSpPr txBox="1"/>
              <p:nvPr/>
            </p:nvSpPr>
            <p:spPr>
              <a:xfrm>
                <a:off x="7732413" y="3178997"/>
                <a:ext cx="1658459" cy="733947"/>
              </a:xfrm>
              <a:prstGeom prst="rect">
                <a:avLst/>
              </a:prstGeom>
              <a:solidFill>
                <a:srgbClr val="2089F1"/>
              </a:solidFill>
              <a:ln w="28575">
                <a:solidFill>
                  <a:srgbClr val="2089F1"/>
                </a:solidFill>
              </a:ln>
            </p:spPr>
            <p:txBody>
              <a:bodyPr wrap="square" lIns="0" tIns="0" rIns="0" bIns="0" rtlCol="0" anchor="ctr">
                <a:noAutofit/>
              </a:bodyPr>
              <a:lstStyle/>
              <a:p>
                <a:pPr algn="ctr">
                  <a:lnSpc>
                    <a:spcPct val="90000"/>
                  </a:lnSpc>
                </a:pPr>
                <a:r>
                  <a:rPr lang="en-US" sz="1400" dirty="0">
                    <a:solidFill>
                      <a:schemeClr val="bg1"/>
                    </a:solidFill>
                  </a:rPr>
                  <a:t>Archive Repository or Content Manager</a:t>
                </a:r>
              </a:p>
            </p:txBody>
          </p:sp>
          <p:sp>
            <p:nvSpPr>
              <p:cNvPr id="53" name="Freeform 63"/>
              <p:cNvSpPr>
                <a:spLocks noChangeAspect="1" noChangeArrowheads="1"/>
              </p:cNvSpPr>
              <p:nvPr/>
            </p:nvSpPr>
            <p:spPr bwMode="auto">
              <a:xfrm>
                <a:off x="9471934" y="3234895"/>
                <a:ext cx="317834" cy="361745"/>
              </a:xfrm>
              <a:custGeom>
                <a:avLst/>
                <a:gdLst>
                  <a:gd name="T0" fmla="*/ 7 w 672"/>
                  <a:gd name="T1" fmla="*/ 603 h 764"/>
                  <a:gd name="T2" fmla="*/ 7 w 672"/>
                  <a:gd name="T3" fmla="*/ 603 h 764"/>
                  <a:gd name="T4" fmla="*/ 337 w 672"/>
                  <a:gd name="T5" fmla="*/ 761 h 764"/>
                  <a:gd name="T6" fmla="*/ 342 w 672"/>
                  <a:gd name="T7" fmla="*/ 763 h 764"/>
                  <a:gd name="T8" fmla="*/ 347 w 672"/>
                  <a:gd name="T9" fmla="*/ 761 h 764"/>
                  <a:gd name="T10" fmla="*/ 664 w 672"/>
                  <a:gd name="T11" fmla="*/ 598 h 764"/>
                  <a:gd name="T12" fmla="*/ 670 w 672"/>
                  <a:gd name="T13" fmla="*/ 587 h 764"/>
                  <a:gd name="T14" fmla="*/ 671 w 672"/>
                  <a:gd name="T15" fmla="*/ 232 h 764"/>
                  <a:gd name="T16" fmla="*/ 664 w 672"/>
                  <a:gd name="T17" fmla="*/ 221 h 764"/>
                  <a:gd name="T18" fmla="*/ 351 w 672"/>
                  <a:gd name="T19" fmla="*/ 79 h 764"/>
                  <a:gd name="T20" fmla="*/ 351 w 672"/>
                  <a:gd name="T21" fmla="*/ 12 h 764"/>
                  <a:gd name="T22" fmla="*/ 340 w 672"/>
                  <a:gd name="T23" fmla="*/ 0 h 764"/>
                  <a:gd name="T24" fmla="*/ 328 w 672"/>
                  <a:gd name="T25" fmla="*/ 12 h 764"/>
                  <a:gd name="T26" fmla="*/ 328 w 672"/>
                  <a:gd name="T27" fmla="*/ 79 h 764"/>
                  <a:gd name="T28" fmla="*/ 9 w 672"/>
                  <a:gd name="T29" fmla="*/ 223 h 764"/>
                  <a:gd name="T30" fmla="*/ 1 w 672"/>
                  <a:gd name="T31" fmla="*/ 233 h 764"/>
                  <a:gd name="T32" fmla="*/ 0 w 672"/>
                  <a:gd name="T33" fmla="*/ 593 h 764"/>
                  <a:gd name="T34" fmla="*/ 7 w 672"/>
                  <a:gd name="T35" fmla="*/ 603 h 764"/>
                  <a:gd name="T36" fmla="*/ 644 w 672"/>
                  <a:gd name="T37" fmla="*/ 238 h 764"/>
                  <a:gd name="T38" fmla="*/ 644 w 672"/>
                  <a:gd name="T39" fmla="*/ 238 h 764"/>
                  <a:gd name="T40" fmla="*/ 648 w 672"/>
                  <a:gd name="T41" fmla="*/ 240 h 764"/>
                  <a:gd name="T42" fmla="*/ 647 w 672"/>
                  <a:gd name="T43" fmla="*/ 580 h 764"/>
                  <a:gd name="T44" fmla="*/ 354 w 672"/>
                  <a:gd name="T45" fmla="*/ 732 h 764"/>
                  <a:gd name="T46" fmla="*/ 354 w 672"/>
                  <a:gd name="T47" fmla="*/ 375 h 764"/>
                  <a:gd name="T48" fmla="*/ 643 w 672"/>
                  <a:gd name="T49" fmla="*/ 238 h 764"/>
                  <a:gd name="T50" fmla="*/ 644 w 672"/>
                  <a:gd name="T51" fmla="*/ 238 h 764"/>
                  <a:gd name="T52" fmla="*/ 328 w 672"/>
                  <a:gd name="T53" fmla="*/ 105 h 764"/>
                  <a:gd name="T54" fmla="*/ 328 w 672"/>
                  <a:gd name="T55" fmla="*/ 105 h 764"/>
                  <a:gd name="T56" fmla="*/ 328 w 672"/>
                  <a:gd name="T57" fmla="*/ 253 h 764"/>
                  <a:gd name="T58" fmla="*/ 251 w 672"/>
                  <a:gd name="T59" fmla="*/ 177 h 764"/>
                  <a:gd name="T60" fmla="*/ 236 w 672"/>
                  <a:gd name="T61" fmla="*/ 177 h 764"/>
                  <a:gd name="T62" fmla="*/ 236 w 672"/>
                  <a:gd name="T63" fmla="*/ 194 h 764"/>
                  <a:gd name="T64" fmla="*/ 331 w 672"/>
                  <a:gd name="T65" fmla="*/ 290 h 764"/>
                  <a:gd name="T66" fmla="*/ 340 w 672"/>
                  <a:gd name="T67" fmla="*/ 293 h 764"/>
                  <a:gd name="T68" fmla="*/ 348 w 672"/>
                  <a:gd name="T69" fmla="*/ 290 h 764"/>
                  <a:gd name="T70" fmla="*/ 444 w 672"/>
                  <a:gd name="T71" fmla="*/ 194 h 764"/>
                  <a:gd name="T72" fmla="*/ 444 w 672"/>
                  <a:gd name="T73" fmla="*/ 177 h 764"/>
                  <a:gd name="T74" fmla="*/ 428 w 672"/>
                  <a:gd name="T75" fmla="*/ 177 h 764"/>
                  <a:gd name="T76" fmla="*/ 351 w 672"/>
                  <a:gd name="T77" fmla="*/ 253 h 764"/>
                  <a:gd name="T78" fmla="*/ 351 w 672"/>
                  <a:gd name="T79" fmla="*/ 105 h 764"/>
                  <a:gd name="T80" fmla="*/ 617 w 672"/>
                  <a:gd name="T81" fmla="*/ 225 h 764"/>
                  <a:gd name="T82" fmla="*/ 339 w 672"/>
                  <a:gd name="T83" fmla="*/ 356 h 764"/>
                  <a:gd name="T84" fmla="*/ 56 w 672"/>
                  <a:gd name="T85" fmla="*/ 227 h 764"/>
                  <a:gd name="T86" fmla="*/ 328 w 672"/>
                  <a:gd name="T87" fmla="*/ 105 h 764"/>
                  <a:gd name="T88" fmla="*/ 24 w 672"/>
                  <a:gd name="T89" fmla="*/ 242 h 764"/>
                  <a:gd name="T90" fmla="*/ 24 w 672"/>
                  <a:gd name="T91" fmla="*/ 242 h 764"/>
                  <a:gd name="T92" fmla="*/ 29 w 672"/>
                  <a:gd name="T93" fmla="*/ 240 h 764"/>
                  <a:gd name="T94" fmla="*/ 30 w 672"/>
                  <a:gd name="T95" fmla="*/ 241 h 764"/>
                  <a:gd name="T96" fmla="*/ 331 w 672"/>
                  <a:gd name="T97" fmla="*/ 379 h 764"/>
                  <a:gd name="T98" fmla="*/ 331 w 672"/>
                  <a:gd name="T99" fmla="*/ 733 h 764"/>
                  <a:gd name="T100" fmla="*/ 23 w 672"/>
                  <a:gd name="T101" fmla="*/ 585 h 764"/>
                  <a:gd name="T102" fmla="*/ 24 w 672"/>
                  <a:gd name="T103" fmla="*/ 242 h 7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672" h="764">
                    <a:moveTo>
                      <a:pt x="7" y="603"/>
                    </a:moveTo>
                    <a:lnTo>
                      <a:pt x="7" y="603"/>
                    </a:lnTo>
                    <a:cubicBezTo>
                      <a:pt x="337" y="761"/>
                      <a:pt x="337" y="761"/>
                      <a:pt x="337" y="761"/>
                    </a:cubicBezTo>
                    <a:cubicBezTo>
                      <a:pt x="339" y="762"/>
                      <a:pt x="340" y="763"/>
                      <a:pt x="342" y="763"/>
                    </a:cubicBezTo>
                    <a:cubicBezTo>
                      <a:pt x="344" y="763"/>
                      <a:pt x="345" y="762"/>
                      <a:pt x="347" y="761"/>
                    </a:cubicBezTo>
                    <a:cubicBezTo>
                      <a:pt x="664" y="598"/>
                      <a:pt x="664" y="598"/>
                      <a:pt x="664" y="598"/>
                    </a:cubicBezTo>
                    <a:cubicBezTo>
                      <a:pt x="668" y="596"/>
                      <a:pt x="670" y="592"/>
                      <a:pt x="670" y="587"/>
                    </a:cubicBezTo>
                    <a:cubicBezTo>
                      <a:pt x="671" y="232"/>
                      <a:pt x="671" y="232"/>
                      <a:pt x="671" y="232"/>
                    </a:cubicBezTo>
                    <a:cubicBezTo>
                      <a:pt x="671" y="227"/>
                      <a:pt x="668" y="223"/>
                      <a:pt x="664" y="221"/>
                    </a:cubicBezTo>
                    <a:cubicBezTo>
                      <a:pt x="351" y="79"/>
                      <a:pt x="351" y="79"/>
                      <a:pt x="351" y="79"/>
                    </a:cubicBezTo>
                    <a:cubicBezTo>
                      <a:pt x="351" y="12"/>
                      <a:pt x="351" y="12"/>
                      <a:pt x="351" y="12"/>
                    </a:cubicBezTo>
                    <a:cubicBezTo>
                      <a:pt x="351" y="5"/>
                      <a:pt x="346" y="0"/>
                      <a:pt x="340" y="0"/>
                    </a:cubicBezTo>
                    <a:cubicBezTo>
                      <a:pt x="334" y="0"/>
                      <a:pt x="328" y="5"/>
                      <a:pt x="328" y="12"/>
                    </a:cubicBezTo>
                    <a:cubicBezTo>
                      <a:pt x="328" y="79"/>
                      <a:pt x="328" y="79"/>
                      <a:pt x="328" y="79"/>
                    </a:cubicBezTo>
                    <a:cubicBezTo>
                      <a:pt x="9" y="223"/>
                      <a:pt x="9" y="223"/>
                      <a:pt x="9" y="223"/>
                    </a:cubicBezTo>
                    <a:cubicBezTo>
                      <a:pt x="5" y="225"/>
                      <a:pt x="1" y="229"/>
                      <a:pt x="1" y="233"/>
                    </a:cubicBezTo>
                    <a:cubicBezTo>
                      <a:pt x="0" y="593"/>
                      <a:pt x="0" y="593"/>
                      <a:pt x="0" y="593"/>
                    </a:cubicBezTo>
                    <a:cubicBezTo>
                      <a:pt x="0" y="597"/>
                      <a:pt x="2" y="601"/>
                      <a:pt x="7" y="603"/>
                    </a:cubicBezTo>
                    <a:close/>
                    <a:moveTo>
                      <a:pt x="644" y="238"/>
                    </a:moveTo>
                    <a:lnTo>
                      <a:pt x="644" y="238"/>
                    </a:lnTo>
                    <a:cubicBezTo>
                      <a:pt x="648" y="240"/>
                      <a:pt x="648" y="240"/>
                      <a:pt x="648" y="240"/>
                    </a:cubicBezTo>
                    <a:cubicBezTo>
                      <a:pt x="647" y="580"/>
                      <a:pt x="647" y="580"/>
                      <a:pt x="647" y="580"/>
                    </a:cubicBezTo>
                    <a:cubicBezTo>
                      <a:pt x="354" y="732"/>
                      <a:pt x="354" y="732"/>
                      <a:pt x="354" y="732"/>
                    </a:cubicBezTo>
                    <a:cubicBezTo>
                      <a:pt x="354" y="375"/>
                      <a:pt x="354" y="375"/>
                      <a:pt x="354" y="375"/>
                    </a:cubicBezTo>
                    <a:cubicBezTo>
                      <a:pt x="643" y="238"/>
                      <a:pt x="643" y="238"/>
                      <a:pt x="643" y="238"/>
                    </a:cubicBezTo>
                    <a:cubicBezTo>
                      <a:pt x="643" y="238"/>
                      <a:pt x="643" y="238"/>
                      <a:pt x="644" y="238"/>
                    </a:cubicBezTo>
                    <a:close/>
                    <a:moveTo>
                      <a:pt x="328" y="105"/>
                    </a:moveTo>
                    <a:lnTo>
                      <a:pt x="328" y="105"/>
                    </a:lnTo>
                    <a:cubicBezTo>
                      <a:pt x="328" y="253"/>
                      <a:pt x="328" y="253"/>
                      <a:pt x="328" y="253"/>
                    </a:cubicBezTo>
                    <a:cubicBezTo>
                      <a:pt x="251" y="177"/>
                      <a:pt x="251" y="177"/>
                      <a:pt x="251" y="177"/>
                    </a:cubicBezTo>
                    <a:cubicBezTo>
                      <a:pt x="247" y="173"/>
                      <a:pt x="240" y="173"/>
                      <a:pt x="236" y="177"/>
                    </a:cubicBezTo>
                    <a:cubicBezTo>
                      <a:pt x="230" y="181"/>
                      <a:pt x="230" y="189"/>
                      <a:pt x="236" y="194"/>
                    </a:cubicBezTo>
                    <a:cubicBezTo>
                      <a:pt x="331" y="290"/>
                      <a:pt x="331" y="290"/>
                      <a:pt x="331" y="290"/>
                    </a:cubicBezTo>
                    <a:cubicBezTo>
                      <a:pt x="334" y="292"/>
                      <a:pt x="337" y="293"/>
                      <a:pt x="340" y="293"/>
                    </a:cubicBezTo>
                    <a:cubicBezTo>
                      <a:pt x="343" y="293"/>
                      <a:pt x="346" y="292"/>
                      <a:pt x="348" y="290"/>
                    </a:cubicBezTo>
                    <a:cubicBezTo>
                      <a:pt x="444" y="194"/>
                      <a:pt x="444" y="194"/>
                      <a:pt x="444" y="194"/>
                    </a:cubicBezTo>
                    <a:cubicBezTo>
                      <a:pt x="449" y="189"/>
                      <a:pt x="449" y="181"/>
                      <a:pt x="444" y="177"/>
                    </a:cubicBezTo>
                    <a:cubicBezTo>
                      <a:pt x="440" y="173"/>
                      <a:pt x="432" y="173"/>
                      <a:pt x="428" y="177"/>
                    </a:cubicBezTo>
                    <a:cubicBezTo>
                      <a:pt x="351" y="253"/>
                      <a:pt x="351" y="253"/>
                      <a:pt x="351" y="253"/>
                    </a:cubicBezTo>
                    <a:cubicBezTo>
                      <a:pt x="351" y="105"/>
                      <a:pt x="351" y="105"/>
                      <a:pt x="351" y="105"/>
                    </a:cubicBezTo>
                    <a:cubicBezTo>
                      <a:pt x="617" y="225"/>
                      <a:pt x="617" y="225"/>
                      <a:pt x="617" y="225"/>
                    </a:cubicBezTo>
                    <a:cubicBezTo>
                      <a:pt x="339" y="356"/>
                      <a:pt x="339" y="356"/>
                      <a:pt x="339" y="356"/>
                    </a:cubicBezTo>
                    <a:cubicBezTo>
                      <a:pt x="56" y="227"/>
                      <a:pt x="56" y="227"/>
                      <a:pt x="56" y="227"/>
                    </a:cubicBezTo>
                    <a:lnTo>
                      <a:pt x="328" y="105"/>
                    </a:lnTo>
                    <a:close/>
                    <a:moveTo>
                      <a:pt x="24" y="242"/>
                    </a:moveTo>
                    <a:lnTo>
                      <a:pt x="24" y="242"/>
                    </a:lnTo>
                    <a:cubicBezTo>
                      <a:pt x="29" y="240"/>
                      <a:pt x="29" y="240"/>
                      <a:pt x="29" y="240"/>
                    </a:cubicBezTo>
                    <a:cubicBezTo>
                      <a:pt x="29" y="240"/>
                      <a:pt x="29" y="241"/>
                      <a:pt x="30" y="241"/>
                    </a:cubicBezTo>
                    <a:cubicBezTo>
                      <a:pt x="331" y="379"/>
                      <a:pt x="331" y="379"/>
                      <a:pt x="331" y="379"/>
                    </a:cubicBezTo>
                    <a:cubicBezTo>
                      <a:pt x="331" y="733"/>
                      <a:pt x="331" y="733"/>
                      <a:pt x="331" y="733"/>
                    </a:cubicBezTo>
                    <a:cubicBezTo>
                      <a:pt x="23" y="585"/>
                      <a:pt x="23" y="585"/>
                      <a:pt x="23" y="585"/>
                    </a:cubicBezTo>
                    <a:lnTo>
                      <a:pt x="24" y="242"/>
                    </a:lnTo>
                    <a:close/>
                  </a:path>
                </a:pathLst>
              </a:custGeom>
              <a:solidFill>
                <a:srgbClr val="0078EF"/>
              </a:solidFill>
              <a:ln>
                <a:noFill/>
              </a:ln>
              <a:effec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nvGrpSpPr>
              <p:cNvPr id="54" name="Group 53"/>
              <p:cNvGrpSpPr>
                <a:grpSpLocks noChangeAspect="1"/>
              </p:cNvGrpSpPr>
              <p:nvPr/>
            </p:nvGrpSpPr>
            <p:grpSpPr>
              <a:xfrm>
                <a:off x="9580959" y="3617080"/>
                <a:ext cx="417617" cy="262944"/>
                <a:chOff x="5712687" y="7728271"/>
                <a:chExt cx="329103" cy="207213"/>
              </a:xfrm>
              <a:solidFill>
                <a:srgbClr val="0078EF"/>
              </a:solidFill>
            </p:grpSpPr>
            <p:sp>
              <p:nvSpPr>
                <p:cNvPr id="55" name="Freeform 241"/>
                <p:cNvSpPr>
                  <a:spLocks noChangeArrowheads="1"/>
                </p:cNvSpPr>
                <p:nvPr/>
              </p:nvSpPr>
              <p:spPr bwMode="auto">
                <a:xfrm>
                  <a:off x="5712687" y="7728271"/>
                  <a:ext cx="329103" cy="207213"/>
                </a:xfrm>
                <a:custGeom>
                  <a:avLst/>
                  <a:gdLst>
                    <a:gd name="T0" fmla="*/ 703 w 715"/>
                    <a:gd name="T1" fmla="*/ 378 h 451"/>
                    <a:gd name="T2" fmla="*/ 681 w 715"/>
                    <a:gd name="T3" fmla="*/ 136 h 451"/>
                    <a:gd name="T4" fmla="*/ 499 w 715"/>
                    <a:gd name="T5" fmla="*/ 98 h 451"/>
                    <a:gd name="T6" fmla="*/ 455 w 715"/>
                    <a:gd name="T7" fmla="*/ 0 h 451"/>
                    <a:gd name="T8" fmla="*/ 0 w 715"/>
                    <a:gd name="T9" fmla="*/ 49 h 451"/>
                    <a:gd name="T10" fmla="*/ 35 w 715"/>
                    <a:gd name="T11" fmla="*/ 367 h 451"/>
                    <a:gd name="T12" fmla="*/ 171 w 715"/>
                    <a:gd name="T13" fmla="*/ 428 h 451"/>
                    <a:gd name="T14" fmla="*/ 140 w 715"/>
                    <a:gd name="T15" fmla="*/ 439 h 451"/>
                    <a:gd name="T16" fmla="*/ 261 w 715"/>
                    <a:gd name="T17" fmla="*/ 450 h 451"/>
                    <a:gd name="T18" fmla="*/ 684 w 715"/>
                    <a:gd name="T19" fmla="*/ 450 h 451"/>
                    <a:gd name="T20" fmla="*/ 714 w 715"/>
                    <a:gd name="T21" fmla="*/ 389 h 451"/>
                    <a:gd name="T22" fmla="*/ 632 w 715"/>
                    <a:gd name="T23" fmla="*/ 119 h 451"/>
                    <a:gd name="T24" fmla="*/ 660 w 715"/>
                    <a:gd name="T25" fmla="*/ 136 h 451"/>
                    <a:gd name="T26" fmla="*/ 286 w 715"/>
                    <a:gd name="T27" fmla="*/ 378 h 451"/>
                    <a:gd name="T28" fmla="*/ 302 w 715"/>
                    <a:gd name="T29" fmla="*/ 119 h 451"/>
                    <a:gd name="T30" fmla="*/ 22 w 715"/>
                    <a:gd name="T31" fmla="*/ 49 h 451"/>
                    <a:gd name="T32" fmla="*/ 35 w 715"/>
                    <a:gd name="T33" fmla="*/ 21 h 451"/>
                    <a:gd name="T34" fmla="*/ 478 w 715"/>
                    <a:gd name="T35" fmla="*/ 49 h 451"/>
                    <a:gd name="T36" fmla="*/ 302 w 715"/>
                    <a:gd name="T37" fmla="*/ 98 h 451"/>
                    <a:gd name="T38" fmla="*/ 264 w 715"/>
                    <a:gd name="T39" fmla="*/ 280 h 451"/>
                    <a:gd name="T40" fmla="*/ 22 w 715"/>
                    <a:gd name="T41" fmla="*/ 49 h 451"/>
                    <a:gd name="T42" fmla="*/ 35 w 715"/>
                    <a:gd name="T43" fmla="*/ 346 h 451"/>
                    <a:gd name="T44" fmla="*/ 22 w 715"/>
                    <a:gd name="T45" fmla="*/ 301 h 451"/>
                    <a:gd name="T46" fmla="*/ 264 w 715"/>
                    <a:gd name="T47" fmla="*/ 346 h 451"/>
                    <a:gd name="T48" fmla="*/ 35 w 715"/>
                    <a:gd name="T49" fmla="*/ 346 h 451"/>
                    <a:gd name="T50" fmla="*/ 234 w 715"/>
                    <a:gd name="T51" fmla="*/ 428 h 451"/>
                    <a:gd name="T52" fmla="*/ 209 w 715"/>
                    <a:gd name="T53" fmla="*/ 367 h 451"/>
                    <a:gd name="T54" fmla="*/ 264 w 715"/>
                    <a:gd name="T55" fmla="*/ 378 h 451"/>
                    <a:gd name="T56" fmla="*/ 231 w 715"/>
                    <a:gd name="T57" fmla="*/ 389 h 451"/>
                    <a:gd name="T58" fmla="*/ 234 w 715"/>
                    <a:gd name="T59" fmla="*/ 428 h 451"/>
                    <a:gd name="T60" fmla="*/ 693 w 715"/>
                    <a:gd name="T61" fmla="*/ 403 h 451"/>
                    <a:gd name="T62" fmla="*/ 332 w 715"/>
                    <a:gd name="T63" fmla="*/ 428 h 451"/>
                    <a:gd name="T64" fmla="*/ 253 w 715"/>
                    <a:gd name="T65" fmla="*/ 403 h 451"/>
                    <a:gd name="T66" fmla="*/ 274 w 715"/>
                    <a:gd name="T67" fmla="*/ 399 h 451"/>
                    <a:gd name="T68" fmla="*/ 693 w 715"/>
                    <a:gd name="T69" fmla="*/ 399 h 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15" h="451">
                      <a:moveTo>
                        <a:pt x="703" y="378"/>
                      </a:moveTo>
                      <a:lnTo>
                        <a:pt x="703" y="378"/>
                      </a:lnTo>
                      <a:cubicBezTo>
                        <a:pt x="681" y="378"/>
                        <a:pt x="681" y="378"/>
                        <a:pt x="681" y="378"/>
                      </a:cubicBezTo>
                      <a:cubicBezTo>
                        <a:pt x="681" y="136"/>
                        <a:pt x="681" y="136"/>
                        <a:pt x="681" y="136"/>
                      </a:cubicBezTo>
                      <a:cubicBezTo>
                        <a:pt x="681" y="113"/>
                        <a:pt x="655" y="98"/>
                        <a:pt x="632" y="98"/>
                      </a:cubicBezTo>
                      <a:cubicBezTo>
                        <a:pt x="499" y="98"/>
                        <a:pt x="499" y="98"/>
                        <a:pt x="499" y="98"/>
                      </a:cubicBezTo>
                      <a:cubicBezTo>
                        <a:pt x="499" y="49"/>
                        <a:pt x="499" y="49"/>
                        <a:pt x="499" y="49"/>
                      </a:cubicBezTo>
                      <a:cubicBezTo>
                        <a:pt x="499" y="25"/>
                        <a:pt x="485" y="0"/>
                        <a:pt x="455" y="0"/>
                      </a:cubicBezTo>
                      <a:cubicBezTo>
                        <a:pt x="35" y="0"/>
                        <a:pt x="35" y="0"/>
                        <a:pt x="35" y="0"/>
                      </a:cubicBezTo>
                      <a:cubicBezTo>
                        <a:pt x="12" y="0"/>
                        <a:pt x="0" y="28"/>
                        <a:pt x="0" y="49"/>
                      </a:cubicBezTo>
                      <a:cubicBezTo>
                        <a:pt x="0" y="325"/>
                        <a:pt x="0" y="325"/>
                        <a:pt x="0" y="325"/>
                      </a:cubicBezTo>
                      <a:cubicBezTo>
                        <a:pt x="0" y="346"/>
                        <a:pt x="13" y="367"/>
                        <a:pt x="35" y="367"/>
                      </a:cubicBezTo>
                      <a:cubicBezTo>
                        <a:pt x="187" y="367"/>
                        <a:pt x="187" y="367"/>
                        <a:pt x="187" y="367"/>
                      </a:cubicBezTo>
                      <a:cubicBezTo>
                        <a:pt x="171" y="428"/>
                        <a:pt x="171" y="428"/>
                        <a:pt x="171" y="428"/>
                      </a:cubicBezTo>
                      <a:cubicBezTo>
                        <a:pt x="150" y="428"/>
                        <a:pt x="150" y="428"/>
                        <a:pt x="150" y="428"/>
                      </a:cubicBezTo>
                      <a:cubicBezTo>
                        <a:pt x="145" y="428"/>
                        <a:pt x="140" y="433"/>
                        <a:pt x="140" y="439"/>
                      </a:cubicBezTo>
                      <a:cubicBezTo>
                        <a:pt x="140" y="445"/>
                        <a:pt x="145" y="450"/>
                        <a:pt x="150" y="450"/>
                      </a:cubicBezTo>
                      <a:cubicBezTo>
                        <a:pt x="261" y="450"/>
                        <a:pt x="261" y="450"/>
                        <a:pt x="261" y="450"/>
                      </a:cubicBezTo>
                      <a:cubicBezTo>
                        <a:pt x="332" y="450"/>
                        <a:pt x="332" y="450"/>
                        <a:pt x="332" y="450"/>
                      </a:cubicBezTo>
                      <a:cubicBezTo>
                        <a:pt x="684" y="450"/>
                        <a:pt x="684" y="450"/>
                        <a:pt x="684" y="450"/>
                      </a:cubicBezTo>
                      <a:cubicBezTo>
                        <a:pt x="704" y="450"/>
                        <a:pt x="714" y="434"/>
                        <a:pt x="714" y="403"/>
                      </a:cubicBezTo>
                      <a:cubicBezTo>
                        <a:pt x="714" y="389"/>
                        <a:pt x="714" y="389"/>
                        <a:pt x="714" y="389"/>
                      </a:cubicBezTo>
                      <a:cubicBezTo>
                        <a:pt x="714" y="383"/>
                        <a:pt x="709" y="378"/>
                        <a:pt x="703" y="378"/>
                      </a:cubicBezTo>
                      <a:close/>
                      <a:moveTo>
                        <a:pt x="632" y="119"/>
                      </a:moveTo>
                      <a:lnTo>
                        <a:pt x="632" y="119"/>
                      </a:lnTo>
                      <a:cubicBezTo>
                        <a:pt x="644" y="119"/>
                        <a:pt x="660" y="126"/>
                        <a:pt x="660" y="136"/>
                      </a:cubicBezTo>
                      <a:cubicBezTo>
                        <a:pt x="660" y="378"/>
                        <a:pt x="660" y="378"/>
                        <a:pt x="660" y="378"/>
                      </a:cubicBezTo>
                      <a:cubicBezTo>
                        <a:pt x="286" y="378"/>
                        <a:pt x="286" y="378"/>
                        <a:pt x="286" y="378"/>
                      </a:cubicBezTo>
                      <a:cubicBezTo>
                        <a:pt x="286" y="136"/>
                        <a:pt x="286" y="136"/>
                        <a:pt x="286" y="136"/>
                      </a:cubicBezTo>
                      <a:cubicBezTo>
                        <a:pt x="286" y="125"/>
                        <a:pt x="290" y="119"/>
                        <a:pt x="302" y="119"/>
                      </a:cubicBezTo>
                      <a:lnTo>
                        <a:pt x="632" y="119"/>
                      </a:lnTo>
                      <a:close/>
                      <a:moveTo>
                        <a:pt x="22" y="49"/>
                      </a:moveTo>
                      <a:lnTo>
                        <a:pt x="22" y="49"/>
                      </a:lnTo>
                      <a:cubicBezTo>
                        <a:pt x="22" y="37"/>
                        <a:pt x="28" y="21"/>
                        <a:pt x="35" y="21"/>
                      </a:cubicBezTo>
                      <a:cubicBezTo>
                        <a:pt x="455" y="21"/>
                        <a:pt x="455" y="21"/>
                        <a:pt x="455" y="21"/>
                      </a:cubicBezTo>
                      <a:cubicBezTo>
                        <a:pt x="477" y="21"/>
                        <a:pt x="478" y="49"/>
                        <a:pt x="478" y="49"/>
                      </a:cubicBezTo>
                      <a:cubicBezTo>
                        <a:pt x="478" y="98"/>
                        <a:pt x="478" y="98"/>
                        <a:pt x="478" y="98"/>
                      </a:cubicBezTo>
                      <a:cubicBezTo>
                        <a:pt x="302" y="98"/>
                        <a:pt x="302" y="98"/>
                        <a:pt x="302" y="98"/>
                      </a:cubicBezTo>
                      <a:cubicBezTo>
                        <a:pt x="279" y="98"/>
                        <a:pt x="264" y="114"/>
                        <a:pt x="264" y="136"/>
                      </a:cubicBezTo>
                      <a:cubicBezTo>
                        <a:pt x="264" y="280"/>
                        <a:pt x="264" y="280"/>
                        <a:pt x="264" y="280"/>
                      </a:cubicBezTo>
                      <a:cubicBezTo>
                        <a:pt x="22" y="280"/>
                        <a:pt x="22" y="280"/>
                        <a:pt x="22" y="280"/>
                      </a:cubicBezTo>
                      <a:lnTo>
                        <a:pt x="22" y="49"/>
                      </a:lnTo>
                      <a:close/>
                      <a:moveTo>
                        <a:pt x="35" y="346"/>
                      </a:moveTo>
                      <a:lnTo>
                        <a:pt x="35" y="346"/>
                      </a:lnTo>
                      <a:cubicBezTo>
                        <a:pt x="27" y="346"/>
                        <a:pt x="22" y="335"/>
                        <a:pt x="22" y="325"/>
                      </a:cubicBezTo>
                      <a:cubicBezTo>
                        <a:pt x="22" y="301"/>
                        <a:pt x="22" y="301"/>
                        <a:pt x="22" y="301"/>
                      </a:cubicBezTo>
                      <a:cubicBezTo>
                        <a:pt x="264" y="301"/>
                        <a:pt x="264" y="301"/>
                        <a:pt x="264" y="301"/>
                      </a:cubicBezTo>
                      <a:cubicBezTo>
                        <a:pt x="264" y="346"/>
                        <a:pt x="264" y="346"/>
                        <a:pt x="264" y="346"/>
                      </a:cubicBezTo>
                      <a:cubicBezTo>
                        <a:pt x="200" y="346"/>
                        <a:pt x="200" y="346"/>
                        <a:pt x="200" y="346"/>
                      </a:cubicBezTo>
                      <a:lnTo>
                        <a:pt x="35" y="346"/>
                      </a:lnTo>
                      <a:close/>
                      <a:moveTo>
                        <a:pt x="234" y="428"/>
                      </a:moveTo>
                      <a:lnTo>
                        <a:pt x="234" y="428"/>
                      </a:lnTo>
                      <a:cubicBezTo>
                        <a:pt x="193" y="428"/>
                        <a:pt x="193" y="428"/>
                        <a:pt x="193" y="428"/>
                      </a:cubicBezTo>
                      <a:cubicBezTo>
                        <a:pt x="209" y="367"/>
                        <a:pt x="209" y="367"/>
                        <a:pt x="209" y="367"/>
                      </a:cubicBezTo>
                      <a:cubicBezTo>
                        <a:pt x="264" y="367"/>
                        <a:pt x="264" y="367"/>
                        <a:pt x="264" y="367"/>
                      </a:cubicBezTo>
                      <a:cubicBezTo>
                        <a:pt x="264" y="378"/>
                        <a:pt x="264" y="378"/>
                        <a:pt x="264" y="378"/>
                      </a:cubicBezTo>
                      <a:cubicBezTo>
                        <a:pt x="242" y="378"/>
                        <a:pt x="242" y="378"/>
                        <a:pt x="242" y="378"/>
                      </a:cubicBezTo>
                      <a:cubicBezTo>
                        <a:pt x="235" y="378"/>
                        <a:pt x="231" y="383"/>
                        <a:pt x="231" y="389"/>
                      </a:cubicBezTo>
                      <a:cubicBezTo>
                        <a:pt x="231" y="403"/>
                        <a:pt x="231" y="403"/>
                        <a:pt x="231" y="403"/>
                      </a:cubicBezTo>
                      <a:cubicBezTo>
                        <a:pt x="231" y="414"/>
                        <a:pt x="233" y="421"/>
                        <a:pt x="234" y="428"/>
                      </a:cubicBezTo>
                      <a:close/>
                      <a:moveTo>
                        <a:pt x="693" y="403"/>
                      </a:moveTo>
                      <a:lnTo>
                        <a:pt x="693" y="403"/>
                      </a:lnTo>
                      <a:cubicBezTo>
                        <a:pt x="693" y="428"/>
                        <a:pt x="686" y="428"/>
                        <a:pt x="684" y="428"/>
                      </a:cubicBezTo>
                      <a:cubicBezTo>
                        <a:pt x="332" y="428"/>
                        <a:pt x="332" y="428"/>
                        <a:pt x="332" y="428"/>
                      </a:cubicBezTo>
                      <a:cubicBezTo>
                        <a:pt x="261" y="428"/>
                        <a:pt x="261" y="428"/>
                        <a:pt x="261" y="428"/>
                      </a:cubicBezTo>
                      <a:cubicBezTo>
                        <a:pt x="258" y="428"/>
                        <a:pt x="253" y="428"/>
                        <a:pt x="253" y="403"/>
                      </a:cubicBezTo>
                      <a:cubicBezTo>
                        <a:pt x="253" y="399"/>
                        <a:pt x="253" y="399"/>
                        <a:pt x="253" y="399"/>
                      </a:cubicBezTo>
                      <a:cubicBezTo>
                        <a:pt x="274" y="399"/>
                        <a:pt x="274" y="399"/>
                        <a:pt x="274" y="399"/>
                      </a:cubicBezTo>
                      <a:cubicBezTo>
                        <a:pt x="671" y="399"/>
                        <a:pt x="671" y="399"/>
                        <a:pt x="671" y="399"/>
                      </a:cubicBezTo>
                      <a:cubicBezTo>
                        <a:pt x="693" y="399"/>
                        <a:pt x="693" y="399"/>
                        <a:pt x="693" y="399"/>
                      </a:cubicBezTo>
                      <a:lnTo>
                        <a:pt x="693" y="403"/>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56" name="Freeform 242"/>
                <p:cNvSpPr>
                  <a:spLocks noChangeArrowheads="1"/>
                </p:cNvSpPr>
                <p:nvPr/>
              </p:nvSpPr>
              <p:spPr bwMode="auto">
                <a:xfrm>
                  <a:off x="5856922" y="7795310"/>
                  <a:ext cx="148300" cy="101575"/>
                </a:xfrm>
                <a:custGeom>
                  <a:avLst/>
                  <a:gdLst>
                    <a:gd name="T0" fmla="*/ 11 w 320"/>
                    <a:gd name="T1" fmla="*/ 220 h 221"/>
                    <a:gd name="T2" fmla="*/ 11 w 320"/>
                    <a:gd name="T3" fmla="*/ 220 h 221"/>
                    <a:gd name="T4" fmla="*/ 308 w 320"/>
                    <a:gd name="T5" fmla="*/ 220 h 221"/>
                    <a:gd name="T6" fmla="*/ 319 w 320"/>
                    <a:gd name="T7" fmla="*/ 209 h 221"/>
                    <a:gd name="T8" fmla="*/ 319 w 320"/>
                    <a:gd name="T9" fmla="*/ 11 h 221"/>
                    <a:gd name="T10" fmla="*/ 308 w 320"/>
                    <a:gd name="T11" fmla="*/ 0 h 221"/>
                    <a:gd name="T12" fmla="*/ 11 w 320"/>
                    <a:gd name="T13" fmla="*/ 0 h 221"/>
                    <a:gd name="T14" fmla="*/ 0 w 320"/>
                    <a:gd name="T15" fmla="*/ 11 h 221"/>
                    <a:gd name="T16" fmla="*/ 0 w 320"/>
                    <a:gd name="T17" fmla="*/ 209 h 221"/>
                    <a:gd name="T18" fmla="*/ 11 w 320"/>
                    <a:gd name="T19" fmla="*/ 220 h 221"/>
                    <a:gd name="T20" fmla="*/ 22 w 320"/>
                    <a:gd name="T21" fmla="*/ 22 h 221"/>
                    <a:gd name="T22" fmla="*/ 22 w 320"/>
                    <a:gd name="T23" fmla="*/ 22 h 221"/>
                    <a:gd name="T24" fmla="*/ 297 w 320"/>
                    <a:gd name="T25" fmla="*/ 22 h 221"/>
                    <a:gd name="T26" fmla="*/ 297 w 320"/>
                    <a:gd name="T27" fmla="*/ 199 h 221"/>
                    <a:gd name="T28" fmla="*/ 22 w 320"/>
                    <a:gd name="T29" fmla="*/ 199 h 221"/>
                    <a:gd name="T30" fmla="*/ 22 w 320"/>
                    <a:gd name="T31" fmla="*/ 22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20" h="221">
                      <a:moveTo>
                        <a:pt x="11" y="220"/>
                      </a:moveTo>
                      <a:lnTo>
                        <a:pt x="11" y="220"/>
                      </a:lnTo>
                      <a:cubicBezTo>
                        <a:pt x="308" y="220"/>
                        <a:pt x="308" y="220"/>
                        <a:pt x="308" y="220"/>
                      </a:cubicBezTo>
                      <a:cubicBezTo>
                        <a:pt x="314" y="220"/>
                        <a:pt x="319" y="215"/>
                        <a:pt x="319" y="209"/>
                      </a:cubicBezTo>
                      <a:cubicBezTo>
                        <a:pt x="319" y="11"/>
                        <a:pt x="319" y="11"/>
                        <a:pt x="319" y="11"/>
                      </a:cubicBezTo>
                      <a:cubicBezTo>
                        <a:pt x="319" y="5"/>
                        <a:pt x="314" y="0"/>
                        <a:pt x="308" y="0"/>
                      </a:cubicBezTo>
                      <a:cubicBezTo>
                        <a:pt x="11" y="0"/>
                        <a:pt x="11" y="0"/>
                        <a:pt x="11" y="0"/>
                      </a:cubicBezTo>
                      <a:cubicBezTo>
                        <a:pt x="5" y="0"/>
                        <a:pt x="0" y="5"/>
                        <a:pt x="0" y="11"/>
                      </a:cubicBezTo>
                      <a:cubicBezTo>
                        <a:pt x="0" y="209"/>
                        <a:pt x="0" y="209"/>
                        <a:pt x="0" y="209"/>
                      </a:cubicBezTo>
                      <a:cubicBezTo>
                        <a:pt x="0" y="215"/>
                        <a:pt x="5" y="220"/>
                        <a:pt x="11" y="220"/>
                      </a:cubicBezTo>
                      <a:close/>
                      <a:moveTo>
                        <a:pt x="22" y="22"/>
                      </a:moveTo>
                      <a:lnTo>
                        <a:pt x="22" y="22"/>
                      </a:lnTo>
                      <a:cubicBezTo>
                        <a:pt x="297" y="22"/>
                        <a:pt x="297" y="22"/>
                        <a:pt x="297" y="22"/>
                      </a:cubicBezTo>
                      <a:cubicBezTo>
                        <a:pt x="297" y="199"/>
                        <a:pt x="297" y="199"/>
                        <a:pt x="297" y="199"/>
                      </a:cubicBezTo>
                      <a:cubicBezTo>
                        <a:pt x="22" y="199"/>
                        <a:pt x="22" y="199"/>
                        <a:pt x="22" y="199"/>
                      </a:cubicBezTo>
                      <a:lnTo>
                        <a:pt x="22" y="22"/>
                      </a:lnTo>
                      <a:close/>
                    </a:path>
                  </a:pathLst>
                </a:custGeom>
                <a:grp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grpSp>
      </p:grpSp>
      <p:grpSp>
        <p:nvGrpSpPr>
          <p:cNvPr id="13" name="Group 12"/>
          <p:cNvGrpSpPr/>
          <p:nvPr/>
        </p:nvGrpSpPr>
        <p:grpSpPr>
          <a:xfrm>
            <a:off x="6188172" y="4579193"/>
            <a:ext cx="3887540" cy="733947"/>
            <a:chOff x="6175939" y="4552949"/>
            <a:chExt cx="3887540" cy="733947"/>
          </a:xfrm>
        </p:grpSpPr>
        <p:sp>
          <p:nvSpPr>
            <p:cNvPr id="48" name="Left Arrow 47"/>
            <p:cNvSpPr>
              <a:spLocks/>
            </p:cNvSpPr>
            <p:nvPr/>
          </p:nvSpPr>
          <p:spPr bwMode="ltGray">
            <a:xfrm flipH="1">
              <a:off x="6175939" y="4648819"/>
              <a:ext cx="1454162" cy="542206"/>
            </a:xfrm>
            <a:prstGeom prst="leftArrow">
              <a:avLst/>
            </a:prstGeom>
            <a:gradFill>
              <a:gsLst>
                <a:gs pos="50000">
                  <a:schemeClr val="accent4"/>
                </a:gs>
                <a:gs pos="50000">
                  <a:schemeClr val="accent2"/>
                </a:gs>
              </a:gsLst>
              <a:lin ang="5400000" scaled="0"/>
            </a:gra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200" dirty="0">
                  <a:solidFill>
                    <a:prstClr val="white"/>
                  </a:solidFill>
                </a:rPr>
                <a:t> Ingest/Search</a:t>
              </a:r>
            </a:p>
          </p:txBody>
        </p:sp>
        <p:grpSp>
          <p:nvGrpSpPr>
            <p:cNvPr id="9" name="Group 8"/>
            <p:cNvGrpSpPr/>
            <p:nvPr/>
          </p:nvGrpSpPr>
          <p:grpSpPr>
            <a:xfrm>
              <a:off x="7732413" y="4552949"/>
              <a:ext cx="2331066" cy="733947"/>
              <a:chOff x="7732413" y="4552949"/>
              <a:chExt cx="2331066" cy="733947"/>
            </a:xfrm>
          </p:grpSpPr>
          <p:sp>
            <p:nvSpPr>
              <p:cNvPr id="57" name="Rectangle 56"/>
              <p:cNvSpPr/>
              <p:nvPr/>
            </p:nvSpPr>
            <p:spPr>
              <a:xfrm>
                <a:off x="9372862" y="4552949"/>
                <a:ext cx="690617" cy="733947"/>
              </a:xfrm>
              <a:prstGeom prst="rect">
                <a:avLst/>
              </a:prstGeom>
              <a:solidFill>
                <a:schemeClr val="bg1"/>
              </a:solidFill>
              <a:ln w="28575" cap="flat" cmpd="sng" algn="ctr">
                <a:solidFill>
                  <a:srgbClr val="2089F1"/>
                </a:solidFill>
                <a:prstDash val="solid"/>
                <a:miter lim="800000"/>
              </a:ln>
              <a:effectLst/>
            </p:spPr>
            <p:txBody>
              <a:bodyPr rtlCol="0" anchor="ctr"/>
              <a:lstStyle/>
              <a:p>
                <a:pPr algn="ctr">
                  <a:defRPr/>
                </a:pPr>
                <a:endParaRPr lang="en-US" kern="0" dirty="0">
                  <a:solidFill>
                    <a:prstClr val="white"/>
                  </a:solidFill>
                </a:endParaRPr>
              </a:p>
            </p:txBody>
          </p:sp>
          <p:sp>
            <p:nvSpPr>
              <p:cNvPr id="58" name="TextBox 57"/>
              <p:cNvSpPr txBox="1"/>
              <p:nvPr/>
            </p:nvSpPr>
            <p:spPr>
              <a:xfrm>
                <a:off x="7732413" y="4552949"/>
                <a:ext cx="1658459" cy="733947"/>
              </a:xfrm>
              <a:prstGeom prst="rect">
                <a:avLst/>
              </a:prstGeom>
              <a:solidFill>
                <a:srgbClr val="2089F1"/>
              </a:solidFill>
              <a:ln w="28575">
                <a:solidFill>
                  <a:srgbClr val="2089F1"/>
                </a:solidFill>
              </a:ln>
            </p:spPr>
            <p:txBody>
              <a:bodyPr wrap="square" lIns="0" tIns="0" rIns="0" bIns="0" rtlCol="0" anchor="ctr">
                <a:noAutofit/>
              </a:bodyPr>
              <a:lstStyle/>
              <a:p>
                <a:pPr algn="ctr">
                  <a:lnSpc>
                    <a:spcPct val="90000"/>
                  </a:lnSpc>
                </a:pPr>
                <a:r>
                  <a:rPr lang="en-US" sz="1400" dirty="0">
                    <a:solidFill>
                      <a:schemeClr val="bg1"/>
                    </a:solidFill>
                  </a:rPr>
                  <a:t>Vertica Analytics</a:t>
                </a:r>
              </a:p>
            </p:txBody>
          </p:sp>
          <p:sp>
            <p:nvSpPr>
              <p:cNvPr id="63" name="Freeform 210"/>
              <p:cNvSpPr>
                <a:spLocks noChangeAspect="1" noChangeArrowheads="1"/>
              </p:cNvSpPr>
              <p:nvPr/>
            </p:nvSpPr>
            <p:spPr bwMode="auto">
              <a:xfrm>
                <a:off x="9484995" y="4665865"/>
                <a:ext cx="319194" cy="330276"/>
              </a:xfrm>
              <a:custGeom>
                <a:avLst/>
                <a:gdLst>
                  <a:gd name="T0" fmla="*/ 561 w 637"/>
                  <a:gd name="T1" fmla="*/ 226 h 659"/>
                  <a:gd name="T2" fmla="*/ 523 w 637"/>
                  <a:gd name="T3" fmla="*/ 85 h 659"/>
                  <a:gd name="T4" fmla="*/ 263 w 637"/>
                  <a:gd name="T5" fmla="*/ 0 h 659"/>
                  <a:gd name="T6" fmla="*/ 0 w 637"/>
                  <a:gd name="T7" fmla="*/ 11 h 659"/>
                  <a:gd name="T8" fmla="*/ 5 w 637"/>
                  <a:gd name="T9" fmla="*/ 424 h 659"/>
                  <a:gd name="T10" fmla="*/ 95 w 637"/>
                  <a:gd name="T11" fmla="*/ 467 h 659"/>
                  <a:gd name="T12" fmla="*/ 5 w 637"/>
                  <a:gd name="T13" fmla="*/ 512 h 659"/>
                  <a:gd name="T14" fmla="*/ 11 w 637"/>
                  <a:gd name="T15" fmla="*/ 658 h 659"/>
                  <a:gd name="T16" fmla="*/ 512 w 637"/>
                  <a:gd name="T17" fmla="*/ 658 h 659"/>
                  <a:gd name="T18" fmla="*/ 561 w 637"/>
                  <a:gd name="T19" fmla="*/ 611 h 659"/>
                  <a:gd name="T20" fmla="*/ 523 w 637"/>
                  <a:gd name="T21" fmla="*/ 472 h 659"/>
                  <a:gd name="T22" fmla="*/ 22 w 637"/>
                  <a:gd name="T23" fmla="*/ 23 h 659"/>
                  <a:gd name="T24" fmla="*/ 248 w 637"/>
                  <a:gd name="T25" fmla="*/ 102 h 659"/>
                  <a:gd name="T26" fmla="*/ 280 w 637"/>
                  <a:gd name="T27" fmla="*/ 104 h 659"/>
                  <a:gd name="T28" fmla="*/ 354 w 637"/>
                  <a:gd name="T29" fmla="*/ 151 h 659"/>
                  <a:gd name="T30" fmla="*/ 280 w 637"/>
                  <a:gd name="T31" fmla="*/ 198 h 659"/>
                  <a:gd name="T32" fmla="*/ 248 w 637"/>
                  <a:gd name="T33" fmla="*/ 200 h 659"/>
                  <a:gd name="T34" fmla="*/ 218 w 637"/>
                  <a:gd name="T35" fmla="*/ 288 h 659"/>
                  <a:gd name="T36" fmla="*/ 71 w 637"/>
                  <a:gd name="T37" fmla="*/ 318 h 659"/>
                  <a:gd name="T38" fmla="*/ 262 w 637"/>
                  <a:gd name="T39" fmla="*/ 576 h 659"/>
                  <a:gd name="T40" fmla="*/ 248 w 637"/>
                  <a:gd name="T41" fmla="*/ 586 h 659"/>
                  <a:gd name="T42" fmla="*/ 22 w 637"/>
                  <a:gd name="T43" fmla="*/ 540 h 659"/>
                  <a:gd name="T44" fmla="*/ 43 w 637"/>
                  <a:gd name="T45" fmla="*/ 393 h 659"/>
                  <a:gd name="T46" fmla="*/ 92 w 637"/>
                  <a:gd name="T47" fmla="*/ 340 h 659"/>
                  <a:gd name="T48" fmla="*/ 89 w 637"/>
                  <a:gd name="T49" fmla="*/ 288 h 659"/>
                  <a:gd name="T50" fmla="*/ 183 w 637"/>
                  <a:gd name="T51" fmla="*/ 322 h 659"/>
                  <a:gd name="T52" fmla="*/ 248 w 637"/>
                  <a:gd name="T53" fmla="*/ 340 h 659"/>
                  <a:gd name="T54" fmla="*/ 262 w 637"/>
                  <a:gd name="T55" fmla="*/ 488 h 659"/>
                  <a:gd name="T56" fmla="*/ 292 w 637"/>
                  <a:gd name="T57" fmla="*/ 480 h 659"/>
                  <a:gd name="T58" fmla="*/ 269 w 637"/>
                  <a:gd name="T59" fmla="*/ 577 h 659"/>
                  <a:gd name="T60" fmla="*/ 561 w 637"/>
                  <a:gd name="T61" fmla="*/ 484 h 659"/>
                  <a:gd name="T62" fmla="*/ 521 w 637"/>
                  <a:gd name="T63" fmla="*/ 568 h 659"/>
                  <a:gd name="T64" fmla="*/ 500 w 637"/>
                  <a:gd name="T65" fmla="*/ 635 h 659"/>
                  <a:gd name="T66" fmla="*/ 292 w 637"/>
                  <a:gd name="T67" fmla="*/ 607 h 659"/>
                  <a:gd name="T68" fmla="*/ 371 w 637"/>
                  <a:gd name="T69" fmla="*/ 532 h 659"/>
                  <a:gd name="T70" fmla="*/ 274 w 637"/>
                  <a:gd name="T71" fmla="*/ 340 h 659"/>
                  <a:gd name="T72" fmla="*/ 383 w 637"/>
                  <a:gd name="T73" fmla="*/ 453 h 659"/>
                  <a:gd name="T74" fmla="*/ 500 w 637"/>
                  <a:gd name="T75" fmla="*/ 340 h 659"/>
                  <a:gd name="T76" fmla="*/ 521 w 637"/>
                  <a:gd name="T77" fmla="*/ 504 h 659"/>
                  <a:gd name="T78" fmla="*/ 521 w 637"/>
                  <a:gd name="T79" fmla="*/ 183 h 659"/>
                  <a:gd name="T80" fmla="*/ 500 w 637"/>
                  <a:gd name="T81" fmla="*/ 318 h 659"/>
                  <a:gd name="T82" fmla="*/ 417 w 637"/>
                  <a:gd name="T83" fmla="*/ 337 h 659"/>
                  <a:gd name="T84" fmla="*/ 331 w 637"/>
                  <a:gd name="T85" fmla="*/ 377 h 659"/>
                  <a:gd name="T86" fmla="*/ 341 w 637"/>
                  <a:gd name="T87" fmla="*/ 318 h 659"/>
                  <a:gd name="T88" fmla="*/ 282 w 637"/>
                  <a:gd name="T89" fmla="*/ 224 h 659"/>
                  <a:gd name="T90" fmla="*/ 376 w 637"/>
                  <a:gd name="T91" fmla="*/ 151 h 659"/>
                  <a:gd name="T92" fmla="*/ 282 w 637"/>
                  <a:gd name="T93" fmla="*/ 78 h 659"/>
                  <a:gd name="T94" fmla="*/ 500 w 637"/>
                  <a:gd name="T95" fmla="*/ 23 h 659"/>
                  <a:gd name="T96" fmla="*/ 521 w 637"/>
                  <a:gd name="T97" fmla="*/ 118 h 659"/>
                  <a:gd name="T98" fmla="*/ 561 w 637"/>
                  <a:gd name="T99" fmla="*/ 202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37" h="659">
                    <a:moveTo>
                      <a:pt x="523" y="216"/>
                    </a:moveTo>
                    <a:lnTo>
                      <a:pt x="523" y="216"/>
                    </a:lnTo>
                    <a:cubicBezTo>
                      <a:pt x="535" y="222"/>
                      <a:pt x="547" y="226"/>
                      <a:pt x="561" y="226"/>
                    </a:cubicBezTo>
                    <a:cubicBezTo>
                      <a:pt x="602" y="226"/>
                      <a:pt x="636" y="192"/>
                      <a:pt x="636" y="150"/>
                    </a:cubicBezTo>
                    <a:cubicBezTo>
                      <a:pt x="636" y="109"/>
                      <a:pt x="602" y="75"/>
                      <a:pt x="561" y="75"/>
                    </a:cubicBezTo>
                    <a:cubicBezTo>
                      <a:pt x="547" y="75"/>
                      <a:pt x="535" y="79"/>
                      <a:pt x="523" y="85"/>
                    </a:cubicBezTo>
                    <a:cubicBezTo>
                      <a:pt x="523" y="11"/>
                      <a:pt x="523" y="11"/>
                      <a:pt x="523" y="11"/>
                    </a:cubicBezTo>
                    <a:cubicBezTo>
                      <a:pt x="523" y="5"/>
                      <a:pt x="518" y="0"/>
                      <a:pt x="512" y="0"/>
                    </a:cubicBezTo>
                    <a:cubicBezTo>
                      <a:pt x="263" y="0"/>
                      <a:pt x="263" y="0"/>
                      <a:pt x="263" y="0"/>
                    </a:cubicBezTo>
                    <a:cubicBezTo>
                      <a:pt x="260" y="0"/>
                      <a:pt x="260" y="0"/>
                      <a:pt x="260" y="0"/>
                    </a:cubicBezTo>
                    <a:cubicBezTo>
                      <a:pt x="11" y="0"/>
                      <a:pt x="11" y="0"/>
                      <a:pt x="11" y="0"/>
                    </a:cubicBezTo>
                    <a:cubicBezTo>
                      <a:pt x="5" y="0"/>
                      <a:pt x="0" y="5"/>
                      <a:pt x="0" y="11"/>
                    </a:cubicBezTo>
                    <a:cubicBezTo>
                      <a:pt x="0" y="329"/>
                      <a:pt x="0" y="329"/>
                      <a:pt x="0" y="329"/>
                    </a:cubicBezTo>
                    <a:cubicBezTo>
                      <a:pt x="0" y="413"/>
                      <a:pt x="0" y="413"/>
                      <a:pt x="0" y="413"/>
                    </a:cubicBezTo>
                    <a:cubicBezTo>
                      <a:pt x="0" y="418"/>
                      <a:pt x="2" y="422"/>
                      <a:pt x="5" y="424"/>
                    </a:cubicBezTo>
                    <a:cubicBezTo>
                      <a:pt x="9" y="426"/>
                      <a:pt x="13" y="426"/>
                      <a:pt x="17" y="424"/>
                    </a:cubicBezTo>
                    <a:cubicBezTo>
                      <a:pt x="26" y="419"/>
                      <a:pt x="34" y="416"/>
                      <a:pt x="43" y="416"/>
                    </a:cubicBezTo>
                    <a:cubicBezTo>
                      <a:pt x="71" y="416"/>
                      <a:pt x="95" y="439"/>
                      <a:pt x="95" y="467"/>
                    </a:cubicBezTo>
                    <a:cubicBezTo>
                      <a:pt x="95" y="497"/>
                      <a:pt x="71" y="520"/>
                      <a:pt x="43" y="520"/>
                    </a:cubicBezTo>
                    <a:cubicBezTo>
                      <a:pt x="34" y="520"/>
                      <a:pt x="26" y="517"/>
                      <a:pt x="17" y="512"/>
                    </a:cubicBezTo>
                    <a:cubicBezTo>
                      <a:pt x="13" y="510"/>
                      <a:pt x="9" y="510"/>
                      <a:pt x="5" y="512"/>
                    </a:cubicBezTo>
                    <a:cubicBezTo>
                      <a:pt x="2" y="514"/>
                      <a:pt x="0" y="519"/>
                      <a:pt x="0" y="523"/>
                    </a:cubicBezTo>
                    <a:cubicBezTo>
                      <a:pt x="0" y="647"/>
                      <a:pt x="0" y="647"/>
                      <a:pt x="0" y="647"/>
                    </a:cubicBezTo>
                    <a:cubicBezTo>
                      <a:pt x="0" y="653"/>
                      <a:pt x="5" y="658"/>
                      <a:pt x="11" y="658"/>
                    </a:cubicBezTo>
                    <a:cubicBezTo>
                      <a:pt x="260" y="658"/>
                      <a:pt x="260" y="658"/>
                      <a:pt x="260" y="658"/>
                    </a:cubicBezTo>
                    <a:cubicBezTo>
                      <a:pt x="263" y="658"/>
                      <a:pt x="263" y="658"/>
                      <a:pt x="263" y="658"/>
                    </a:cubicBezTo>
                    <a:cubicBezTo>
                      <a:pt x="512" y="658"/>
                      <a:pt x="512" y="658"/>
                      <a:pt x="512" y="658"/>
                    </a:cubicBezTo>
                    <a:cubicBezTo>
                      <a:pt x="518" y="658"/>
                      <a:pt x="523" y="653"/>
                      <a:pt x="523" y="647"/>
                    </a:cubicBezTo>
                    <a:cubicBezTo>
                      <a:pt x="523" y="602"/>
                      <a:pt x="523" y="602"/>
                      <a:pt x="523" y="602"/>
                    </a:cubicBezTo>
                    <a:cubicBezTo>
                      <a:pt x="535" y="608"/>
                      <a:pt x="547" y="611"/>
                      <a:pt x="561" y="611"/>
                    </a:cubicBezTo>
                    <a:cubicBezTo>
                      <a:pt x="602" y="611"/>
                      <a:pt x="636" y="578"/>
                      <a:pt x="636" y="536"/>
                    </a:cubicBezTo>
                    <a:cubicBezTo>
                      <a:pt x="636" y="495"/>
                      <a:pt x="602" y="461"/>
                      <a:pt x="561" y="461"/>
                    </a:cubicBezTo>
                    <a:cubicBezTo>
                      <a:pt x="547" y="461"/>
                      <a:pt x="535" y="464"/>
                      <a:pt x="523" y="472"/>
                    </a:cubicBezTo>
                    <a:cubicBezTo>
                      <a:pt x="523" y="329"/>
                      <a:pt x="523" y="329"/>
                      <a:pt x="523" y="329"/>
                    </a:cubicBezTo>
                    <a:lnTo>
                      <a:pt x="523" y="216"/>
                    </a:lnTo>
                    <a:close/>
                    <a:moveTo>
                      <a:pt x="22" y="23"/>
                    </a:moveTo>
                    <a:lnTo>
                      <a:pt x="22" y="23"/>
                    </a:lnTo>
                    <a:cubicBezTo>
                      <a:pt x="248" y="23"/>
                      <a:pt x="248" y="23"/>
                      <a:pt x="248" y="23"/>
                    </a:cubicBezTo>
                    <a:cubicBezTo>
                      <a:pt x="248" y="102"/>
                      <a:pt x="248" y="102"/>
                      <a:pt x="248" y="102"/>
                    </a:cubicBezTo>
                    <a:cubicBezTo>
                      <a:pt x="248" y="107"/>
                      <a:pt x="251" y="110"/>
                      <a:pt x="255" y="112"/>
                    </a:cubicBezTo>
                    <a:cubicBezTo>
                      <a:pt x="259" y="115"/>
                      <a:pt x="264" y="115"/>
                      <a:pt x="267" y="111"/>
                    </a:cubicBezTo>
                    <a:cubicBezTo>
                      <a:pt x="271" y="108"/>
                      <a:pt x="275" y="106"/>
                      <a:pt x="280" y="104"/>
                    </a:cubicBezTo>
                    <a:cubicBezTo>
                      <a:pt x="281" y="103"/>
                      <a:pt x="283" y="102"/>
                      <a:pt x="284" y="102"/>
                    </a:cubicBezTo>
                    <a:cubicBezTo>
                      <a:pt x="290" y="100"/>
                      <a:pt x="295" y="99"/>
                      <a:pt x="301" y="99"/>
                    </a:cubicBezTo>
                    <a:cubicBezTo>
                      <a:pt x="331" y="99"/>
                      <a:pt x="354" y="122"/>
                      <a:pt x="354" y="151"/>
                    </a:cubicBezTo>
                    <a:cubicBezTo>
                      <a:pt x="354" y="180"/>
                      <a:pt x="331" y="203"/>
                      <a:pt x="301" y="203"/>
                    </a:cubicBezTo>
                    <a:cubicBezTo>
                      <a:pt x="295" y="203"/>
                      <a:pt x="290" y="202"/>
                      <a:pt x="284" y="200"/>
                    </a:cubicBezTo>
                    <a:cubicBezTo>
                      <a:pt x="283" y="200"/>
                      <a:pt x="281" y="199"/>
                      <a:pt x="280" y="198"/>
                    </a:cubicBezTo>
                    <a:cubicBezTo>
                      <a:pt x="275" y="196"/>
                      <a:pt x="271" y="194"/>
                      <a:pt x="267" y="191"/>
                    </a:cubicBezTo>
                    <a:cubicBezTo>
                      <a:pt x="264" y="188"/>
                      <a:pt x="259" y="187"/>
                      <a:pt x="255" y="190"/>
                    </a:cubicBezTo>
                    <a:cubicBezTo>
                      <a:pt x="251" y="192"/>
                      <a:pt x="248" y="195"/>
                      <a:pt x="248" y="200"/>
                    </a:cubicBezTo>
                    <a:cubicBezTo>
                      <a:pt x="248" y="318"/>
                      <a:pt x="248" y="318"/>
                      <a:pt x="248" y="318"/>
                    </a:cubicBezTo>
                    <a:cubicBezTo>
                      <a:pt x="212" y="318"/>
                      <a:pt x="212" y="318"/>
                      <a:pt x="212" y="318"/>
                    </a:cubicBezTo>
                    <a:cubicBezTo>
                      <a:pt x="216" y="308"/>
                      <a:pt x="218" y="299"/>
                      <a:pt x="218" y="288"/>
                    </a:cubicBezTo>
                    <a:cubicBezTo>
                      <a:pt x="218" y="247"/>
                      <a:pt x="184" y="213"/>
                      <a:pt x="142" y="213"/>
                    </a:cubicBezTo>
                    <a:cubicBezTo>
                      <a:pt x="100" y="213"/>
                      <a:pt x="66" y="247"/>
                      <a:pt x="66" y="288"/>
                    </a:cubicBezTo>
                    <a:cubicBezTo>
                      <a:pt x="66" y="299"/>
                      <a:pt x="68" y="308"/>
                      <a:pt x="71" y="318"/>
                    </a:cubicBezTo>
                    <a:cubicBezTo>
                      <a:pt x="22" y="318"/>
                      <a:pt x="22" y="318"/>
                      <a:pt x="22" y="318"/>
                    </a:cubicBezTo>
                    <a:lnTo>
                      <a:pt x="22" y="23"/>
                    </a:lnTo>
                    <a:close/>
                    <a:moveTo>
                      <a:pt x="262" y="576"/>
                    </a:moveTo>
                    <a:lnTo>
                      <a:pt x="262" y="576"/>
                    </a:lnTo>
                    <a:cubicBezTo>
                      <a:pt x="259" y="575"/>
                      <a:pt x="257" y="575"/>
                      <a:pt x="255" y="577"/>
                    </a:cubicBezTo>
                    <a:cubicBezTo>
                      <a:pt x="250" y="579"/>
                      <a:pt x="248" y="582"/>
                      <a:pt x="248" y="586"/>
                    </a:cubicBezTo>
                    <a:cubicBezTo>
                      <a:pt x="248" y="635"/>
                      <a:pt x="248" y="635"/>
                      <a:pt x="248" y="635"/>
                    </a:cubicBezTo>
                    <a:cubicBezTo>
                      <a:pt x="22" y="635"/>
                      <a:pt x="22" y="635"/>
                      <a:pt x="22" y="635"/>
                    </a:cubicBezTo>
                    <a:cubicBezTo>
                      <a:pt x="22" y="540"/>
                      <a:pt x="22" y="540"/>
                      <a:pt x="22" y="540"/>
                    </a:cubicBezTo>
                    <a:cubicBezTo>
                      <a:pt x="30" y="542"/>
                      <a:pt x="36" y="543"/>
                      <a:pt x="43" y="543"/>
                    </a:cubicBezTo>
                    <a:cubicBezTo>
                      <a:pt x="85" y="543"/>
                      <a:pt x="118" y="509"/>
                      <a:pt x="118" y="467"/>
                    </a:cubicBezTo>
                    <a:cubicBezTo>
                      <a:pt x="118" y="427"/>
                      <a:pt x="85" y="393"/>
                      <a:pt x="43" y="393"/>
                    </a:cubicBezTo>
                    <a:cubicBezTo>
                      <a:pt x="36" y="393"/>
                      <a:pt x="30" y="394"/>
                      <a:pt x="22" y="396"/>
                    </a:cubicBezTo>
                    <a:cubicBezTo>
                      <a:pt x="22" y="340"/>
                      <a:pt x="22" y="340"/>
                      <a:pt x="22" y="340"/>
                    </a:cubicBezTo>
                    <a:cubicBezTo>
                      <a:pt x="92" y="340"/>
                      <a:pt x="92" y="340"/>
                      <a:pt x="92" y="340"/>
                    </a:cubicBezTo>
                    <a:cubicBezTo>
                      <a:pt x="96" y="340"/>
                      <a:pt x="100" y="338"/>
                      <a:pt x="103" y="334"/>
                    </a:cubicBezTo>
                    <a:cubicBezTo>
                      <a:pt x="105" y="330"/>
                      <a:pt x="104" y="325"/>
                      <a:pt x="102" y="322"/>
                    </a:cubicBezTo>
                    <a:cubicBezTo>
                      <a:pt x="93" y="312"/>
                      <a:pt x="89" y="301"/>
                      <a:pt x="89" y="288"/>
                    </a:cubicBezTo>
                    <a:cubicBezTo>
                      <a:pt x="89" y="260"/>
                      <a:pt x="113" y="236"/>
                      <a:pt x="142" y="236"/>
                    </a:cubicBezTo>
                    <a:cubicBezTo>
                      <a:pt x="171" y="236"/>
                      <a:pt x="194" y="260"/>
                      <a:pt x="194" y="288"/>
                    </a:cubicBezTo>
                    <a:cubicBezTo>
                      <a:pt x="194" y="301"/>
                      <a:pt x="190" y="312"/>
                      <a:pt x="183" y="322"/>
                    </a:cubicBezTo>
                    <a:cubicBezTo>
                      <a:pt x="180" y="325"/>
                      <a:pt x="179" y="330"/>
                      <a:pt x="181" y="334"/>
                    </a:cubicBezTo>
                    <a:cubicBezTo>
                      <a:pt x="183" y="338"/>
                      <a:pt x="187" y="340"/>
                      <a:pt x="191" y="340"/>
                    </a:cubicBezTo>
                    <a:cubicBezTo>
                      <a:pt x="248" y="340"/>
                      <a:pt x="248" y="340"/>
                      <a:pt x="248" y="340"/>
                    </a:cubicBezTo>
                    <a:cubicBezTo>
                      <a:pt x="248" y="478"/>
                      <a:pt x="248" y="478"/>
                      <a:pt x="248" y="478"/>
                    </a:cubicBezTo>
                    <a:cubicBezTo>
                      <a:pt x="248" y="482"/>
                      <a:pt x="250" y="485"/>
                      <a:pt x="255" y="487"/>
                    </a:cubicBezTo>
                    <a:cubicBezTo>
                      <a:pt x="257" y="489"/>
                      <a:pt x="260" y="489"/>
                      <a:pt x="262" y="488"/>
                    </a:cubicBezTo>
                    <a:cubicBezTo>
                      <a:pt x="265" y="488"/>
                      <a:pt x="267" y="488"/>
                      <a:pt x="269" y="487"/>
                    </a:cubicBezTo>
                    <a:cubicBezTo>
                      <a:pt x="272" y="485"/>
                      <a:pt x="276" y="483"/>
                      <a:pt x="281" y="482"/>
                    </a:cubicBezTo>
                    <a:cubicBezTo>
                      <a:pt x="285" y="481"/>
                      <a:pt x="288" y="480"/>
                      <a:pt x="292" y="480"/>
                    </a:cubicBezTo>
                    <a:cubicBezTo>
                      <a:pt x="321" y="480"/>
                      <a:pt x="344" y="504"/>
                      <a:pt x="344" y="532"/>
                    </a:cubicBezTo>
                    <a:cubicBezTo>
                      <a:pt x="344" y="560"/>
                      <a:pt x="321" y="584"/>
                      <a:pt x="292" y="584"/>
                    </a:cubicBezTo>
                    <a:cubicBezTo>
                      <a:pt x="284" y="583"/>
                      <a:pt x="276" y="581"/>
                      <a:pt x="269" y="577"/>
                    </a:cubicBezTo>
                    <a:cubicBezTo>
                      <a:pt x="266" y="575"/>
                      <a:pt x="264" y="575"/>
                      <a:pt x="262" y="576"/>
                    </a:cubicBezTo>
                    <a:close/>
                    <a:moveTo>
                      <a:pt x="561" y="484"/>
                    </a:moveTo>
                    <a:lnTo>
                      <a:pt x="561" y="484"/>
                    </a:lnTo>
                    <a:cubicBezTo>
                      <a:pt x="590" y="484"/>
                      <a:pt x="613" y="508"/>
                      <a:pt x="613" y="536"/>
                    </a:cubicBezTo>
                    <a:cubicBezTo>
                      <a:pt x="613" y="565"/>
                      <a:pt x="590" y="588"/>
                      <a:pt x="561" y="588"/>
                    </a:cubicBezTo>
                    <a:cubicBezTo>
                      <a:pt x="545" y="588"/>
                      <a:pt x="530" y="581"/>
                      <a:pt x="521" y="568"/>
                    </a:cubicBezTo>
                    <a:cubicBezTo>
                      <a:pt x="518" y="565"/>
                      <a:pt x="513" y="563"/>
                      <a:pt x="508" y="565"/>
                    </a:cubicBezTo>
                    <a:cubicBezTo>
                      <a:pt x="503" y="566"/>
                      <a:pt x="500" y="572"/>
                      <a:pt x="500" y="576"/>
                    </a:cubicBezTo>
                    <a:cubicBezTo>
                      <a:pt x="500" y="635"/>
                      <a:pt x="500" y="635"/>
                      <a:pt x="500" y="635"/>
                    </a:cubicBezTo>
                    <a:cubicBezTo>
                      <a:pt x="274" y="635"/>
                      <a:pt x="274" y="635"/>
                      <a:pt x="274" y="635"/>
                    </a:cubicBezTo>
                    <a:cubicBezTo>
                      <a:pt x="274" y="605"/>
                      <a:pt x="274" y="605"/>
                      <a:pt x="274" y="605"/>
                    </a:cubicBezTo>
                    <a:cubicBezTo>
                      <a:pt x="281" y="606"/>
                      <a:pt x="286" y="607"/>
                      <a:pt x="292" y="607"/>
                    </a:cubicBezTo>
                    <a:cubicBezTo>
                      <a:pt x="292" y="607"/>
                      <a:pt x="292" y="607"/>
                      <a:pt x="293" y="607"/>
                    </a:cubicBezTo>
                    <a:cubicBezTo>
                      <a:pt x="293" y="607"/>
                      <a:pt x="294" y="608"/>
                      <a:pt x="295" y="608"/>
                    </a:cubicBezTo>
                    <a:cubicBezTo>
                      <a:pt x="337" y="608"/>
                      <a:pt x="371" y="574"/>
                      <a:pt x="371" y="532"/>
                    </a:cubicBezTo>
                    <a:cubicBezTo>
                      <a:pt x="371" y="490"/>
                      <a:pt x="337" y="456"/>
                      <a:pt x="295" y="456"/>
                    </a:cubicBezTo>
                    <a:cubicBezTo>
                      <a:pt x="288" y="456"/>
                      <a:pt x="282" y="457"/>
                      <a:pt x="274" y="459"/>
                    </a:cubicBezTo>
                    <a:cubicBezTo>
                      <a:pt x="274" y="340"/>
                      <a:pt x="274" y="340"/>
                      <a:pt x="274" y="340"/>
                    </a:cubicBezTo>
                    <a:cubicBezTo>
                      <a:pt x="317" y="340"/>
                      <a:pt x="317" y="340"/>
                      <a:pt x="317" y="340"/>
                    </a:cubicBezTo>
                    <a:cubicBezTo>
                      <a:pt x="311" y="352"/>
                      <a:pt x="308" y="364"/>
                      <a:pt x="308" y="377"/>
                    </a:cubicBezTo>
                    <a:cubicBezTo>
                      <a:pt x="308" y="419"/>
                      <a:pt x="341" y="453"/>
                      <a:pt x="383" y="453"/>
                    </a:cubicBezTo>
                    <a:cubicBezTo>
                      <a:pt x="424" y="453"/>
                      <a:pt x="459" y="419"/>
                      <a:pt x="459" y="377"/>
                    </a:cubicBezTo>
                    <a:cubicBezTo>
                      <a:pt x="459" y="364"/>
                      <a:pt x="456" y="352"/>
                      <a:pt x="449" y="340"/>
                    </a:cubicBezTo>
                    <a:cubicBezTo>
                      <a:pt x="500" y="340"/>
                      <a:pt x="500" y="340"/>
                      <a:pt x="500" y="340"/>
                    </a:cubicBezTo>
                    <a:cubicBezTo>
                      <a:pt x="500" y="497"/>
                      <a:pt x="500" y="497"/>
                      <a:pt x="500" y="497"/>
                    </a:cubicBezTo>
                    <a:cubicBezTo>
                      <a:pt x="500" y="502"/>
                      <a:pt x="503" y="506"/>
                      <a:pt x="508" y="507"/>
                    </a:cubicBezTo>
                    <a:cubicBezTo>
                      <a:pt x="513" y="509"/>
                      <a:pt x="518" y="508"/>
                      <a:pt x="521" y="504"/>
                    </a:cubicBezTo>
                    <a:cubicBezTo>
                      <a:pt x="530" y="491"/>
                      <a:pt x="545" y="484"/>
                      <a:pt x="561" y="484"/>
                    </a:cubicBezTo>
                    <a:close/>
                    <a:moveTo>
                      <a:pt x="521" y="183"/>
                    </a:moveTo>
                    <a:lnTo>
                      <a:pt x="521" y="183"/>
                    </a:lnTo>
                    <a:cubicBezTo>
                      <a:pt x="518" y="179"/>
                      <a:pt x="513" y="178"/>
                      <a:pt x="508" y="179"/>
                    </a:cubicBezTo>
                    <a:cubicBezTo>
                      <a:pt x="503" y="181"/>
                      <a:pt x="500" y="185"/>
                      <a:pt x="500" y="191"/>
                    </a:cubicBezTo>
                    <a:cubicBezTo>
                      <a:pt x="500" y="318"/>
                      <a:pt x="500" y="318"/>
                      <a:pt x="500" y="318"/>
                    </a:cubicBezTo>
                    <a:cubicBezTo>
                      <a:pt x="425" y="318"/>
                      <a:pt x="425" y="318"/>
                      <a:pt x="425" y="318"/>
                    </a:cubicBezTo>
                    <a:cubicBezTo>
                      <a:pt x="420" y="318"/>
                      <a:pt x="416" y="320"/>
                      <a:pt x="414" y="325"/>
                    </a:cubicBezTo>
                    <a:cubicBezTo>
                      <a:pt x="413" y="329"/>
                      <a:pt x="414" y="334"/>
                      <a:pt x="417" y="337"/>
                    </a:cubicBezTo>
                    <a:cubicBezTo>
                      <a:pt x="428" y="348"/>
                      <a:pt x="436" y="362"/>
                      <a:pt x="436" y="377"/>
                    </a:cubicBezTo>
                    <a:cubicBezTo>
                      <a:pt x="436" y="406"/>
                      <a:pt x="412" y="429"/>
                      <a:pt x="383" y="429"/>
                    </a:cubicBezTo>
                    <a:cubicBezTo>
                      <a:pt x="355" y="429"/>
                      <a:pt x="331" y="406"/>
                      <a:pt x="331" y="377"/>
                    </a:cubicBezTo>
                    <a:cubicBezTo>
                      <a:pt x="331" y="362"/>
                      <a:pt x="337" y="348"/>
                      <a:pt x="348" y="337"/>
                    </a:cubicBezTo>
                    <a:cubicBezTo>
                      <a:pt x="352" y="334"/>
                      <a:pt x="354" y="329"/>
                      <a:pt x="352" y="325"/>
                    </a:cubicBezTo>
                    <a:cubicBezTo>
                      <a:pt x="350" y="320"/>
                      <a:pt x="346" y="318"/>
                      <a:pt x="341" y="318"/>
                    </a:cubicBezTo>
                    <a:cubicBezTo>
                      <a:pt x="274" y="318"/>
                      <a:pt x="274" y="318"/>
                      <a:pt x="274" y="318"/>
                    </a:cubicBezTo>
                    <a:cubicBezTo>
                      <a:pt x="274" y="222"/>
                      <a:pt x="274" y="222"/>
                      <a:pt x="274" y="222"/>
                    </a:cubicBezTo>
                    <a:cubicBezTo>
                      <a:pt x="276" y="223"/>
                      <a:pt x="280" y="223"/>
                      <a:pt x="282" y="224"/>
                    </a:cubicBezTo>
                    <a:cubicBezTo>
                      <a:pt x="284" y="224"/>
                      <a:pt x="285" y="225"/>
                      <a:pt x="287" y="225"/>
                    </a:cubicBezTo>
                    <a:cubicBezTo>
                      <a:pt x="291" y="226"/>
                      <a:pt x="296" y="227"/>
                      <a:pt x="301" y="227"/>
                    </a:cubicBezTo>
                    <a:cubicBezTo>
                      <a:pt x="343" y="227"/>
                      <a:pt x="376" y="193"/>
                      <a:pt x="376" y="151"/>
                    </a:cubicBezTo>
                    <a:cubicBezTo>
                      <a:pt x="376" y="109"/>
                      <a:pt x="343" y="75"/>
                      <a:pt x="301" y="75"/>
                    </a:cubicBezTo>
                    <a:cubicBezTo>
                      <a:pt x="296" y="75"/>
                      <a:pt x="291" y="76"/>
                      <a:pt x="287" y="77"/>
                    </a:cubicBezTo>
                    <a:cubicBezTo>
                      <a:pt x="285" y="77"/>
                      <a:pt x="284" y="78"/>
                      <a:pt x="282" y="78"/>
                    </a:cubicBezTo>
                    <a:cubicBezTo>
                      <a:pt x="280" y="79"/>
                      <a:pt x="276" y="79"/>
                      <a:pt x="274" y="80"/>
                    </a:cubicBezTo>
                    <a:cubicBezTo>
                      <a:pt x="274" y="23"/>
                      <a:pt x="274" y="23"/>
                      <a:pt x="274" y="23"/>
                    </a:cubicBezTo>
                    <a:cubicBezTo>
                      <a:pt x="500" y="23"/>
                      <a:pt x="500" y="23"/>
                      <a:pt x="500" y="23"/>
                    </a:cubicBezTo>
                    <a:cubicBezTo>
                      <a:pt x="500" y="110"/>
                      <a:pt x="500" y="110"/>
                      <a:pt x="500" y="110"/>
                    </a:cubicBezTo>
                    <a:cubicBezTo>
                      <a:pt x="500" y="116"/>
                      <a:pt x="503" y="120"/>
                      <a:pt x="508" y="122"/>
                    </a:cubicBezTo>
                    <a:cubicBezTo>
                      <a:pt x="513" y="123"/>
                      <a:pt x="518" y="122"/>
                      <a:pt x="521" y="118"/>
                    </a:cubicBezTo>
                    <a:cubicBezTo>
                      <a:pt x="530" y="106"/>
                      <a:pt x="545" y="99"/>
                      <a:pt x="561" y="99"/>
                    </a:cubicBezTo>
                    <a:cubicBezTo>
                      <a:pt x="590" y="99"/>
                      <a:pt x="613" y="122"/>
                      <a:pt x="613" y="150"/>
                    </a:cubicBezTo>
                    <a:cubicBezTo>
                      <a:pt x="613" y="179"/>
                      <a:pt x="590" y="202"/>
                      <a:pt x="561" y="202"/>
                    </a:cubicBezTo>
                    <a:cubicBezTo>
                      <a:pt x="545" y="202"/>
                      <a:pt x="530" y="195"/>
                      <a:pt x="521" y="183"/>
                    </a:cubicBezTo>
                    <a:close/>
                  </a:path>
                </a:pathLst>
              </a:custGeom>
              <a:solidFill>
                <a:srgbClr val="0078EF"/>
              </a:solidFill>
              <a:ln>
                <a:noFill/>
              </a:ln>
              <a:effec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grpSp>
            <p:nvGrpSpPr>
              <p:cNvPr id="4" name="Group 3"/>
              <p:cNvGrpSpPr/>
              <p:nvPr/>
            </p:nvGrpSpPr>
            <p:grpSpPr>
              <a:xfrm>
                <a:off x="9596907" y="4874690"/>
                <a:ext cx="336927" cy="319194"/>
                <a:chOff x="10899276" y="1871437"/>
                <a:chExt cx="336927" cy="319194"/>
              </a:xfrm>
            </p:grpSpPr>
            <p:sp>
              <p:nvSpPr>
                <p:cNvPr id="64" name="Freeform 266"/>
                <p:cNvSpPr>
                  <a:spLocks noChangeAspect="1" noChangeArrowheads="1"/>
                </p:cNvSpPr>
                <p:nvPr/>
              </p:nvSpPr>
              <p:spPr bwMode="auto">
                <a:xfrm>
                  <a:off x="10899276" y="1871437"/>
                  <a:ext cx="336927" cy="319194"/>
                </a:xfrm>
                <a:custGeom>
                  <a:avLst/>
                  <a:gdLst>
                    <a:gd name="T0" fmla="*/ 223 w 672"/>
                    <a:gd name="T1" fmla="*/ 445 h 637"/>
                    <a:gd name="T2" fmla="*/ 223 w 672"/>
                    <a:gd name="T3" fmla="*/ 445 h 637"/>
                    <a:gd name="T4" fmla="*/ 374 w 672"/>
                    <a:gd name="T5" fmla="*/ 386 h 637"/>
                    <a:gd name="T6" fmla="*/ 420 w 672"/>
                    <a:gd name="T7" fmla="*/ 427 h 637"/>
                    <a:gd name="T8" fmla="*/ 414 w 672"/>
                    <a:gd name="T9" fmla="*/ 457 h 637"/>
                    <a:gd name="T10" fmla="*/ 433 w 672"/>
                    <a:gd name="T11" fmla="*/ 496 h 637"/>
                    <a:gd name="T12" fmla="*/ 577 w 672"/>
                    <a:gd name="T13" fmla="*/ 622 h 637"/>
                    <a:gd name="T14" fmla="*/ 614 w 672"/>
                    <a:gd name="T15" fmla="*/ 636 h 637"/>
                    <a:gd name="T16" fmla="*/ 656 w 672"/>
                    <a:gd name="T17" fmla="*/ 618 h 637"/>
                    <a:gd name="T18" fmla="*/ 670 w 672"/>
                    <a:gd name="T19" fmla="*/ 577 h 637"/>
                    <a:gd name="T20" fmla="*/ 652 w 672"/>
                    <a:gd name="T21" fmla="*/ 538 h 637"/>
                    <a:gd name="T22" fmla="*/ 508 w 672"/>
                    <a:gd name="T23" fmla="*/ 412 h 637"/>
                    <a:gd name="T24" fmla="*/ 435 w 672"/>
                    <a:gd name="T25" fmla="*/ 410 h 637"/>
                    <a:gd name="T26" fmla="*/ 389 w 672"/>
                    <a:gd name="T27" fmla="*/ 369 h 637"/>
                    <a:gd name="T28" fmla="*/ 444 w 672"/>
                    <a:gd name="T29" fmla="*/ 222 h 637"/>
                    <a:gd name="T30" fmla="*/ 223 w 672"/>
                    <a:gd name="T31" fmla="*/ 0 h 637"/>
                    <a:gd name="T32" fmla="*/ 0 w 672"/>
                    <a:gd name="T33" fmla="*/ 222 h 637"/>
                    <a:gd name="T34" fmla="*/ 223 w 672"/>
                    <a:gd name="T35" fmla="*/ 445 h 637"/>
                    <a:gd name="T36" fmla="*/ 445 w 672"/>
                    <a:gd name="T37" fmla="*/ 432 h 637"/>
                    <a:gd name="T38" fmla="*/ 445 w 672"/>
                    <a:gd name="T39" fmla="*/ 432 h 637"/>
                    <a:gd name="T40" fmla="*/ 470 w 672"/>
                    <a:gd name="T41" fmla="*/ 421 h 637"/>
                    <a:gd name="T42" fmla="*/ 492 w 672"/>
                    <a:gd name="T43" fmla="*/ 430 h 637"/>
                    <a:gd name="T44" fmla="*/ 637 w 672"/>
                    <a:gd name="T45" fmla="*/ 556 h 637"/>
                    <a:gd name="T46" fmla="*/ 647 w 672"/>
                    <a:gd name="T47" fmla="*/ 578 h 637"/>
                    <a:gd name="T48" fmla="*/ 639 w 672"/>
                    <a:gd name="T49" fmla="*/ 602 h 637"/>
                    <a:gd name="T50" fmla="*/ 592 w 672"/>
                    <a:gd name="T51" fmla="*/ 604 h 637"/>
                    <a:gd name="T52" fmla="*/ 447 w 672"/>
                    <a:gd name="T53" fmla="*/ 478 h 637"/>
                    <a:gd name="T54" fmla="*/ 437 w 672"/>
                    <a:gd name="T55" fmla="*/ 456 h 637"/>
                    <a:gd name="T56" fmla="*/ 445 w 672"/>
                    <a:gd name="T57" fmla="*/ 432 h 637"/>
                    <a:gd name="T58" fmla="*/ 223 w 672"/>
                    <a:gd name="T59" fmla="*/ 23 h 637"/>
                    <a:gd name="T60" fmla="*/ 223 w 672"/>
                    <a:gd name="T61" fmla="*/ 23 h 637"/>
                    <a:gd name="T62" fmla="*/ 421 w 672"/>
                    <a:gd name="T63" fmla="*/ 222 h 637"/>
                    <a:gd name="T64" fmla="*/ 223 w 672"/>
                    <a:gd name="T65" fmla="*/ 421 h 637"/>
                    <a:gd name="T66" fmla="*/ 24 w 672"/>
                    <a:gd name="T67" fmla="*/ 222 h 637"/>
                    <a:gd name="T68" fmla="*/ 223 w 672"/>
                    <a:gd name="T69" fmla="*/ 23 h 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72" h="637">
                      <a:moveTo>
                        <a:pt x="223" y="445"/>
                      </a:moveTo>
                      <a:lnTo>
                        <a:pt x="223" y="445"/>
                      </a:lnTo>
                      <a:cubicBezTo>
                        <a:pt x="281" y="445"/>
                        <a:pt x="334" y="422"/>
                        <a:pt x="374" y="386"/>
                      </a:cubicBezTo>
                      <a:cubicBezTo>
                        <a:pt x="420" y="427"/>
                        <a:pt x="420" y="427"/>
                        <a:pt x="420" y="427"/>
                      </a:cubicBezTo>
                      <a:cubicBezTo>
                        <a:pt x="415" y="437"/>
                        <a:pt x="413" y="446"/>
                        <a:pt x="414" y="457"/>
                      </a:cubicBezTo>
                      <a:cubicBezTo>
                        <a:pt x="414" y="472"/>
                        <a:pt x="421" y="486"/>
                        <a:pt x="433" y="496"/>
                      </a:cubicBezTo>
                      <a:cubicBezTo>
                        <a:pt x="577" y="622"/>
                        <a:pt x="577" y="622"/>
                        <a:pt x="577" y="622"/>
                      </a:cubicBezTo>
                      <a:cubicBezTo>
                        <a:pt x="587" y="630"/>
                        <a:pt x="600" y="636"/>
                        <a:pt x="614" y="636"/>
                      </a:cubicBezTo>
                      <a:cubicBezTo>
                        <a:pt x="631" y="636"/>
                        <a:pt x="645" y="629"/>
                        <a:pt x="656" y="618"/>
                      </a:cubicBezTo>
                      <a:cubicBezTo>
                        <a:pt x="666" y="607"/>
                        <a:pt x="671" y="592"/>
                        <a:pt x="670" y="577"/>
                      </a:cubicBezTo>
                      <a:cubicBezTo>
                        <a:pt x="670" y="562"/>
                        <a:pt x="663" y="548"/>
                        <a:pt x="652" y="538"/>
                      </a:cubicBezTo>
                      <a:cubicBezTo>
                        <a:pt x="508" y="412"/>
                        <a:pt x="508" y="412"/>
                        <a:pt x="508" y="412"/>
                      </a:cubicBezTo>
                      <a:cubicBezTo>
                        <a:pt x="487" y="394"/>
                        <a:pt x="457" y="393"/>
                        <a:pt x="435" y="410"/>
                      </a:cubicBezTo>
                      <a:cubicBezTo>
                        <a:pt x="389" y="369"/>
                        <a:pt x="389" y="369"/>
                        <a:pt x="389" y="369"/>
                      </a:cubicBezTo>
                      <a:cubicBezTo>
                        <a:pt x="424" y="330"/>
                        <a:pt x="444" y="279"/>
                        <a:pt x="444" y="222"/>
                      </a:cubicBezTo>
                      <a:cubicBezTo>
                        <a:pt x="444" y="99"/>
                        <a:pt x="345" y="0"/>
                        <a:pt x="223" y="0"/>
                      </a:cubicBezTo>
                      <a:cubicBezTo>
                        <a:pt x="100" y="0"/>
                        <a:pt x="0" y="99"/>
                        <a:pt x="0" y="222"/>
                      </a:cubicBezTo>
                      <a:cubicBezTo>
                        <a:pt x="0" y="345"/>
                        <a:pt x="100" y="445"/>
                        <a:pt x="223" y="445"/>
                      </a:cubicBezTo>
                      <a:close/>
                      <a:moveTo>
                        <a:pt x="445" y="432"/>
                      </a:moveTo>
                      <a:lnTo>
                        <a:pt x="445" y="432"/>
                      </a:lnTo>
                      <a:cubicBezTo>
                        <a:pt x="452" y="425"/>
                        <a:pt x="461" y="421"/>
                        <a:pt x="470" y="421"/>
                      </a:cubicBezTo>
                      <a:cubicBezTo>
                        <a:pt x="478" y="421"/>
                        <a:pt x="486" y="424"/>
                        <a:pt x="492" y="430"/>
                      </a:cubicBezTo>
                      <a:cubicBezTo>
                        <a:pt x="637" y="556"/>
                        <a:pt x="637" y="556"/>
                        <a:pt x="637" y="556"/>
                      </a:cubicBezTo>
                      <a:cubicBezTo>
                        <a:pt x="643" y="562"/>
                        <a:pt x="646" y="569"/>
                        <a:pt x="647" y="578"/>
                      </a:cubicBezTo>
                      <a:cubicBezTo>
                        <a:pt x="647" y="587"/>
                        <a:pt x="644" y="595"/>
                        <a:pt x="639" y="602"/>
                      </a:cubicBezTo>
                      <a:cubicBezTo>
                        <a:pt x="628" y="615"/>
                        <a:pt x="606" y="616"/>
                        <a:pt x="592" y="604"/>
                      </a:cubicBezTo>
                      <a:cubicBezTo>
                        <a:pt x="447" y="478"/>
                        <a:pt x="447" y="478"/>
                        <a:pt x="447" y="478"/>
                      </a:cubicBezTo>
                      <a:cubicBezTo>
                        <a:pt x="441" y="472"/>
                        <a:pt x="437" y="465"/>
                        <a:pt x="437" y="456"/>
                      </a:cubicBezTo>
                      <a:cubicBezTo>
                        <a:pt x="437" y="447"/>
                        <a:pt x="439" y="439"/>
                        <a:pt x="445" y="432"/>
                      </a:cubicBezTo>
                      <a:close/>
                      <a:moveTo>
                        <a:pt x="223" y="23"/>
                      </a:moveTo>
                      <a:lnTo>
                        <a:pt x="223" y="23"/>
                      </a:lnTo>
                      <a:cubicBezTo>
                        <a:pt x="332" y="23"/>
                        <a:pt x="421" y="113"/>
                        <a:pt x="421" y="222"/>
                      </a:cubicBezTo>
                      <a:cubicBezTo>
                        <a:pt x="421" y="333"/>
                        <a:pt x="332" y="421"/>
                        <a:pt x="223" y="421"/>
                      </a:cubicBezTo>
                      <a:cubicBezTo>
                        <a:pt x="112" y="421"/>
                        <a:pt x="24" y="333"/>
                        <a:pt x="24" y="222"/>
                      </a:cubicBezTo>
                      <a:cubicBezTo>
                        <a:pt x="24" y="113"/>
                        <a:pt x="112" y="23"/>
                        <a:pt x="223" y="23"/>
                      </a:cubicBezTo>
                      <a:close/>
                    </a:path>
                  </a:pathLst>
                </a:custGeom>
                <a:solidFill>
                  <a:srgbClr val="0078EF"/>
                </a:solidFill>
                <a:ln>
                  <a:noFill/>
                </a:ln>
                <a:effectLst/>
              </p:spPr>
              <p:txBody>
                <a:bodyPr wrap="none" anchor="ctr"/>
                <a:lstStyle/>
                <a:p>
                  <a:pPr defTabSz="360959" fontAlgn="base" hangingPunct="0">
                    <a:lnSpc>
                      <a:spcPct val="93000"/>
                    </a:lnSpc>
                    <a:spcBef>
                      <a:spcPct val="0"/>
                    </a:spcBef>
                    <a:spcAft>
                      <a:spcPct val="0"/>
                    </a:spcAft>
                    <a:buClr>
                      <a:srgbClr val="000000"/>
                    </a:buClr>
                    <a:buSzPct val="100000"/>
                  </a:pPr>
                  <a:endParaRPr lang="en-US" sz="1421">
                    <a:solidFill>
                      <a:prstClr val="black"/>
                    </a:solidFill>
                    <a:latin typeface="Arial" charset="0"/>
                  </a:endParaRPr>
                </a:p>
              </p:txBody>
            </p:sp>
            <p:sp>
              <p:nvSpPr>
                <p:cNvPr id="2" name="Oval 1"/>
                <p:cNvSpPr>
                  <a:spLocks noChangeAspect="1"/>
                </p:cNvSpPr>
                <p:nvPr/>
              </p:nvSpPr>
              <p:spPr>
                <a:xfrm>
                  <a:off x="10915078" y="1884744"/>
                  <a:ext cx="190826" cy="19082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sp>
        <p:nvSpPr>
          <p:cNvPr id="65" name="Left Arrow 64"/>
          <p:cNvSpPr/>
          <p:nvPr/>
        </p:nvSpPr>
        <p:spPr bwMode="ltGray">
          <a:xfrm>
            <a:off x="3550682" y="4170140"/>
            <a:ext cx="1021873" cy="552309"/>
          </a:xfrm>
          <a:prstGeom prst="leftArrow">
            <a:avLst/>
          </a:prstGeom>
          <a:solidFill>
            <a:schemeClr val="accent4"/>
          </a:solidFill>
          <a:ln w="1905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400" dirty="0">
                <a:solidFill>
                  <a:prstClr val="white"/>
                </a:solidFill>
              </a:rPr>
              <a:t>Search</a:t>
            </a:r>
          </a:p>
        </p:txBody>
      </p:sp>
      <p:sp>
        <p:nvSpPr>
          <p:cNvPr id="66" name="Left Arrow 65"/>
          <p:cNvSpPr/>
          <p:nvPr/>
        </p:nvSpPr>
        <p:spPr bwMode="ltGray">
          <a:xfrm flipH="1">
            <a:off x="3568947" y="4811465"/>
            <a:ext cx="1057534" cy="501675"/>
          </a:xfrm>
          <a:prstGeom prst="leftArrow">
            <a:avLst/>
          </a:prstGeom>
          <a:solidFill>
            <a:schemeClr val="accent3"/>
          </a:solidFill>
          <a:ln w="190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400" dirty="0">
                <a:solidFill>
                  <a:prstClr val="white"/>
                </a:solidFill>
              </a:rPr>
              <a:t>Ingest</a:t>
            </a:r>
          </a:p>
        </p:txBody>
      </p:sp>
    </p:spTree>
    <p:extLst>
      <p:ext uri="{BB962C8B-B14F-4D97-AF65-F5344CB8AC3E}">
        <p14:creationId xmlns:p14="http://schemas.microsoft.com/office/powerpoint/2010/main" val="16066008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mn-lt"/>
              </a:rPr>
              <a:t>Structured Data Manager</a:t>
            </a:r>
          </a:p>
        </p:txBody>
      </p:sp>
      <p:sp>
        <p:nvSpPr>
          <p:cNvPr id="3" name="Text Placeholder 2"/>
          <p:cNvSpPr>
            <a:spLocks noGrp="1"/>
          </p:cNvSpPr>
          <p:nvPr>
            <p:ph type="body" sz="quarter" idx="13"/>
          </p:nvPr>
        </p:nvSpPr>
        <p:spPr/>
        <p:txBody>
          <a:bodyPr/>
          <a:lstStyle/>
          <a:p>
            <a:r>
              <a:rPr lang="en-US" dirty="0"/>
              <a:t>Enterprise Management for Structured Data</a:t>
            </a:r>
          </a:p>
          <a:p>
            <a:endParaRPr lang="en-GB" dirty="0"/>
          </a:p>
        </p:txBody>
      </p:sp>
      <p:grpSp>
        <p:nvGrpSpPr>
          <p:cNvPr id="16" name="Group 15"/>
          <p:cNvGrpSpPr/>
          <p:nvPr/>
        </p:nvGrpSpPr>
        <p:grpSpPr>
          <a:xfrm>
            <a:off x="3388265" y="1868992"/>
            <a:ext cx="2648268" cy="3531682"/>
            <a:chOff x="3388265" y="1868992"/>
            <a:chExt cx="2648268" cy="3531682"/>
          </a:xfrm>
        </p:grpSpPr>
        <p:sp>
          <p:nvSpPr>
            <p:cNvPr id="8" name="Rectangle 7"/>
            <p:cNvSpPr/>
            <p:nvPr/>
          </p:nvSpPr>
          <p:spPr bwMode="gray">
            <a:xfrm>
              <a:off x="3388265" y="3810000"/>
              <a:ext cx="2633472" cy="1590674"/>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0" tIns="182880" rIns="182880" bIns="182880" numCol="1" spcCol="0" rtlCol="0" fromWordArt="0" anchor="t" anchorCtr="0" forceAA="0" compatLnSpc="1">
              <a:prstTxWarp prst="textNoShape">
                <a:avLst/>
              </a:prstTxWarp>
              <a:noAutofit/>
            </a:bodyPr>
            <a:lstStyle/>
            <a:p>
              <a:pPr algn="ctr">
                <a:lnSpc>
                  <a:spcPct val="90000"/>
                </a:lnSpc>
              </a:pPr>
              <a:r>
                <a:rPr lang="en-US" sz="1400" b="1" dirty="0">
                  <a:solidFill>
                    <a:prstClr val="white"/>
                  </a:solidFill>
                </a:rPr>
                <a:t>Application Retirement</a:t>
              </a:r>
            </a:p>
            <a:p>
              <a:pPr algn="ctr">
                <a:lnSpc>
                  <a:spcPct val="90000"/>
                </a:lnSpc>
              </a:pPr>
              <a:endParaRPr lang="en-US" sz="1400" b="1" dirty="0">
                <a:solidFill>
                  <a:prstClr val="white"/>
                </a:solidFill>
              </a:endParaRPr>
            </a:p>
            <a:p>
              <a:pPr marL="171450" indent="-171450">
                <a:lnSpc>
                  <a:spcPct val="90000"/>
                </a:lnSpc>
                <a:buFont typeface="Arial" panose="020B0604020202020204" pitchFamily="34" charset="0"/>
                <a:buChar char="•"/>
              </a:pPr>
              <a:r>
                <a:rPr lang="en-US" sz="1200" dirty="0">
                  <a:solidFill>
                    <a:prstClr val="white"/>
                  </a:solidFill>
                </a:rPr>
                <a:t>Decommission redundant applications</a:t>
              </a:r>
            </a:p>
            <a:p>
              <a:pPr marL="171450" indent="-171450">
                <a:lnSpc>
                  <a:spcPct val="90000"/>
                </a:lnSpc>
                <a:buFont typeface="Arial" panose="020B0604020202020204" pitchFamily="34" charset="0"/>
                <a:buChar char="•"/>
              </a:pPr>
              <a:r>
                <a:rPr lang="en-US" sz="1200" dirty="0">
                  <a:solidFill>
                    <a:prstClr val="white"/>
                  </a:solidFill>
                </a:rPr>
                <a:t>Preserve access to retired data</a:t>
              </a:r>
            </a:p>
            <a:p>
              <a:pPr algn="ctr">
                <a:lnSpc>
                  <a:spcPct val="90000"/>
                </a:lnSpc>
              </a:pPr>
              <a:endParaRPr lang="en-US" sz="1400" dirty="0">
                <a:solidFill>
                  <a:prstClr val="white"/>
                </a:solidFill>
              </a:endParaRPr>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88265" y="1868992"/>
              <a:ext cx="2648268" cy="1767719"/>
            </a:xfrm>
            <a:prstGeom prst="rect">
              <a:avLst/>
            </a:prstGeom>
          </p:spPr>
        </p:pic>
      </p:grpSp>
      <p:grpSp>
        <p:nvGrpSpPr>
          <p:cNvPr id="17" name="Group 16"/>
          <p:cNvGrpSpPr/>
          <p:nvPr/>
        </p:nvGrpSpPr>
        <p:grpSpPr>
          <a:xfrm>
            <a:off x="6167089" y="1906692"/>
            <a:ext cx="2633473" cy="3493982"/>
            <a:chOff x="6167089" y="1906692"/>
            <a:chExt cx="2633473" cy="3493982"/>
          </a:xfrm>
        </p:grpSpPr>
        <p:sp>
          <p:nvSpPr>
            <p:cNvPr id="9" name="Rectangle 8"/>
            <p:cNvSpPr/>
            <p:nvPr/>
          </p:nvSpPr>
          <p:spPr bwMode="gray">
            <a:xfrm>
              <a:off x="6167089" y="3810000"/>
              <a:ext cx="2633472" cy="1590674"/>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0" tIns="182880" rIns="182880" bIns="182880" numCol="1" spcCol="0" rtlCol="0" fromWordArt="0" anchor="t" anchorCtr="0" forceAA="0" compatLnSpc="1">
              <a:prstTxWarp prst="textNoShape">
                <a:avLst/>
              </a:prstTxWarp>
              <a:noAutofit/>
            </a:bodyPr>
            <a:lstStyle/>
            <a:p>
              <a:pPr algn="ctr">
                <a:lnSpc>
                  <a:spcPct val="90000"/>
                </a:lnSpc>
              </a:pPr>
              <a:r>
                <a:rPr lang="en-US" sz="1400" b="1" dirty="0">
                  <a:solidFill>
                    <a:prstClr val="white"/>
                  </a:solidFill>
                </a:rPr>
                <a:t>Test Data Extraction</a:t>
              </a:r>
            </a:p>
            <a:p>
              <a:pPr algn="ctr">
                <a:lnSpc>
                  <a:spcPct val="90000"/>
                </a:lnSpc>
              </a:pPr>
              <a:endParaRPr lang="en-US" sz="1400" b="1" dirty="0">
                <a:solidFill>
                  <a:prstClr val="white"/>
                </a:solidFill>
              </a:endParaRPr>
            </a:p>
            <a:p>
              <a:pPr marL="171450" indent="-171450">
                <a:lnSpc>
                  <a:spcPct val="90000"/>
                </a:lnSpc>
                <a:buFont typeface="Arial" panose="020B0604020202020204" pitchFamily="34" charset="0"/>
                <a:buChar char="•"/>
              </a:pPr>
              <a:r>
                <a:rPr lang="en-US" sz="1200" dirty="0">
                  <a:solidFill>
                    <a:prstClr val="white"/>
                  </a:solidFill>
                </a:rPr>
                <a:t>Extract subsets of data for use in application development</a:t>
              </a:r>
            </a:p>
            <a:p>
              <a:pPr marL="171450" indent="-171450">
                <a:lnSpc>
                  <a:spcPct val="90000"/>
                </a:lnSpc>
                <a:buFont typeface="Arial" panose="020B0604020202020204" pitchFamily="34" charset="0"/>
                <a:buChar char="•"/>
              </a:pPr>
              <a:r>
                <a:rPr lang="en-US" sz="1200" dirty="0">
                  <a:solidFill>
                    <a:prstClr val="white"/>
                  </a:solidFill>
                </a:rPr>
                <a:t>Mask sensitive data</a:t>
              </a:r>
            </a:p>
          </p:txBody>
        </p: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81886" y="1906692"/>
              <a:ext cx="2618676" cy="1692319"/>
            </a:xfrm>
            <a:prstGeom prst="rect">
              <a:avLst/>
            </a:prstGeom>
          </p:spPr>
        </p:pic>
      </p:grpSp>
      <p:grpSp>
        <p:nvGrpSpPr>
          <p:cNvPr id="18" name="Group 17"/>
          <p:cNvGrpSpPr/>
          <p:nvPr/>
        </p:nvGrpSpPr>
        <p:grpSpPr>
          <a:xfrm>
            <a:off x="8945912" y="2002312"/>
            <a:ext cx="2633472" cy="3398362"/>
            <a:chOff x="8945912" y="2002312"/>
            <a:chExt cx="2633472" cy="3398362"/>
          </a:xfrm>
        </p:grpSpPr>
        <p:sp>
          <p:nvSpPr>
            <p:cNvPr id="10" name="Rectangle 9"/>
            <p:cNvSpPr/>
            <p:nvPr/>
          </p:nvSpPr>
          <p:spPr bwMode="gray">
            <a:xfrm>
              <a:off x="8945912" y="3810000"/>
              <a:ext cx="2633472" cy="1590674"/>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0" tIns="182880" rIns="182880" bIns="182880" numCol="1" spcCol="0" rtlCol="0" fromWordArt="0" anchor="t" anchorCtr="0" forceAA="0" compatLnSpc="1">
              <a:prstTxWarp prst="textNoShape">
                <a:avLst/>
              </a:prstTxWarp>
              <a:noAutofit/>
            </a:bodyPr>
            <a:lstStyle/>
            <a:p>
              <a:pPr algn="ctr">
                <a:lnSpc>
                  <a:spcPct val="90000"/>
                </a:lnSpc>
              </a:pPr>
              <a:r>
                <a:rPr lang="en-US" sz="1400" b="1" dirty="0">
                  <a:solidFill>
                    <a:prstClr val="white"/>
                  </a:solidFill>
                </a:rPr>
                <a:t>Search &amp; eDiscovery</a:t>
              </a:r>
            </a:p>
            <a:p>
              <a:pPr algn="ctr">
                <a:lnSpc>
                  <a:spcPct val="90000"/>
                </a:lnSpc>
              </a:pPr>
              <a:endParaRPr lang="en-US" sz="1400" b="1" dirty="0">
                <a:solidFill>
                  <a:prstClr val="white"/>
                </a:solidFill>
              </a:endParaRPr>
            </a:p>
            <a:p>
              <a:pPr marL="171450" indent="-171450">
                <a:lnSpc>
                  <a:spcPct val="90000"/>
                </a:lnSpc>
                <a:buFont typeface="Arial" panose="020B0604020202020204" pitchFamily="34" charset="0"/>
                <a:buChar char="•"/>
              </a:pPr>
              <a:r>
                <a:rPr lang="en-US" sz="1200" dirty="0">
                  <a:solidFill>
                    <a:prstClr val="white"/>
                  </a:solidFill>
                </a:rPr>
                <a:t>Index application data for free text search across silos</a:t>
              </a:r>
            </a:p>
            <a:p>
              <a:pPr marL="171450" indent="-171450">
                <a:lnSpc>
                  <a:spcPct val="90000"/>
                </a:lnSpc>
                <a:buFont typeface="Arial" panose="020B0604020202020204" pitchFamily="34" charset="0"/>
                <a:buChar char="•"/>
              </a:pPr>
              <a:r>
                <a:rPr lang="en-US" sz="1200" dirty="0">
                  <a:solidFill>
                    <a:prstClr val="white"/>
                  </a:solidFill>
                </a:rPr>
                <a:t>Identify and extract relevant sets of data for legal</a:t>
              </a:r>
            </a:p>
          </p:txBody>
        </p:sp>
        <p:pic>
          <p:nvPicPr>
            <p:cNvPr id="13" name="Picture 1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945912" y="2002312"/>
              <a:ext cx="2633471" cy="1501079"/>
            </a:xfrm>
            <a:prstGeom prst="rect">
              <a:avLst/>
            </a:prstGeom>
          </p:spPr>
        </p:pic>
      </p:grpSp>
      <p:grpSp>
        <p:nvGrpSpPr>
          <p:cNvPr id="15" name="Group 14"/>
          <p:cNvGrpSpPr/>
          <p:nvPr/>
        </p:nvGrpSpPr>
        <p:grpSpPr>
          <a:xfrm>
            <a:off x="609439" y="1868992"/>
            <a:ext cx="2633474" cy="3531682"/>
            <a:chOff x="609439" y="1868992"/>
            <a:chExt cx="2633474" cy="3531682"/>
          </a:xfrm>
        </p:grpSpPr>
        <p:sp>
          <p:nvSpPr>
            <p:cNvPr id="7" name="Rectangle 6"/>
            <p:cNvSpPr/>
            <p:nvPr/>
          </p:nvSpPr>
          <p:spPr bwMode="gray">
            <a:xfrm>
              <a:off x="609441" y="3809999"/>
              <a:ext cx="2633472" cy="1590675"/>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74320" tIns="182880" rIns="182880" bIns="182880" numCol="1" spcCol="0" rtlCol="0" fromWordArt="0" anchor="t" anchorCtr="0" forceAA="0" compatLnSpc="1">
              <a:prstTxWarp prst="textNoShape">
                <a:avLst/>
              </a:prstTxWarp>
              <a:noAutofit/>
            </a:bodyPr>
            <a:lstStyle/>
            <a:p>
              <a:pPr algn="ctr">
                <a:lnSpc>
                  <a:spcPct val="90000"/>
                </a:lnSpc>
              </a:pPr>
              <a:r>
                <a:rPr lang="en-US" sz="1400" b="1" dirty="0">
                  <a:solidFill>
                    <a:prstClr val="white"/>
                  </a:solidFill>
                </a:rPr>
                <a:t>Performance Optimization</a:t>
              </a:r>
            </a:p>
            <a:p>
              <a:pPr algn="ctr">
                <a:lnSpc>
                  <a:spcPct val="90000"/>
                </a:lnSpc>
              </a:pPr>
              <a:endParaRPr lang="en-US" sz="1400" b="1" dirty="0">
                <a:solidFill>
                  <a:prstClr val="white"/>
                </a:solidFill>
              </a:endParaRPr>
            </a:p>
            <a:p>
              <a:pPr marL="285750" indent="-285750">
                <a:lnSpc>
                  <a:spcPct val="90000"/>
                </a:lnSpc>
                <a:buFont typeface="Arial" panose="020B0604020202020204" pitchFamily="34" charset="0"/>
                <a:buChar char="•"/>
              </a:pPr>
              <a:r>
                <a:rPr lang="en-US" sz="1200" dirty="0">
                  <a:solidFill>
                    <a:prstClr val="white"/>
                  </a:solidFill>
                </a:rPr>
                <a:t>Reduce data footprint &amp; storage costs</a:t>
              </a:r>
            </a:p>
            <a:p>
              <a:pPr marL="285750" indent="-285750">
                <a:lnSpc>
                  <a:spcPct val="90000"/>
                </a:lnSpc>
                <a:buFont typeface="Arial" panose="020B0604020202020204" pitchFamily="34" charset="0"/>
                <a:buChar char="•"/>
              </a:pPr>
              <a:r>
                <a:rPr lang="en-US" sz="1200" dirty="0">
                  <a:solidFill>
                    <a:prstClr val="white"/>
                  </a:solidFill>
                </a:rPr>
                <a:t>Maintain application performance</a:t>
              </a:r>
            </a:p>
            <a:p>
              <a:pPr marL="285750" indent="-285750">
                <a:lnSpc>
                  <a:spcPct val="90000"/>
                </a:lnSpc>
                <a:buFont typeface="Arial" panose="020B0604020202020204" pitchFamily="34" charset="0"/>
                <a:buChar char="•"/>
              </a:pPr>
              <a:r>
                <a:rPr lang="en-US" sz="1200" dirty="0">
                  <a:solidFill>
                    <a:prstClr val="white"/>
                  </a:solidFill>
                </a:rPr>
                <a:t>Improve backup &amp; recovery</a:t>
              </a:r>
            </a:p>
          </p:txBody>
        </p:sp>
        <p:pic>
          <p:nvPicPr>
            <p:cNvPr id="14" name="Picture 1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09439" y="1868992"/>
              <a:ext cx="2633474" cy="1767719"/>
            </a:xfrm>
            <a:prstGeom prst="rect">
              <a:avLst/>
            </a:prstGeom>
          </p:spPr>
        </p:pic>
      </p:grpSp>
    </p:spTree>
    <p:extLst>
      <p:ext uri="{BB962C8B-B14F-4D97-AF65-F5344CB8AC3E}">
        <p14:creationId xmlns:p14="http://schemas.microsoft.com/office/powerpoint/2010/main" val="41119688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mn-lt"/>
              </a:rPr>
              <a:t>Retire outdated applications</a:t>
            </a:r>
          </a:p>
        </p:txBody>
      </p:sp>
      <p:sp>
        <p:nvSpPr>
          <p:cNvPr id="4" name="Content Placeholder 3"/>
          <p:cNvSpPr>
            <a:spLocks noGrp="1"/>
          </p:cNvSpPr>
          <p:nvPr>
            <p:ph idx="1"/>
          </p:nvPr>
        </p:nvSpPr>
        <p:spPr>
          <a:xfrm>
            <a:off x="1030605" y="1699425"/>
            <a:ext cx="10311765" cy="4452138"/>
          </a:xfrm>
        </p:spPr>
        <p:txBody>
          <a:bodyPr/>
          <a:lstStyle/>
          <a:p>
            <a:r>
              <a:rPr lang="en-US" sz="2000" dirty="0"/>
              <a:t>Automate the process of extracting, validating, and deleting data from applications</a:t>
            </a:r>
          </a:p>
          <a:p>
            <a:r>
              <a:rPr lang="en-US" sz="2000" dirty="0"/>
              <a:t>Lower database maintenance costs</a:t>
            </a:r>
          </a:p>
          <a:p>
            <a:endParaRPr lang="en-GB" dirty="0"/>
          </a:p>
        </p:txBody>
      </p:sp>
      <p:pic>
        <p:nvPicPr>
          <p:cNvPr id="7" name="Picture 6"/>
          <p:cNvPicPr>
            <a:picLocks noChangeAspect="1"/>
          </p:cNvPicPr>
          <p:nvPr/>
        </p:nvPicPr>
        <p:blipFill>
          <a:blip r:embed="rId3"/>
          <a:stretch>
            <a:fillRect/>
          </a:stretch>
        </p:blipFill>
        <p:spPr>
          <a:xfrm>
            <a:off x="1114426" y="2852737"/>
            <a:ext cx="10144125" cy="3533775"/>
          </a:xfrm>
          <a:prstGeom prst="rect">
            <a:avLst/>
          </a:prstGeom>
        </p:spPr>
      </p:pic>
    </p:spTree>
    <p:extLst>
      <p:ext uri="{BB962C8B-B14F-4D97-AF65-F5344CB8AC3E}">
        <p14:creationId xmlns:p14="http://schemas.microsoft.com/office/powerpoint/2010/main" val="137265045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mn-lt"/>
              </a:rPr>
              <a:t>Apply </a:t>
            </a:r>
            <a:r>
              <a:rPr lang="en-US" dirty="0">
                <a:solidFill>
                  <a:prstClr val="black"/>
                </a:solidFill>
                <a:latin typeface="+mn-lt"/>
                <a:cs typeface="Arial" panose="020B0604020202020204" pitchFamily="34" charset="0"/>
              </a:rPr>
              <a:t>Information Lifecycle</a:t>
            </a:r>
            <a:r>
              <a:rPr lang="en-GB" dirty="0">
                <a:latin typeface="+mn-lt"/>
              </a:rPr>
              <a:t> Policies</a:t>
            </a:r>
          </a:p>
        </p:txBody>
      </p:sp>
      <p:sp>
        <p:nvSpPr>
          <p:cNvPr id="47" name="Content Placeholder 46"/>
          <p:cNvSpPr>
            <a:spLocks noGrp="1"/>
          </p:cNvSpPr>
          <p:nvPr>
            <p:ph idx="1"/>
          </p:nvPr>
        </p:nvSpPr>
        <p:spPr>
          <a:xfrm>
            <a:off x="609600" y="1524000"/>
            <a:ext cx="4623688" cy="4571999"/>
          </a:xfrm>
        </p:spPr>
        <p:txBody>
          <a:bodyPr/>
          <a:lstStyle/>
          <a:p>
            <a:r>
              <a:rPr lang="en-US" sz="2000" dirty="0"/>
              <a:t>Move inactive data from production databases to stabilize performance</a:t>
            </a:r>
          </a:p>
          <a:p>
            <a:r>
              <a:rPr lang="en-US" sz="2000" dirty="0"/>
              <a:t>Provide application access to inactive data</a:t>
            </a:r>
          </a:p>
          <a:p>
            <a:r>
              <a:rPr lang="en-US" sz="2000" dirty="0"/>
              <a:t>Can Retire records to a “compliance” store as 3rd Tier of Archiving</a:t>
            </a:r>
          </a:p>
          <a:p>
            <a:r>
              <a:rPr lang="en-US" sz="2000" dirty="0"/>
              <a:t>Provide access to file based archive via SQL reporting tools</a:t>
            </a:r>
          </a:p>
          <a:p>
            <a:endParaRPr lang="en-GB" dirty="0"/>
          </a:p>
        </p:txBody>
      </p:sp>
      <p:grpSp>
        <p:nvGrpSpPr>
          <p:cNvPr id="23" name="Group 22"/>
          <p:cNvGrpSpPr/>
          <p:nvPr/>
        </p:nvGrpSpPr>
        <p:grpSpPr>
          <a:xfrm>
            <a:off x="5461794" y="1371600"/>
            <a:ext cx="1585071" cy="1201560"/>
            <a:chOff x="5788771" y="1371600"/>
            <a:chExt cx="1258094" cy="1072356"/>
          </a:xfrm>
        </p:grpSpPr>
        <p:sp>
          <p:nvSpPr>
            <p:cNvPr id="6" name="Freeform 5"/>
            <p:cNvSpPr/>
            <p:nvPr/>
          </p:nvSpPr>
          <p:spPr>
            <a:xfrm>
              <a:off x="5795915" y="1523206"/>
              <a:ext cx="1098550" cy="628650"/>
            </a:xfrm>
            <a:custGeom>
              <a:avLst/>
              <a:gdLst>
                <a:gd name="connsiteX0" fmla="*/ 0 w 1536700"/>
                <a:gd name="connsiteY0" fmla="*/ 0 h 971550"/>
                <a:gd name="connsiteX1" fmla="*/ 1041400 w 1536700"/>
                <a:gd name="connsiteY1" fmla="*/ 381000 h 971550"/>
                <a:gd name="connsiteX2" fmla="*/ 1536700 w 1536700"/>
                <a:gd name="connsiteY2" fmla="*/ 971550 h 971550"/>
                <a:gd name="connsiteX0" fmla="*/ 0 w 1536700"/>
                <a:gd name="connsiteY0" fmla="*/ 0 h 971550"/>
                <a:gd name="connsiteX1" fmla="*/ 1041400 w 1536700"/>
                <a:gd name="connsiteY1" fmla="*/ 381000 h 971550"/>
                <a:gd name="connsiteX2" fmla="*/ 1536700 w 1536700"/>
                <a:gd name="connsiteY2" fmla="*/ 971550 h 971550"/>
                <a:gd name="connsiteX0" fmla="*/ 0 w 1536700"/>
                <a:gd name="connsiteY0" fmla="*/ 0 h 971550"/>
                <a:gd name="connsiteX1" fmla="*/ 1041400 w 1536700"/>
                <a:gd name="connsiteY1" fmla="*/ 381000 h 971550"/>
                <a:gd name="connsiteX2" fmla="*/ 1536700 w 1536700"/>
                <a:gd name="connsiteY2" fmla="*/ 971550 h 971550"/>
                <a:gd name="connsiteX0" fmla="*/ 0 w 1536700"/>
                <a:gd name="connsiteY0" fmla="*/ 0 h 971550"/>
                <a:gd name="connsiteX1" fmla="*/ 875271 w 1536700"/>
                <a:gd name="connsiteY1" fmla="*/ 194542 h 971550"/>
                <a:gd name="connsiteX2" fmla="*/ 1536700 w 1536700"/>
                <a:gd name="connsiteY2" fmla="*/ 971550 h 971550"/>
                <a:gd name="connsiteX0" fmla="*/ 0 w 1536700"/>
                <a:gd name="connsiteY0" fmla="*/ 0 h 971550"/>
                <a:gd name="connsiteX1" fmla="*/ 875271 w 1536700"/>
                <a:gd name="connsiteY1" fmla="*/ 194542 h 971550"/>
                <a:gd name="connsiteX2" fmla="*/ 1536700 w 1536700"/>
                <a:gd name="connsiteY2" fmla="*/ 971550 h 971550"/>
                <a:gd name="connsiteX0" fmla="*/ 0 w 1437022"/>
                <a:gd name="connsiteY0" fmla="*/ 0 h 971550"/>
                <a:gd name="connsiteX1" fmla="*/ 875271 w 1437022"/>
                <a:gd name="connsiteY1" fmla="*/ 194542 h 971550"/>
                <a:gd name="connsiteX2" fmla="*/ 1437022 w 1437022"/>
                <a:gd name="connsiteY2" fmla="*/ 971550 h 971550"/>
                <a:gd name="connsiteX0" fmla="*/ 0 w 1437022"/>
                <a:gd name="connsiteY0" fmla="*/ 0 h 971550"/>
                <a:gd name="connsiteX1" fmla="*/ 875271 w 1437022"/>
                <a:gd name="connsiteY1" fmla="*/ 194542 h 971550"/>
                <a:gd name="connsiteX2" fmla="*/ 1437022 w 1437022"/>
                <a:gd name="connsiteY2" fmla="*/ 971550 h 971550"/>
                <a:gd name="connsiteX0" fmla="*/ 0 w 1437022"/>
                <a:gd name="connsiteY0" fmla="*/ 0 h 971550"/>
                <a:gd name="connsiteX1" fmla="*/ 875271 w 1437022"/>
                <a:gd name="connsiteY1" fmla="*/ 194542 h 971550"/>
                <a:gd name="connsiteX2" fmla="*/ 1437022 w 1437022"/>
                <a:gd name="connsiteY2" fmla="*/ 971550 h 971550"/>
              </a:gdLst>
              <a:ahLst/>
              <a:cxnLst>
                <a:cxn ang="0">
                  <a:pos x="connsiteX0" y="connsiteY0"/>
                </a:cxn>
                <a:cxn ang="0">
                  <a:pos x="connsiteX1" y="connsiteY1"/>
                </a:cxn>
                <a:cxn ang="0">
                  <a:pos x="connsiteX2" y="connsiteY2"/>
                </a:cxn>
              </a:cxnLst>
              <a:rect l="l" t="t" r="r" b="b"/>
              <a:pathLst>
                <a:path w="1437022" h="971550">
                  <a:moveTo>
                    <a:pt x="0" y="0"/>
                  </a:moveTo>
                  <a:cubicBezTo>
                    <a:pt x="533852" y="11401"/>
                    <a:pt x="619154" y="32617"/>
                    <a:pt x="875271" y="194542"/>
                  </a:cubicBezTo>
                  <a:cubicBezTo>
                    <a:pt x="1139694" y="385908"/>
                    <a:pt x="1317431" y="560964"/>
                    <a:pt x="1437022" y="971550"/>
                  </a:cubicBezTo>
                </a:path>
              </a:pathLst>
            </a:custGeom>
            <a:ln w="38100" cap="flat" cmpd="sng" algn="ctr">
              <a:solidFill>
                <a:srgbClr val="00A982"/>
              </a:solidFill>
              <a:prstDash val="solid"/>
              <a:round/>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solidFill>
                  <a:prstClr val="black"/>
                </a:solidFill>
              </a:endParaRPr>
            </a:p>
          </p:txBody>
        </p:sp>
        <p:sp>
          <p:nvSpPr>
            <p:cNvPr id="7" name="Freeform 6"/>
            <p:cNvSpPr/>
            <p:nvPr/>
          </p:nvSpPr>
          <p:spPr>
            <a:xfrm flipV="1">
              <a:off x="5795915" y="1383506"/>
              <a:ext cx="1098550" cy="1022350"/>
            </a:xfrm>
            <a:custGeom>
              <a:avLst/>
              <a:gdLst>
                <a:gd name="connsiteX0" fmla="*/ 0 w 1536700"/>
                <a:gd name="connsiteY0" fmla="*/ 0 h 971550"/>
                <a:gd name="connsiteX1" fmla="*/ 1041400 w 1536700"/>
                <a:gd name="connsiteY1" fmla="*/ 381000 h 971550"/>
                <a:gd name="connsiteX2" fmla="*/ 1536700 w 1536700"/>
                <a:gd name="connsiteY2" fmla="*/ 971550 h 971550"/>
                <a:gd name="connsiteX0" fmla="*/ 0 w 1536700"/>
                <a:gd name="connsiteY0" fmla="*/ 0 h 971550"/>
                <a:gd name="connsiteX1" fmla="*/ 1041400 w 1536700"/>
                <a:gd name="connsiteY1" fmla="*/ 381000 h 971550"/>
                <a:gd name="connsiteX2" fmla="*/ 1536700 w 1536700"/>
                <a:gd name="connsiteY2" fmla="*/ 971550 h 971550"/>
                <a:gd name="connsiteX0" fmla="*/ 0 w 1536700"/>
                <a:gd name="connsiteY0" fmla="*/ 0 h 971550"/>
                <a:gd name="connsiteX1" fmla="*/ 1041400 w 1536700"/>
                <a:gd name="connsiteY1" fmla="*/ 381000 h 971550"/>
                <a:gd name="connsiteX2" fmla="*/ 1536700 w 1536700"/>
                <a:gd name="connsiteY2" fmla="*/ 971550 h 971550"/>
                <a:gd name="connsiteX0" fmla="*/ 0 w 1536700"/>
                <a:gd name="connsiteY0" fmla="*/ 0 h 971550"/>
                <a:gd name="connsiteX1" fmla="*/ 875271 w 1536700"/>
                <a:gd name="connsiteY1" fmla="*/ 194542 h 971550"/>
                <a:gd name="connsiteX2" fmla="*/ 1536700 w 1536700"/>
                <a:gd name="connsiteY2" fmla="*/ 971550 h 971550"/>
                <a:gd name="connsiteX0" fmla="*/ 0 w 1536700"/>
                <a:gd name="connsiteY0" fmla="*/ 0 h 971550"/>
                <a:gd name="connsiteX1" fmla="*/ 875271 w 1536700"/>
                <a:gd name="connsiteY1" fmla="*/ 194542 h 971550"/>
                <a:gd name="connsiteX2" fmla="*/ 1536700 w 1536700"/>
                <a:gd name="connsiteY2" fmla="*/ 971550 h 971550"/>
                <a:gd name="connsiteX0" fmla="*/ 0 w 1437022"/>
                <a:gd name="connsiteY0" fmla="*/ 0 h 971550"/>
                <a:gd name="connsiteX1" fmla="*/ 875271 w 1437022"/>
                <a:gd name="connsiteY1" fmla="*/ 194542 h 971550"/>
                <a:gd name="connsiteX2" fmla="*/ 1437022 w 1437022"/>
                <a:gd name="connsiteY2" fmla="*/ 971550 h 971550"/>
                <a:gd name="connsiteX0" fmla="*/ 0 w 1437022"/>
                <a:gd name="connsiteY0" fmla="*/ 0 h 971550"/>
                <a:gd name="connsiteX1" fmla="*/ 875271 w 1437022"/>
                <a:gd name="connsiteY1" fmla="*/ 194542 h 971550"/>
                <a:gd name="connsiteX2" fmla="*/ 1437022 w 1437022"/>
                <a:gd name="connsiteY2" fmla="*/ 971550 h 971550"/>
                <a:gd name="connsiteX0" fmla="*/ 0 w 1437022"/>
                <a:gd name="connsiteY0" fmla="*/ 0 h 971550"/>
                <a:gd name="connsiteX1" fmla="*/ 875271 w 1437022"/>
                <a:gd name="connsiteY1" fmla="*/ 194542 h 971550"/>
                <a:gd name="connsiteX2" fmla="*/ 1437022 w 1437022"/>
                <a:gd name="connsiteY2" fmla="*/ 971550 h 971550"/>
              </a:gdLst>
              <a:ahLst/>
              <a:cxnLst>
                <a:cxn ang="0">
                  <a:pos x="connsiteX0" y="connsiteY0"/>
                </a:cxn>
                <a:cxn ang="0">
                  <a:pos x="connsiteX1" y="connsiteY1"/>
                </a:cxn>
                <a:cxn ang="0">
                  <a:pos x="connsiteX2" y="connsiteY2"/>
                </a:cxn>
              </a:cxnLst>
              <a:rect l="l" t="t" r="r" b="b"/>
              <a:pathLst>
                <a:path w="1437022" h="971550">
                  <a:moveTo>
                    <a:pt x="0" y="0"/>
                  </a:moveTo>
                  <a:cubicBezTo>
                    <a:pt x="533852" y="11401"/>
                    <a:pt x="619154" y="32617"/>
                    <a:pt x="875271" y="194542"/>
                  </a:cubicBezTo>
                  <a:cubicBezTo>
                    <a:pt x="1139694" y="385908"/>
                    <a:pt x="1317431" y="560964"/>
                    <a:pt x="1437022" y="971550"/>
                  </a:cubicBezTo>
                </a:path>
              </a:pathLst>
            </a:custGeom>
            <a:ln w="38100" cap="flat" cmpd="sng" algn="ctr">
              <a:solidFill>
                <a:schemeClr val="accent3"/>
              </a:solidFill>
              <a:prstDash val="solid"/>
              <a:round/>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solidFill>
                  <a:srgbClr val="0096D6"/>
                </a:solidFill>
              </a:endParaRPr>
            </a:p>
          </p:txBody>
        </p:sp>
        <p:sp>
          <p:nvSpPr>
            <p:cNvPr id="8" name="TextBox 7"/>
            <p:cNvSpPr txBox="1"/>
            <p:nvPr/>
          </p:nvSpPr>
          <p:spPr>
            <a:xfrm>
              <a:off x="5789565" y="2177256"/>
              <a:ext cx="492849" cy="215444"/>
            </a:xfrm>
            <a:prstGeom prst="rect">
              <a:avLst/>
            </a:prstGeom>
            <a:noFill/>
          </p:spPr>
          <p:txBody>
            <a:bodyPr wrap="none" rtlCol="0">
              <a:noAutofit/>
            </a:bodyPr>
            <a:lstStyle/>
            <a:p>
              <a:pPr defTabSz="430213">
                <a:spcAft>
                  <a:spcPts val="400"/>
                </a:spcAft>
                <a:buSzPct val="100000"/>
              </a:pPr>
              <a:r>
                <a:rPr lang="en-US" sz="800" dirty="0">
                  <a:solidFill>
                    <a:srgbClr val="FF8D6D"/>
                  </a:solidFill>
                  <a:cs typeface="HP Simplified" pitchFamily="34" charset="0"/>
                </a:rPr>
                <a:t>Growth</a:t>
              </a:r>
            </a:p>
          </p:txBody>
        </p:sp>
        <p:sp>
          <p:nvSpPr>
            <p:cNvPr id="9" name="TextBox 8"/>
            <p:cNvSpPr txBox="1"/>
            <p:nvPr/>
          </p:nvSpPr>
          <p:spPr>
            <a:xfrm>
              <a:off x="5789565" y="1586706"/>
              <a:ext cx="492849" cy="215444"/>
            </a:xfrm>
            <a:prstGeom prst="rect">
              <a:avLst/>
            </a:prstGeom>
            <a:noFill/>
          </p:spPr>
          <p:txBody>
            <a:bodyPr wrap="none" rtlCol="0">
              <a:noAutofit/>
            </a:bodyPr>
            <a:lstStyle/>
            <a:p>
              <a:pPr defTabSz="430213">
                <a:spcAft>
                  <a:spcPts val="400"/>
                </a:spcAft>
                <a:buSzPct val="100000"/>
              </a:pPr>
              <a:r>
                <a:rPr lang="en-US" sz="800" dirty="0">
                  <a:solidFill>
                    <a:srgbClr val="00A982"/>
                  </a:solidFill>
                  <a:cs typeface="HP Simplified" pitchFamily="34" charset="0"/>
                </a:rPr>
                <a:t>Performance</a:t>
              </a:r>
            </a:p>
          </p:txBody>
        </p:sp>
        <p:cxnSp>
          <p:nvCxnSpPr>
            <p:cNvPr id="10" name="Straight Connector 9"/>
            <p:cNvCxnSpPr/>
            <p:nvPr/>
          </p:nvCxnSpPr>
          <p:spPr>
            <a:xfrm rot="5400000">
              <a:off x="5256165" y="1904206"/>
              <a:ext cx="1066800" cy="1588"/>
            </a:xfrm>
            <a:prstGeom prst="line">
              <a:avLst/>
            </a:prstGeom>
            <a:ln w="38100" cap="flat" cmpd="sng" algn="ctr">
              <a:solidFill>
                <a:srgbClr val="B9B8BB"/>
              </a:solidFill>
              <a:prstDash val="solid"/>
              <a:round/>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rot="10800000">
              <a:off x="5788771" y="2438400"/>
              <a:ext cx="1258094" cy="5556"/>
            </a:xfrm>
            <a:prstGeom prst="line">
              <a:avLst/>
            </a:prstGeom>
            <a:ln w="38100" cap="flat" cmpd="sng" algn="ctr">
              <a:solidFill>
                <a:srgbClr val="B9B8BB"/>
              </a:solidFill>
              <a:prstDash val="solid"/>
              <a:round/>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cxnSp>
      </p:grpSp>
      <p:grpSp>
        <p:nvGrpSpPr>
          <p:cNvPr id="26" name="Group 25"/>
          <p:cNvGrpSpPr/>
          <p:nvPr/>
        </p:nvGrpSpPr>
        <p:grpSpPr>
          <a:xfrm>
            <a:off x="7585234" y="1384941"/>
            <a:ext cx="3994150" cy="1217821"/>
            <a:chOff x="4882356" y="3055144"/>
            <a:chExt cx="3423444" cy="1066800"/>
          </a:xfrm>
        </p:grpSpPr>
        <p:sp>
          <p:nvSpPr>
            <p:cNvPr id="27" name="Rectangle 26"/>
            <p:cNvSpPr/>
            <p:nvPr/>
          </p:nvSpPr>
          <p:spPr>
            <a:xfrm>
              <a:off x="5988050" y="3683000"/>
              <a:ext cx="2305050" cy="355600"/>
            </a:xfrm>
            <a:prstGeom prst="rect">
              <a:avLst/>
            </a:prstGeom>
            <a:solidFill>
              <a:srgbClr val="F4F5F5"/>
            </a:solidFill>
            <a:ln>
              <a:noFill/>
            </a:ln>
            <a:effectLst/>
          </p:spPr>
          <p:style>
            <a:lnRef idx="1">
              <a:schemeClr val="accent1"/>
            </a:lnRef>
            <a:fillRef idx="3">
              <a:schemeClr val="accent1"/>
            </a:fillRef>
            <a:effectRef idx="2">
              <a:schemeClr val="accent1"/>
            </a:effectRef>
            <a:fontRef idx="minor">
              <a:schemeClr val="lt1"/>
            </a:fontRef>
          </p:style>
          <p:txBody>
            <a:bodyPr lIns="144000" tIns="0" rIns="0" bIns="36000" numCol="1" rtlCol="0" anchor="t" anchorCtr="0"/>
            <a:lstStyle/>
            <a:p>
              <a:r>
                <a:rPr lang="en-US" sz="800" dirty="0">
                  <a:solidFill>
                    <a:srgbClr val="FF8D6D"/>
                  </a:solidFill>
                </a:rPr>
                <a:t>Predictable, stable performance band</a:t>
              </a:r>
            </a:p>
          </p:txBody>
        </p:sp>
        <p:sp>
          <p:nvSpPr>
            <p:cNvPr id="28" name="Freeform 27"/>
            <p:cNvSpPr/>
            <p:nvPr/>
          </p:nvSpPr>
          <p:spPr>
            <a:xfrm>
              <a:off x="4902200" y="3206750"/>
              <a:ext cx="1098550" cy="628650"/>
            </a:xfrm>
            <a:custGeom>
              <a:avLst/>
              <a:gdLst>
                <a:gd name="connsiteX0" fmla="*/ 0 w 1536700"/>
                <a:gd name="connsiteY0" fmla="*/ 0 h 971550"/>
                <a:gd name="connsiteX1" fmla="*/ 1041400 w 1536700"/>
                <a:gd name="connsiteY1" fmla="*/ 381000 h 971550"/>
                <a:gd name="connsiteX2" fmla="*/ 1536700 w 1536700"/>
                <a:gd name="connsiteY2" fmla="*/ 971550 h 971550"/>
                <a:gd name="connsiteX0" fmla="*/ 0 w 1536700"/>
                <a:gd name="connsiteY0" fmla="*/ 0 h 971550"/>
                <a:gd name="connsiteX1" fmla="*/ 1041400 w 1536700"/>
                <a:gd name="connsiteY1" fmla="*/ 381000 h 971550"/>
                <a:gd name="connsiteX2" fmla="*/ 1536700 w 1536700"/>
                <a:gd name="connsiteY2" fmla="*/ 971550 h 971550"/>
                <a:gd name="connsiteX0" fmla="*/ 0 w 1536700"/>
                <a:gd name="connsiteY0" fmla="*/ 0 h 971550"/>
                <a:gd name="connsiteX1" fmla="*/ 1041400 w 1536700"/>
                <a:gd name="connsiteY1" fmla="*/ 381000 h 971550"/>
                <a:gd name="connsiteX2" fmla="*/ 1536700 w 1536700"/>
                <a:gd name="connsiteY2" fmla="*/ 971550 h 971550"/>
                <a:gd name="connsiteX0" fmla="*/ 0 w 1536700"/>
                <a:gd name="connsiteY0" fmla="*/ 0 h 971550"/>
                <a:gd name="connsiteX1" fmla="*/ 875271 w 1536700"/>
                <a:gd name="connsiteY1" fmla="*/ 194542 h 971550"/>
                <a:gd name="connsiteX2" fmla="*/ 1536700 w 1536700"/>
                <a:gd name="connsiteY2" fmla="*/ 971550 h 971550"/>
                <a:gd name="connsiteX0" fmla="*/ 0 w 1536700"/>
                <a:gd name="connsiteY0" fmla="*/ 0 h 971550"/>
                <a:gd name="connsiteX1" fmla="*/ 875271 w 1536700"/>
                <a:gd name="connsiteY1" fmla="*/ 194542 h 971550"/>
                <a:gd name="connsiteX2" fmla="*/ 1536700 w 1536700"/>
                <a:gd name="connsiteY2" fmla="*/ 971550 h 971550"/>
                <a:gd name="connsiteX0" fmla="*/ 0 w 1437022"/>
                <a:gd name="connsiteY0" fmla="*/ 0 h 971550"/>
                <a:gd name="connsiteX1" fmla="*/ 875271 w 1437022"/>
                <a:gd name="connsiteY1" fmla="*/ 194542 h 971550"/>
                <a:gd name="connsiteX2" fmla="*/ 1437022 w 1437022"/>
                <a:gd name="connsiteY2" fmla="*/ 971550 h 971550"/>
                <a:gd name="connsiteX0" fmla="*/ 0 w 1437022"/>
                <a:gd name="connsiteY0" fmla="*/ 0 h 971550"/>
                <a:gd name="connsiteX1" fmla="*/ 875271 w 1437022"/>
                <a:gd name="connsiteY1" fmla="*/ 194542 h 971550"/>
                <a:gd name="connsiteX2" fmla="*/ 1437022 w 1437022"/>
                <a:gd name="connsiteY2" fmla="*/ 971550 h 971550"/>
                <a:gd name="connsiteX0" fmla="*/ 0 w 1437022"/>
                <a:gd name="connsiteY0" fmla="*/ 0 h 971550"/>
                <a:gd name="connsiteX1" fmla="*/ 875271 w 1437022"/>
                <a:gd name="connsiteY1" fmla="*/ 194542 h 971550"/>
                <a:gd name="connsiteX2" fmla="*/ 1437022 w 1437022"/>
                <a:gd name="connsiteY2" fmla="*/ 971550 h 971550"/>
              </a:gdLst>
              <a:ahLst/>
              <a:cxnLst>
                <a:cxn ang="0">
                  <a:pos x="connsiteX0" y="connsiteY0"/>
                </a:cxn>
                <a:cxn ang="0">
                  <a:pos x="connsiteX1" y="connsiteY1"/>
                </a:cxn>
                <a:cxn ang="0">
                  <a:pos x="connsiteX2" y="connsiteY2"/>
                </a:cxn>
              </a:cxnLst>
              <a:rect l="l" t="t" r="r" b="b"/>
              <a:pathLst>
                <a:path w="1437022" h="971550">
                  <a:moveTo>
                    <a:pt x="0" y="0"/>
                  </a:moveTo>
                  <a:cubicBezTo>
                    <a:pt x="533852" y="11401"/>
                    <a:pt x="619154" y="32617"/>
                    <a:pt x="875271" y="194542"/>
                  </a:cubicBezTo>
                  <a:cubicBezTo>
                    <a:pt x="1139694" y="385908"/>
                    <a:pt x="1317431" y="560964"/>
                    <a:pt x="1437022" y="971550"/>
                  </a:cubicBezTo>
                </a:path>
              </a:pathLst>
            </a:custGeom>
            <a:ln w="38100" cap="flat" cmpd="sng" algn="ctr">
              <a:solidFill>
                <a:srgbClr val="00A982"/>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solidFill>
                  <a:prstClr val="black"/>
                </a:solidFill>
              </a:endParaRPr>
            </a:p>
          </p:txBody>
        </p:sp>
        <p:sp>
          <p:nvSpPr>
            <p:cNvPr id="29" name="TextBox 28"/>
            <p:cNvSpPr txBox="1"/>
            <p:nvPr/>
          </p:nvSpPr>
          <p:spPr>
            <a:xfrm>
              <a:off x="4883150" y="3860800"/>
              <a:ext cx="492849" cy="215444"/>
            </a:xfrm>
            <a:prstGeom prst="rect">
              <a:avLst/>
            </a:prstGeom>
            <a:noFill/>
          </p:spPr>
          <p:txBody>
            <a:bodyPr wrap="none" rtlCol="0">
              <a:noAutofit/>
            </a:bodyPr>
            <a:lstStyle/>
            <a:p>
              <a:pPr defTabSz="430213">
                <a:spcAft>
                  <a:spcPts val="400"/>
                </a:spcAft>
                <a:buSzPct val="100000"/>
              </a:pPr>
              <a:r>
                <a:rPr lang="en-US" sz="800" dirty="0">
                  <a:solidFill>
                    <a:srgbClr val="FF8D6D"/>
                  </a:solidFill>
                  <a:cs typeface="HP Simplified" pitchFamily="34" charset="0"/>
                </a:rPr>
                <a:t>Growth</a:t>
              </a:r>
            </a:p>
          </p:txBody>
        </p:sp>
        <p:sp>
          <p:nvSpPr>
            <p:cNvPr id="30" name="TextBox 29"/>
            <p:cNvSpPr txBox="1"/>
            <p:nvPr/>
          </p:nvSpPr>
          <p:spPr>
            <a:xfrm>
              <a:off x="4883150" y="3270250"/>
              <a:ext cx="492849" cy="215444"/>
            </a:xfrm>
            <a:prstGeom prst="rect">
              <a:avLst/>
            </a:prstGeom>
            <a:noFill/>
          </p:spPr>
          <p:txBody>
            <a:bodyPr wrap="none" rtlCol="0">
              <a:noAutofit/>
            </a:bodyPr>
            <a:lstStyle/>
            <a:p>
              <a:pPr defTabSz="430213">
                <a:spcAft>
                  <a:spcPts val="400"/>
                </a:spcAft>
                <a:buSzPct val="100000"/>
              </a:pPr>
              <a:r>
                <a:rPr lang="en-US" sz="800" dirty="0">
                  <a:solidFill>
                    <a:srgbClr val="00A982"/>
                  </a:solidFill>
                  <a:cs typeface="HP Simplified" pitchFamily="34" charset="0"/>
                </a:rPr>
                <a:t>Performance</a:t>
              </a:r>
            </a:p>
          </p:txBody>
        </p:sp>
        <p:cxnSp>
          <p:nvCxnSpPr>
            <p:cNvPr id="31" name="Straight Connector 30"/>
            <p:cNvCxnSpPr/>
            <p:nvPr/>
          </p:nvCxnSpPr>
          <p:spPr>
            <a:xfrm rot="5400000">
              <a:off x="4349750" y="3587750"/>
              <a:ext cx="1066800" cy="1588"/>
            </a:xfrm>
            <a:prstGeom prst="line">
              <a:avLst/>
            </a:prstGeom>
            <a:ln w="38100" cap="flat" cmpd="sng" algn="ctr">
              <a:solidFill>
                <a:srgbClr val="B9B8BB"/>
              </a:solidFill>
              <a:prstDash val="solid"/>
              <a:round/>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rot="10800000" flipV="1">
              <a:off x="4882356" y="4121150"/>
              <a:ext cx="3410744" cy="794"/>
            </a:xfrm>
            <a:prstGeom prst="line">
              <a:avLst/>
            </a:prstGeom>
            <a:ln w="38100" cap="flat" cmpd="sng" algn="ctr">
              <a:solidFill>
                <a:srgbClr val="B9B8BB"/>
              </a:solidFill>
              <a:prstDash val="solid"/>
              <a:round/>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3" name="Freeform 32"/>
            <p:cNvSpPr/>
            <p:nvPr/>
          </p:nvSpPr>
          <p:spPr>
            <a:xfrm>
              <a:off x="6019800" y="3337560"/>
              <a:ext cx="2286000" cy="491490"/>
            </a:xfrm>
            <a:custGeom>
              <a:avLst/>
              <a:gdLst>
                <a:gd name="connsiteX0" fmla="*/ 0 w 2286000"/>
                <a:gd name="connsiteY0" fmla="*/ 723900 h 723900"/>
                <a:gd name="connsiteX1" fmla="*/ 0 w 2286000"/>
                <a:gd name="connsiteY1" fmla="*/ 0 h 723900"/>
                <a:gd name="connsiteX2" fmla="*/ 2286000 w 2286000"/>
                <a:gd name="connsiteY2" fmla="*/ 0 h 723900"/>
              </a:gdLst>
              <a:ahLst/>
              <a:cxnLst>
                <a:cxn ang="0">
                  <a:pos x="connsiteX0" y="connsiteY0"/>
                </a:cxn>
                <a:cxn ang="0">
                  <a:pos x="connsiteX1" y="connsiteY1"/>
                </a:cxn>
                <a:cxn ang="0">
                  <a:pos x="connsiteX2" y="connsiteY2"/>
                </a:cxn>
              </a:cxnLst>
              <a:rect l="l" t="t" r="r" b="b"/>
              <a:pathLst>
                <a:path w="2286000" h="723900">
                  <a:moveTo>
                    <a:pt x="0" y="723900"/>
                  </a:moveTo>
                  <a:lnTo>
                    <a:pt x="0" y="0"/>
                  </a:lnTo>
                  <a:lnTo>
                    <a:pt x="2286000" y="0"/>
                  </a:lnTo>
                </a:path>
              </a:pathLst>
            </a:custGeom>
            <a:ln w="38100" cap="flat" cmpd="sng" algn="ctr">
              <a:solidFill>
                <a:srgbClr val="00A982"/>
              </a:solidFill>
              <a:prstDash val="solid"/>
              <a:round/>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solidFill>
                  <a:prstClr val="black"/>
                </a:solidFill>
              </a:endParaRPr>
            </a:p>
          </p:txBody>
        </p:sp>
        <p:sp>
          <p:nvSpPr>
            <p:cNvPr id="34" name="Freeform 33"/>
            <p:cNvSpPr/>
            <p:nvPr/>
          </p:nvSpPr>
          <p:spPr>
            <a:xfrm flipV="1">
              <a:off x="4889500" y="3067050"/>
              <a:ext cx="1098550" cy="1022350"/>
            </a:xfrm>
            <a:custGeom>
              <a:avLst/>
              <a:gdLst>
                <a:gd name="connsiteX0" fmla="*/ 0 w 1536700"/>
                <a:gd name="connsiteY0" fmla="*/ 0 h 971550"/>
                <a:gd name="connsiteX1" fmla="*/ 1041400 w 1536700"/>
                <a:gd name="connsiteY1" fmla="*/ 381000 h 971550"/>
                <a:gd name="connsiteX2" fmla="*/ 1536700 w 1536700"/>
                <a:gd name="connsiteY2" fmla="*/ 971550 h 971550"/>
                <a:gd name="connsiteX0" fmla="*/ 0 w 1536700"/>
                <a:gd name="connsiteY0" fmla="*/ 0 h 971550"/>
                <a:gd name="connsiteX1" fmla="*/ 1041400 w 1536700"/>
                <a:gd name="connsiteY1" fmla="*/ 381000 h 971550"/>
                <a:gd name="connsiteX2" fmla="*/ 1536700 w 1536700"/>
                <a:gd name="connsiteY2" fmla="*/ 971550 h 971550"/>
                <a:gd name="connsiteX0" fmla="*/ 0 w 1536700"/>
                <a:gd name="connsiteY0" fmla="*/ 0 h 971550"/>
                <a:gd name="connsiteX1" fmla="*/ 1041400 w 1536700"/>
                <a:gd name="connsiteY1" fmla="*/ 381000 h 971550"/>
                <a:gd name="connsiteX2" fmla="*/ 1536700 w 1536700"/>
                <a:gd name="connsiteY2" fmla="*/ 971550 h 971550"/>
                <a:gd name="connsiteX0" fmla="*/ 0 w 1536700"/>
                <a:gd name="connsiteY0" fmla="*/ 0 h 971550"/>
                <a:gd name="connsiteX1" fmla="*/ 875271 w 1536700"/>
                <a:gd name="connsiteY1" fmla="*/ 194542 h 971550"/>
                <a:gd name="connsiteX2" fmla="*/ 1536700 w 1536700"/>
                <a:gd name="connsiteY2" fmla="*/ 971550 h 971550"/>
                <a:gd name="connsiteX0" fmla="*/ 0 w 1536700"/>
                <a:gd name="connsiteY0" fmla="*/ 0 h 971550"/>
                <a:gd name="connsiteX1" fmla="*/ 875271 w 1536700"/>
                <a:gd name="connsiteY1" fmla="*/ 194542 h 971550"/>
                <a:gd name="connsiteX2" fmla="*/ 1536700 w 1536700"/>
                <a:gd name="connsiteY2" fmla="*/ 971550 h 971550"/>
                <a:gd name="connsiteX0" fmla="*/ 0 w 1437022"/>
                <a:gd name="connsiteY0" fmla="*/ 0 h 971550"/>
                <a:gd name="connsiteX1" fmla="*/ 875271 w 1437022"/>
                <a:gd name="connsiteY1" fmla="*/ 194542 h 971550"/>
                <a:gd name="connsiteX2" fmla="*/ 1437022 w 1437022"/>
                <a:gd name="connsiteY2" fmla="*/ 971550 h 971550"/>
                <a:gd name="connsiteX0" fmla="*/ 0 w 1437022"/>
                <a:gd name="connsiteY0" fmla="*/ 0 h 971550"/>
                <a:gd name="connsiteX1" fmla="*/ 875271 w 1437022"/>
                <a:gd name="connsiteY1" fmla="*/ 194542 h 971550"/>
                <a:gd name="connsiteX2" fmla="*/ 1437022 w 1437022"/>
                <a:gd name="connsiteY2" fmla="*/ 971550 h 971550"/>
                <a:gd name="connsiteX0" fmla="*/ 0 w 1437022"/>
                <a:gd name="connsiteY0" fmla="*/ 0 h 971550"/>
                <a:gd name="connsiteX1" fmla="*/ 875271 w 1437022"/>
                <a:gd name="connsiteY1" fmla="*/ 194542 h 971550"/>
                <a:gd name="connsiteX2" fmla="*/ 1437022 w 1437022"/>
                <a:gd name="connsiteY2" fmla="*/ 971550 h 971550"/>
              </a:gdLst>
              <a:ahLst/>
              <a:cxnLst>
                <a:cxn ang="0">
                  <a:pos x="connsiteX0" y="connsiteY0"/>
                </a:cxn>
                <a:cxn ang="0">
                  <a:pos x="connsiteX1" y="connsiteY1"/>
                </a:cxn>
                <a:cxn ang="0">
                  <a:pos x="connsiteX2" y="connsiteY2"/>
                </a:cxn>
              </a:cxnLst>
              <a:rect l="l" t="t" r="r" b="b"/>
              <a:pathLst>
                <a:path w="1437022" h="971550">
                  <a:moveTo>
                    <a:pt x="0" y="0"/>
                  </a:moveTo>
                  <a:cubicBezTo>
                    <a:pt x="533852" y="11401"/>
                    <a:pt x="619154" y="32617"/>
                    <a:pt x="875271" y="194542"/>
                  </a:cubicBezTo>
                  <a:cubicBezTo>
                    <a:pt x="1139694" y="385908"/>
                    <a:pt x="1317431" y="560964"/>
                    <a:pt x="1437022" y="971550"/>
                  </a:cubicBezTo>
                </a:path>
              </a:pathLst>
            </a:custGeom>
            <a:ln w="38100" cap="flat" cmpd="sng" algn="ctr">
              <a:solidFill>
                <a:schemeClr val="accent3"/>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solidFill>
                  <a:prstClr val="black"/>
                </a:solidFill>
              </a:endParaRPr>
            </a:p>
          </p:txBody>
        </p:sp>
        <p:sp>
          <p:nvSpPr>
            <p:cNvPr id="35" name="Freeform 34"/>
            <p:cNvSpPr/>
            <p:nvPr/>
          </p:nvSpPr>
          <p:spPr>
            <a:xfrm>
              <a:off x="5988050" y="3073400"/>
              <a:ext cx="2273300" cy="908050"/>
            </a:xfrm>
            <a:custGeom>
              <a:avLst/>
              <a:gdLst>
                <a:gd name="connsiteX0" fmla="*/ 0 w 2273300"/>
                <a:gd name="connsiteY0" fmla="*/ 0 h 908050"/>
                <a:gd name="connsiteX1" fmla="*/ 6350 w 2273300"/>
                <a:gd name="connsiteY1" fmla="*/ 908050 h 908050"/>
                <a:gd name="connsiteX2" fmla="*/ 450850 w 2273300"/>
                <a:gd name="connsiteY2" fmla="*/ 825500 h 908050"/>
                <a:gd name="connsiteX3" fmla="*/ 450850 w 2273300"/>
                <a:gd name="connsiteY3" fmla="*/ 895350 h 908050"/>
                <a:gd name="connsiteX4" fmla="*/ 939800 w 2273300"/>
                <a:gd name="connsiteY4" fmla="*/ 819150 h 908050"/>
                <a:gd name="connsiteX5" fmla="*/ 939800 w 2273300"/>
                <a:gd name="connsiteY5" fmla="*/ 901700 h 908050"/>
                <a:gd name="connsiteX6" fmla="*/ 1422400 w 2273300"/>
                <a:gd name="connsiteY6" fmla="*/ 812800 h 908050"/>
                <a:gd name="connsiteX7" fmla="*/ 1422400 w 2273300"/>
                <a:gd name="connsiteY7" fmla="*/ 882650 h 908050"/>
                <a:gd name="connsiteX8" fmla="*/ 1892300 w 2273300"/>
                <a:gd name="connsiteY8" fmla="*/ 800100 h 908050"/>
                <a:gd name="connsiteX9" fmla="*/ 1892300 w 2273300"/>
                <a:gd name="connsiteY9" fmla="*/ 895350 h 908050"/>
                <a:gd name="connsiteX10" fmla="*/ 2273300 w 2273300"/>
                <a:gd name="connsiteY10" fmla="*/ 806450 h 908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73300" h="908050">
                  <a:moveTo>
                    <a:pt x="0" y="0"/>
                  </a:moveTo>
                  <a:cubicBezTo>
                    <a:pt x="2117" y="302683"/>
                    <a:pt x="4233" y="605367"/>
                    <a:pt x="6350" y="908050"/>
                  </a:cubicBezTo>
                  <a:lnTo>
                    <a:pt x="450850" y="825500"/>
                  </a:lnTo>
                  <a:lnTo>
                    <a:pt x="450850" y="895350"/>
                  </a:lnTo>
                  <a:lnTo>
                    <a:pt x="939800" y="819150"/>
                  </a:lnTo>
                  <a:lnTo>
                    <a:pt x="939800" y="901700"/>
                  </a:lnTo>
                  <a:lnTo>
                    <a:pt x="1422400" y="812800"/>
                  </a:lnTo>
                  <a:lnTo>
                    <a:pt x="1422400" y="882650"/>
                  </a:lnTo>
                  <a:lnTo>
                    <a:pt x="1892300" y="800100"/>
                  </a:lnTo>
                  <a:lnTo>
                    <a:pt x="1892300" y="895350"/>
                  </a:lnTo>
                  <a:lnTo>
                    <a:pt x="2273300" y="806450"/>
                  </a:lnTo>
                </a:path>
              </a:pathLst>
            </a:custGeom>
            <a:ln w="38100" cap="flat" cmpd="sng" algn="ctr">
              <a:solidFill>
                <a:schemeClr val="accent3"/>
              </a:solidFill>
              <a:prstDash val="solid"/>
              <a:round/>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solidFill>
                  <a:prstClr val="black"/>
                </a:solidFill>
              </a:endParaRPr>
            </a:p>
          </p:txBody>
        </p:sp>
      </p:grpSp>
      <p:sp>
        <p:nvSpPr>
          <p:cNvPr id="36" name="Right Arrow 35"/>
          <p:cNvSpPr>
            <a:spLocks noChangeAspect="1"/>
          </p:cNvSpPr>
          <p:nvPr/>
        </p:nvSpPr>
        <p:spPr>
          <a:xfrm>
            <a:off x="7015738" y="1902797"/>
            <a:ext cx="476250" cy="319088"/>
          </a:xfrm>
          <a:prstGeom prst="rightArrow">
            <a:avLst>
              <a:gd name="adj1" fmla="val 61940"/>
              <a:gd name="adj2" fmla="val 72388"/>
            </a:avLst>
          </a:prstGeom>
          <a:solidFill>
            <a:srgbClr val="B6B8B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lnSpc>
                <a:spcPts val="800"/>
              </a:lnSpc>
            </a:pPr>
            <a:endParaRPr lang="en-US" sz="800" kern="0" spc="-50" dirty="0">
              <a:solidFill>
                <a:srgbClr val="87898B"/>
              </a:solidFill>
            </a:endParaRPr>
          </a:p>
        </p:txBody>
      </p:sp>
      <p:pic>
        <p:nvPicPr>
          <p:cNvPr id="54" name="Picture 5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91200" y="3720276"/>
            <a:ext cx="792000" cy="792000"/>
          </a:xfrm>
          <a:prstGeom prst="rect">
            <a:avLst/>
          </a:prstGeom>
        </p:spPr>
      </p:pic>
      <p:sp>
        <p:nvSpPr>
          <p:cNvPr id="18" name="Right Arrow 17"/>
          <p:cNvSpPr>
            <a:spLocks noChangeAspect="1"/>
          </p:cNvSpPr>
          <p:nvPr/>
        </p:nvSpPr>
        <p:spPr>
          <a:xfrm>
            <a:off x="7014202" y="3897720"/>
            <a:ext cx="476250" cy="319088"/>
          </a:xfrm>
          <a:prstGeom prst="rightArrow">
            <a:avLst>
              <a:gd name="adj1" fmla="val 61940"/>
              <a:gd name="adj2" fmla="val 72388"/>
            </a:avLst>
          </a:prstGeom>
          <a:solidFill>
            <a:srgbClr val="B6B8B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lnSpc>
                <a:spcPts val="800"/>
              </a:lnSpc>
            </a:pPr>
            <a:endParaRPr lang="en-US" sz="800" kern="0" spc="-50" dirty="0">
              <a:solidFill>
                <a:srgbClr val="87898B"/>
              </a:solidFill>
            </a:endParaRPr>
          </a:p>
        </p:txBody>
      </p:sp>
      <p:sp>
        <p:nvSpPr>
          <p:cNvPr id="19" name="Rectangle 18"/>
          <p:cNvSpPr/>
          <p:nvPr/>
        </p:nvSpPr>
        <p:spPr>
          <a:xfrm>
            <a:off x="7585234" y="3589745"/>
            <a:ext cx="3994150" cy="812800"/>
          </a:xfrm>
          <a:prstGeom prst="rect">
            <a:avLst/>
          </a:prstGeom>
          <a:solidFill>
            <a:srgbClr val="F4F5F5"/>
          </a:solidFill>
          <a:ln>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lIns="36000" tIns="0" rIns="0" bIns="36000" numCol="1" rtlCol="0" anchor="b" anchorCtr="0"/>
          <a:lstStyle/>
          <a:p>
            <a:pPr algn="ctr"/>
            <a:endParaRPr lang="en-US" sz="1100" b="1" dirty="0">
              <a:solidFill>
                <a:srgbClr val="0096D6"/>
              </a:solidFill>
            </a:endParaRPr>
          </a:p>
        </p:txBody>
      </p:sp>
      <p:sp>
        <p:nvSpPr>
          <p:cNvPr id="20" name="Round Diagonal Corner Rectangle 19"/>
          <p:cNvSpPr/>
          <p:nvPr/>
        </p:nvSpPr>
        <p:spPr>
          <a:xfrm flipH="1">
            <a:off x="9506577" y="2767806"/>
            <a:ext cx="2063750" cy="292100"/>
          </a:xfrm>
          <a:prstGeom prst="round2DiagRect">
            <a:avLst/>
          </a:prstGeom>
          <a:solidFill>
            <a:srgbClr val="B9B8BB"/>
          </a:solidFill>
          <a:ln>
            <a:no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r>
              <a:rPr lang="en-US" sz="1100" b="1" dirty="0">
                <a:solidFill>
                  <a:prstClr val="white"/>
                </a:solidFill>
              </a:rPr>
              <a:t>“Standard” reporting tools</a:t>
            </a:r>
          </a:p>
        </p:txBody>
      </p:sp>
      <p:cxnSp>
        <p:nvCxnSpPr>
          <p:cNvPr id="21" name="Straight Connector 20"/>
          <p:cNvCxnSpPr/>
          <p:nvPr/>
        </p:nvCxnSpPr>
        <p:spPr>
          <a:xfrm rot="5400000">
            <a:off x="7787640" y="3519895"/>
            <a:ext cx="915194" cy="794"/>
          </a:xfrm>
          <a:prstGeom prst="line">
            <a:avLst/>
          </a:prstGeom>
          <a:ln w="38100" cap="flat" cmpd="sng" algn="ctr">
            <a:solidFill>
              <a:schemeClr val="bg1">
                <a:lumMod val="8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a:stCxn id="20" idx="1"/>
          </p:cNvCxnSpPr>
          <p:nvPr/>
        </p:nvCxnSpPr>
        <p:spPr>
          <a:xfrm flipH="1">
            <a:off x="10528069" y="3059906"/>
            <a:ext cx="10383" cy="697262"/>
          </a:xfrm>
          <a:prstGeom prst="line">
            <a:avLst/>
          </a:prstGeom>
          <a:ln w="38100" cap="flat" cmpd="sng" algn="ctr">
            <a:solidFill>
              <a:schemeClr val="accent5"/>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7690875" y="4180037"/>
            <a:ext cx="1152880" cy="230832"/>
          </a:xfrm>
          <a:prstGeom prst="rect">
            <a:avLst/>
          </a:prstGeom>
          <a:noFill/>
        </p:spPr>
        <p:txBody>
          <a:bodyPr wrap="none" rtlCol="0">
            <a:spAutoFit/>
          </a:bodyPr>
          <a:lstStyle/>
          <a:p>
            <a:pPr defTabSz="430213">
              <a:spcAft>
                <a:spcPts val="400"/>
              </a:spcAft>
              <a:buSzPct val="100000"/>
            </a:pPr>
            <a:r>
              <a:rPr lang="en-GB" sz="900" b="1" dirty="0">
                <a:solidFill>
                  <a:prstClr val="white">
                    <a:lumMod val="50000"/>
                  </a:prstClr>
                </a:solidFill>
                <a:cs typeface="HP Simplified" pitchFamily="34" charset="0"/>
              </a:rPr>
              <a:t>Archive Database</a:t>
            </a:r>
            <a:endParaRPr lang="en-US" sz="900" b="1" dirty="0">
              <a:solidFill>
                <a:prstClr val="white">
                  <a:lumMod val="50000"/>
                </a:prstClr>
              </a:solidFill>
              <a:cs typeface="HP Simplified" pitchFamily="34" charset="0"/>
            </a:endParaRPr>
          </a:p>
        </p:txBody>
      </p:sp>
      <p:sp>
        <p:nvSpPr>
          <p:cNvPr id="42" name="TextBox 41"/>
          <p:cNvSpPr txBox="1"/>
          <p:nvPr/>
        </p:nvSpPr>
        <p:spPr>
          <a:xfrm>
            <a:off x="10143371" y="4188074"/>
            <a:ext cx="1069853" cy="230832"/>
          </a:xfrm>
          <a:prstGeom prst="rect">
            <a:avLst/>
          </a:prstGeom>
          <a:noFill/>
        </p:spPr>
        <p:txBody>
          <a:bodyPr wrap="square" rtlCol="0">
            <a:spAutoFit/>
          </a:bodyPr>
          <a:lstStyle/>
          <a:p>
            <a:pPr algn="ctr" defTabSz="430213">
              <a:spcAft>
                <a:spcPts val="400"/>
              </a:spcAft>
              <a:buSzPct val="100000"/>
            </a:pPr>
            <a:r>
              <a:rPr lang="en-GB" sz="900" b="1" dirty="0">
                <a:solidFill>
                  <a:prstClr val="white">
                    <a:lumMod val="50000"/>
                  </a:prstClr>
                </a:solidFill>
                <a:cs typeface="HP Simplified" pitchFamily="34" charset="0"/>
              </a:rPr>
              <a:t>Retired Records</a:t>
            </a:r>
            <a:endParaRPr lang="en-US" sz="900" b="1" dirty="0">
              <a:solidFill>
                <a:prstClr val="white">
                  <a:lumMod val="50000"/>
                </a:prstClr>
              </a:solidFill>
              <a:cs typeface="HP Simplified" pitchFamily="34" charset="0"/>
            </a:endParaRPr>
          </a:p>
        </p:txBody>
      </p:sp>
      <p:sp>
        <p:nvSpPr>
          <p:cNvPr id="43" name="Right Arrow 42"/>
          <p:cNvSpPr>
            <a:spLocks noChangeAspect="1"/>
          </p:cNvSpPr>
          <p:nvPr/>
        </p:nvSpPr>
        <p:spPr>
          <a:xfrm>
            <a:off x="9223534" y="3897720"/>
            <a:ext cx="476250" cy="319088"/>
          </a:xfrm>
          <a:prstGeom prst="rightArrow">
            <a:avLst>
              <a:gd name="adj1" fmla="val 61940"/>
              <a:gd name="adj2" fmla="val 72388"/>
            </a:avLst>
          </a:prstGeom>
          <a:solidFill>
            <a:srgbClr val="B6B8B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lnSpc>
                <a:spcPts val="800"/>
              </a:lnSpc>
            </a:pPr>
            <a:endParaRPr lang="en-US" sz="800" kern="0" spc="-50" dirty="0">
              <a:solidFill>
                <a:srgbClr val="87898B"/>
              </a:solidFill>
            </a:endParaRPr>
          </a:p>
        </p:txBody>
      </p:sp>
      <p:sp>
        <p:nvSpPr>
          <p:cNvPr id="44" name="Round Diagonal Corner Rectangle 43"/>
          <p:cNvSpPr/>
          <p:nvPr/>
        </p:nvSpPr>
        <p:spPr>
          <a:xfrm flipH="1">
            <a:off x="5463064" y="2770595"/>
            <a:ext cx="3505200" cy="292100"/>
          </a:xfrm>
          <a:prstGeom prst="round2DiagRect">
            <a:avLst/>
          </a:prstGeom>
          <a:solidFill>
            <a:schemeClr val="bg1">
              <a:lumMod val="50000"/>
              <a:alpha val="25000"/>
            </a:schemeClr>
          </a:solidFill>
          <a:ln>
            <a:no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endParaRPr lang="en-US" sz="1200" b="1" dirty="0">
              <a:solidFill>
                <a:prstClr val="white"/>
              </a:solidFill>
            </a:endParaRPr>
          </a:p>
        </p:txBody>
      </p:sp>
      <p:sp>
        <p:nvSpPr>
          <p:cNvPr id="46" name="TextBox 45"/>
          <p:cNvSpPr txBox="1"/>
          <p:nvPr/>
        </p:nvSpPr>
        <p:spPr>
          <a:xfrm>
            <a:off x="8962222" y="3304997"/>
            <a:ext cx="901209" cy="307777"/>
          </a:xfrm>
          <a:prstGeom prst="rect">
            <a:avLst/>
          </a:prstGeom>
          <a:noFill/>
        </p:spPr>
        <p:txBody>
          <a:bodyPr wrap="none" rtlCol="0">
            <a:spAutoFit/>
          </a:bodyPr>
          <a:lstStyle/>
          <a:p>
            <a:pPr defTabSz="430213">
              <a:spcAft>
                <a:spcPts val="400"/>
              </a:spcAft>
              <a:buSzPct val="100000"/>
            </a:pPr>
            <a:r>
              <a:rPr lang="en-GB" sz="1400" dirty="0">
                <a:solidFill>
                  <a:srgbClr val="000000"/>
                </a:solidFill>
                <a:cs typeface="HP Simplified" pitchFamily="34" charset="0"/>
              </a:rPr>
              <a:t>“Archive”</a:t>
            </a:r>
            <a:endParaRPr lang="en-US" sz="1400" dirty="0">
              <a:solidFill>
                <a:srgbClr val="000000"/>
              </a:solidFill>
              <a:cs typeface="HP Simplified" pitchFamily="34" charset="0"/>
            </a:endParaRPr>
          </a:p>
        </p:txBody>
      </p:sp>
      <p:pic>
        <p:nvPicPr>
          <p:cNvPr id="50" name="Picture 4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161246" y="3826688"/>
            <a:ext cx="315507" cy="315507"/>
          </a:xfrm>
          <a:prstGeom prst="rect">
            <a:avLst/>
          </a:prstGeom>
        </p:spPr>
      </p:pic>
      <p:pic>
        <p:nvPicPr>
          <p:cNvPr id="51" name="Picture 5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70853" y="3826688"/>
            <a:ext cx="315507" cy="315507"/>
          </a:xfrm>
          <a:prstGeom prst="rect">
            <a:avLst/>
          </a:prstGeom>
        </p:spPr>
      </p:pic>
      <p:pic>
        <p:nvPicPr>
          <p:cNvPr id="52" name="Picture 5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80461" y="3826688"/>
            <a:ext cx="315507" cy="315507"/>
          </a:xfrm>
          <a:prstGeom prst="rect">
            <a:avLst/>
          </a:prstGeom>
        </p:spPr>
      </p:pic>
      <p:pic>
        <p:nvPicPr>
          <p:cNvPr id="55" name="Picture 5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833362" y="3685087"/>
            <a:ext cx="792000" cy="533308"/>
          </a:xfrm>
          <a:prstGeom prst="rect">
            <a:avLst/>
          </a:prstGeom>
          <a:solidFill>
            <a:schemeClr val="accent1"/>
          </a:solidFill>
        </p:spPr>
      </p:pic>
      <p:pic>
        <p:nvPicPr>
          <p:cNvPr id="57" name="Picture 5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89772" y="4219189"/>
            <a:ext cx="792000" cy="297000"/>
          </a:xfrm>
          <a:prstGeom prst="rect">
            <a:avLst/>
          </a:prstGeom>
        </p:spPr>
      </p:pic>
      <p:sp>
        <p:nvSpPr>
          <p:cNvPr id="24" name="Curved Up Arrow 23"/>
          <p:cNvSpPr/>
          <p:nvPr/>
        </p:nvSpPr>
        <p:spPr bwMode="ltGray">
          <a:xfrm>
            <a:off x="6411640" y="4687293"/>
            <a:ext cx="4182879" cy="701833"/>
          </a:xfrm>
          <a:prstGeom prst="curvedUpArrow">
            <a:avLst/>
          </a:prstGeom>
          <a:solidFill>
            <a:srgbClr val="B6B8B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lnSpc>
                <a:spcPts val="800"/>
              </a:lnSpc>
            </a:pPr>
            <a:endParaRPr lang="en-GB" sz="800" kern="0" spc="-50" dirty="0">
              <a:solidFill>
                <a:srgbClr val="87898B"/>
              </a:solidFill>
            </a:endParaRPr>
          </a:p>
        </p:txBody>
      </p:sp>
      <p:cxnSp>
        <p:nvCxnSpPr>
          <p:cNvPr id="4" name="Straight Connector 3"/>
          <p:cNvCxnSpPr/>
          <p:nvPr/>
        </p:nvCxnSpPr>
        <p:spPr>
          <a:xfrm rot="5400000">
            <a:off x="5866765" y="3351620"/>
            <a:ext cx="616744" cy="794"/>
          </a:xfrm>
          <a:prstGeom prst="line">
            <a:avLst/>
          </a:prstGeom>
          <a:ln w="38100" cap="flat" cmpd="sng" algn="ctr">
            <a:solidFill>
              <a:schemeClr val="accent5"/>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p:nvCxnSpPr>
        <p:spPr>
          <a:xfrm>
            <a:off x="5788132" y="3671595"/>
            <a:ext cx="792000" cy="1588"/>
          </a:xfrm>
          <a:prstGeom prst="line">
            <a:avLst/>
          </a:prstGeom>
          <a:ln w="38100" cap="flat" cmpd="sng" algn="ctr">
            <a:solidFill>
              <a:srgbClr val="B9B8BB"/>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5" name="Round Diagonal Corner Rectangle 44"/>
          <p:cNvSpPr/>
          <p:nvPr/>
        </p:nvSpPr>
        <p:spPr>
          <a:xfrm flipH="1">
            <a:off x="5461794" y="2770595"/>
            <a:ext cx="1654810" cy="292100"/>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r>
              <a:rPr lang="en-US" sz="1100" b="1" dirty="0">
                <a:solidFill>
                  <a:prstClr val="white"/>
                </a:solidFill>
              </a:rPr>
              <a:t>Business Application</a:t>
            </a:r>
          </a:p>
        </p:txBody>
      </p:sp>
      <p:pic>
        <p:nvPicPr>
          <p:cNvPr id="53" name="Picture 52"/>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788184" y="3721640"/>
            <a:ext cx="792000" cy="792000"/>
          </a:xfrm>
          <a:prstGeom prst="rect">
            <a:avLst/>
          </a:prstGeom>
        </p:spPr>
      </p:pic>
      <p:sp>
        <p:nvSpPr>
          <p:cNvPr id="56" name="TextBox 55"/>
          <p:cNvSpPr txBox="1"/>
          <p:nvPr/>
        </p:nvSpPr>
        <p:spPr>
          <a:xfrm>
            <a:off x="5562049" y="4466710"/>
            <a:ext cx="1338828" cy="230832"/>
          </a:xfrm>
          <a:prstGeom prst="rect">
            <a:avLst/>
          </a:prstGeom>
          <a:noFill/>
        </p:spPr>
        <p:txBody>
          <a:bodyPr wrap="none" rtlCol="0">
            <a:spAutoFit/>
          </a:bodyPr>
          <a:lstStyle/>
          <a:p>
            <a:pPr defTabSz="430213">
              <a:spcAft>
                <a:spcPts val="400"/>
              </a:spcAft>
              <a:buSzPct val="100000"/>
            </a:pPr>
            <a:r>
              <a:rPr lang="en-GB" sz="900" b="1" dirty="0">
                <a:solidFill>
                  <a:prstClr val="white">
                    <a:lumMod val="50000"/>
                  </a:prstClr>
                </a:solidFill>
                <a:cs typeface="HP Simplified" pitchFamily="34" charset="0"/>
              </a:rPr>
              <a:t>Production Database</a:t>
            </a:r>
            <a:endParaRPr lang="en-US" sz="900" b="1" dirty="0">
              <a:solidFill>
                <a:prstClr val="white">
                  <a:lumMod val="50000"/>
                </a:prstClr>
              </a:solidFill>
              <a:cs typeface="HP Simplified" pitchFamily="34" charset="0"/>
            </a:endParaRPr>
          </a:p>
        </p:txBody>
      </p:sp>
      <p:sp>
        <p:nvSpPr>
          <p:cNvPr id="12" name="Rectangle 11"/>
          <p:cNvSpPr/>
          <p:nvPr/>
        </p:nvSpPr>
        <p:spPr bwMode="ltGray">
          <a:xfrm>
            <a:off x="5233288" y="1086928"/>
            <a:ext cx="2090538" cy="1578634"/>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endParaRPr lang="en-US" dirty="0" err="1"/>
          </a:p>
        </p:txBody>
      </p:sp>
    </p:spTree>
    <p:extLst>
      <p:ext uri="{BB962C8B-B14F-4D97-AF65-F5344CB8AC3E}">
        <p14:creationId xmlns:p14="http://schemas.microsoft.com/office/powerpoint/2010/main" val="25746441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12"/>
                                        </p:tgtEl>
                                      </p:cBhvr>
                                    </p:animEffect>
                                    <p:set>
                                      <p:cBhvr>
                                        <p:cTn id="12" dur="1" fill="hold">
                                          <p:stCondLst>
                                            <p:cond delay="499"/>
                                          </p:stCondLst>
                                        </p:cTn>
                                        <p:tgtEl>
                                          <p:spTgt spid="12"/>
                                        </p:tgtEl>
                                        <p:attrNameLst>
                                          <p:attrName>style.visibility</p:attrName>
                                        </p:attrNameLst>
                                      </p:cBhvr>
                                      <p:to>
                                        <p:strVal val="hidden"/>
                                      </p:to>
                                    </p:set>
                                  </p:childTnLst>
                                </p:cTn>
                              </p:par>
                              <p:par>
                                <p:cTn id="13" presetID="10" presetClass="entr" presetSubtype="0" fill="hold" nodeType="withEffect">
                                  <p:stCondLst>
                                    <p:cond delay="0"/>
                                  </p:stCondLst>
                                  <p:childTnLst>
                                    <p:set>
                                      <p:cBhvr>
                                        <p:cTn id="14" dur="1" fill="hold">
                                          <p:stCondLst>
                                            <p:cond delay="0"/>
                                          </p:stCondLst>
                                        </p:cTn>
                                        <p:tgtEl>
                                          <p:spTgt spid="54"/>
                                        </p:tgtEl>
                                        <p:attrNameLst>
                                          <p:attrName>style.visibility</p:attrName>
                                        </p:attrNameLst>
                                      </p:cBhvr>
                                      <p:to>
                                        <p:strVal val="visible"/>
                                      </p:to>
                                    </p:set>
                                    <p:animEffect transition="in" filter="fade">
                                      <p:cBhvr>
                                        <p:cTn id="15" dur="500"/>
                                        <p:tgtEl>
                                          <p:spTgt spid="54"/>
                                        </p:tgtEl>
                                      </p:cBhvr>
                                    </p:animEffect>
                                  </p:childTnLst>
                                </p:cTn>
                              </p:par>
                            </p:childTnLst>
                          </p:cTn>
                        </p:par>
                        <p:par>
                          <p:cTn id="16" fill="hold">
                            <p:stCondLst>
                              <p:cond delay="500"/>
                            </p:stCondLst>
                            <p:childTnLst>
                              <p:par>
                                <p:cTn id="17" presetID="1" presetClass="exit" presetSubtype="0" fill="hold" nodeType="afterEffect">
                                  <p:stCondLst>
                                    <p:cond delay="0"/>
                                  </p:stCondLst>
                                  <p:childTnLst>
                                    <p:set>
                                      <p:cBhvr>
                                        <p:cTn id="18" dur="1" fill="hold">
                                          <p:stCondLst>
                                            <p:cond delay="9"/>
                                          </p:stCondLst>
                                        </p:cTn>
                                        <p:tgtEl>
                                          <p:spTgt spid="53"/>
                                        </p:tgtEl>
                                        <p:attrNameLst>
                                          <p:attrName>style.visibility</p:attrName>
                                        </p:attrNameLst>
                                      </p:cBhvr>
                                      <p:to>
                                        <p:strVal val="hidden"/>
                                      </p:to>
                                    </p:set>
                                  </p:childTnLst>
                                </p:cTn>
                              </p:par>
                            </p:childTnLst>
                          </p:cTn>
                        </p:par>
                        <p:par>
                          <p:cTn id="19" fill="hold">
                            <p:stCondLst>
                              <p:cond delay="510"/>
                            </p:stCondLst>
                            <p:childTnLst>
                              <p:par>
                                <p:cTn id="20" presetID="22" presetClass="entr" presetSubtype="8" fill="hold" grpId="0" nodeType="afterEffect">
                                  <p:stCondLst>
                                    <p:cond delay="500"/>
                                  </p:stCondLst>
                                  <p:childTnLst>
                                    <p:set>
                                      <p:cBhvr>
                                        <p:cTn id="21" dur="1" fill="hold">
                                          <p:stCondLst>
                                            <p:cond delay="0"/>
                                          </p:stCondLst>
                                        </p:cTn>
                                        <p:tgtEl>
                                          <p:spTgt spid="18"/>
                                        </p:tgtEl>
                                        <p:attrNameLst>
                                          <p:attrName>style.visibility</p:attrName>
                                        </p:attrNameLst>
                                      </p:cBhvr>
                                      <p:to>
                                        <p:strVal val="visible"/>
                                      </p:to>
                                    </p:set>
                                    <p:animEffect transition="in" filter="wipe(left)">
                                      <p:cBhvr>
                                        <p:cTn id="22" dur="500"/>
                                        <p:tgtEl>
                                          <p:spTgt spid="18"/>
                                        </p:tgtEl>
                                      </p:cBhvr>
                                    </p:animEffect>
                                  </p:childTnLst>
                                </p:cTn>
                              </p:par>
                              <p:par>
                                <p:cTn id="23" presetID="22" presetClass="entr" presetSubtype="8" fill="hold" grpId="0" nodeType="withEffect">
                                  <p:stCondLst>
                                    <p:cond delay="500"/>
                                  </p:stCondLst>
                                  <p:childTnLst>
                                    <p:set>
                                      <p:cBhvr>
                                        <p:cTn id="24" dur="1" fill="hold">
                                          <p:stCondLst>
                                            <p:cond delay="0"/>
                                          </p:stCondLst>
                                        </p:cTn>
                                        <p:tgtEl>
                                          <p:spTgt spid="36"/>
                                        </p:tgtEl>
                                        <p:attrNameLst>
                                          <p:attrName>style.visibility</p:attrName>
                                        </p:attrNameLst>
                                      </p:cBhvr>
                                      <p:to>
                                        <p:strVal val="visible"/>
                                      </p:to>
                                    </p:set>
                                    <p:animEffect transition="in" filter="wipe(left)">
                                      <p:cBhvr>
                                        <p:cTn id="25" dur="500"/>
                                        <p:tgtEl>
                                          <p:spTgt spid="36"/>
                                        </p:tgtEl>
                                      </p:cBhvr>
                                    </p:animEffect>
                                  </p:childTnLst>
                                </p:cTn>
                              </p:par>
                              <p:par>
                                <p:cTn id="26" presetID="10" presetClass="entr" presetSubtype="0" fill="hold" grpId="0" nodeType="withEffect">
                                  <p:stCondLst>
                                    <p:cond delay="50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fill="hold" grpId="0" nodeType="withEffect">
                                  <p:stCondLst>
                                    <p:cond delay="49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500"/>
                                        <p:tgtEl>
                                          <p:spTgt spid="46"/>
                                        </p:tgtEl>
                                      </p:cBhvr>
                                    </p:animEffect>
                                  </p:childTnLst>
                                </p:cTn>
                              </p:par>
                            </p:childTnLst>
                          </p:cTn>
                        </p:par>
                        <p:par>
                          <p:cTn id="32" fill="hold">
                            <p:stCondLst>
                              <p:cond delay="1510"/>
                            </p:stCondLst>
                            <p:childTnLst>
                              <p:par>
                                <p:cTn id="33" presetID="22" presetClass="entr" presetSubtype="8" fill="hold" grpId="0" nodeType="afterEffect">
                                  <p:stCondLst>
                                    <p:cond delay="0"/>
                                  </p:stCondLst>
                                  <p:childTnLst>
                                    <p:set>
                                      <p:cBhvr>
                                        <p:cTn id="34" dur="1" fill="hold">
                                          <p:stCondLst>
                                            <p:cond delay="0"/>
                                          </p:stCondLst>
                                        </p:cTn>
                                        <p:tgtEl>
                                          <p:spTgt spid="44"/>
                                        </p:tgtEl>
                                        <p:attrNameLst>
                                          <p:attrName>style.visibility</p:attrName>
                                        </p:attrNameLst>
                                      </p:cBhvr>
                                      <p:to>
                                        <p:strVal val="visible"/>
                                      </p:to>
                                    </p:set>
                                    <p:animEffect transition="in" filter="wipe(left)">
                                      <p:cBhvr>
                                        <p:cTn id="35" dur="500"/>
                                        <p:tgtEl>
                                          <p:spTgt spid="44"/>
                                        </p:tgtEl>
                                      </p:cBhvr>
                                    </p:animEffect>
                                  </p:childTnLst>
                                </p:cTn>
                              </p:par>
                            </p:childTnLst>
                          </p:cTn>
                        </p:par>
                        <p:par>
                          <p:cTn id="36" fill="hold">
                            <p:stCondLst>
                              <p:cond delay="2010"/>
                            </p:stCondLst>
                            <p:childTnLst>
                              <p:par>
                                <p:cTn id="37" presetID="22" presetClass="entr" presetSubtype="1" fill="hold"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up)">
                                      <p:cBhvr>
                                        <p:cTn id="39" dur="500"/>
                                        <p:tgtEl>
                                          <p:spTgt spid="21"/>
                                        </p:tgtEl>
                                      </p:cBhvr>
                                    </p:animEffect>
                                  </p:childTnLst>
                                </p:cTn>
                              </p:par>
                            </p:childTnLst>
                          </p:cTn>
                        </p:par>
                        <p:par>
                          <p:cTn id="40" fill="hold">
                            <p:stCondLst>
                              <p:cond delay="2510"/>
                            </p:stCondLst>
                            <p:childTnLst>
                              <p:par>
                                <p:cTn id="41" presetID="10" presetClass="entr" presetSubtype="0" fill="hold" nodeType="afterEffect">
                                  <p:stCondLst>
                                    <p:cond delay="0"/>
                                  </p:stCondLst>
                                  <p:childTnLst>
                                    <p:set>
                                      <p:cBhvr>
                                        <p:cTn id="42" dur="1" fill="hold">
                                          <p:stCondLst>
                                            <p:cond delay="0"/>
                                          </p:stCondLst>
                                        </p:cTn>
                                        <p:tgtEl>
                                          <p:spTgt spid="55"/>
                                        </p:tgtEl>
                                        <p:attrNameLst>
                                          <p:attrName>style.visibility</p:attrName>
                                        </p:attrNameLst>
                                      </p:cBhvr>
                                      <p:to>
                                        <p:strVal val="visible"/>
                                      </p:to>
                                    </p:set>
                                    <p:animEffect transition="in" filter="fade">
                                      <p:cBhvr>
                                        <p:cTn id="43" dur="500"/>
                                        <p:tgtEl>
                                          <p:spTgt spid="55"/>
                                        </p:tgtEl>
                                      </p:cBhvr>
                                    </p:animEffect>
                                  </p:childTnLst>
                                </p:cTn>
                              </p:par>
                              <p:par>
                                <p:cTn id="44" presetID="10" presetClass="exit" presetSubtype="0" fill="hold" nodeType="withEffect">
                                  <p:stCondLst>
                                    <p:cond delay="0"/>
                                  </p:stCondLst>
                                  <p:childTnLst>
                                    <p:animEffect transition="out" filter="fade">
                                      <p:cBhvr>
                                        <p:cTn id="45" dur="500"/>
                                        <p:tgtEl>
                                          <p:spTgt spid="54"/>
                                        </p:tgtEl>
                                      </p:cBhvr>
                                    </p:animEffect>
                                    <p:set>
                                      <p:cBhvr>
                                        <p:cTn id="46" dur="1" fill="hold">
                                          <p:stCondLst>
                                            <p:cond delay="499"/>
                                          </p:stCondLst>
                                        </p:cTn>
                                        <p:tgtEl>
                                          <p:spTgt spid="54"/>
                                        </p:tgtEl>
                                        <p:attrNameLst>
                                          <p:attrName>style.visibility</p:attrName>
                                        </p:attrNameLst>
                                      </p:cBhvr>
                                      <p:to>
                                        <p:strVal val="hidden"/>
                                      </p:to>
                                    </p:set>
                                  </p:childTnLst>
                                </p:cTn>
                              </p:par>
                              <p:par>
                                <p:cTn id="47" presetID="10" presetClass="entr" presetSubtype="0" fill="hold" grpId="0" nodeType="withEffect">
                                  <p:stCondLst>
                                    <p:cond delay="0"/>
                                  </p:stCondLst>
                                  <p:childTnLst>
                                    <p:set>
                                      <p:cBhvr>
                                        <p:cTn id="48" dur="1" fill="hold">
                                          <p:stCondLst>
                                            <p:cond delay="0"/>
                                          </p:stCondLst>
                                        </p:cTn>
                                        <p:tgtEl>
                                          <p:spTgt spid="37"/>
                                        </p:tgtEl>
                                        <p:attrNameLst>
                                          <p:attrName>style.visibility</p:attrName>
                                        </p:attrNameLst>
                                      </p:cBhvr>
                                      <p:to>
                                        <p:strVal val="visible"/>
                                      </p:to>
                                    </p:set>
                                    <p:animEffect transition="in" filter="fade">
                                      <p:cBhvr>
                                        <p:cTn id="49" dur="500"/>
                                        <p:tgtEl>
                                          <p:spTgt spid="37"/>
                                        </p:tgtEl>
                                      </p:cBhvr>
                                    </p:animEffect>
                                  </p:childTnLst>
                                </p:cTn>
                              </p:par>
                            </p:childTnLst>
                          </p:cTn>
                        </p:par>
                        <p:par>
                          <p:cTn id="50" fill="hold">
                            <p:stCondLst>
                              <p:cond delay="3010"/>
                            </p:stCondLst>
                            <p:childTnLst>
                              <p:par>
                                <p:cTn id="51" presetID="42" presetClass="path" presetSubtype="0" accel="50000" decel="50000" fill="hold" nodeType="afterEffect">
                                  <p:stCondLst>
                                    <p:cond delay="0"/>
                                  </p:stCondLst>
                                  <p:childTnLst>
                                    <p:animMotion origin="layout" path="M -1.66667E-6 4.44444E-6 L -1.66667E-6 -0.06852 " pathEditMode="relative" rAng="0" ptsTypes="AA">
                                      <p:cBhvr>
                                        <p:cTn id="52" dur="2000" fill="hold"/>
                                        <p:tgtEl>
                                          <p:spTgt spid="57"/>
                                        </p:tgtEl>
                                        <p:attrNameLst>
                                          <p:attrName>ppt_x</p:attrName>
                                          <p:attrName>ppt_y</p:attrName>
                                        </p:attrNameLst>
                                      </p:cBhvr>
                                      <p:rCtr x="0" y="-3426"/>
                                    </p:animMotion>
                                  </p:childTnLst>
                                </p:cTn>
                              </p:par>
                            </p:childTnLst>
                          </p:cTn>
                        </p:par>
                        <p:par>
                          <p:cTn id="53" fill="hold">
                            <p:stCondLst>
                              <p:cond delay="5010"/>
                            </p:stCondLst>
                            <p:childTnLst>
                              <p:par>
                                <p:cTn id="54" presetID="22" presetClass="entr" presetSubtype="8" fill="hold" nodeType="after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wipe(left)">
                                      <p:cBhvr>
                                        <p:cTn id="56" dur="1000"/>
                                        <p:tgtEl>
                                          <p:spTgt spid="26"/>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43"/>
                                        </p:tgtEl>
                                        <p:attrNameLst>
                                          <p:attrName>style.visibility</p:attrName>
                                        </p:attrNameLst>
                                      </p:cBhvr>
                                      <p:to>
                                        <p:strVal val="visible"/>
                                      </p:to>
                                    </p:set>
                                    <p:animEffect transition="in" filter="wipe(left)">
                                      <p:cBhvr>
                                        <p:cTn id="61" dur="500"/>
                                        <p:tgtEl>
                                          <p:spTgt spid="43"/>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wipe(left)">
                                      <p:cBhvr>
                                        <p:cTn id="64" dur="500"/>
                                        <p:tgtEl>
                                          <p:spTgt spid="24"/>
                                        </p:tgtEl>
                                      </p:cBhvr>
                                    </p:animEffect>
                                  </p:childTnLst>
                                </p:cTn>
                              </p:par>
                            </p:childTnLst>
                          </p:cTn>
                        </p:par>
                        <p:par>
                          <p:cTn id="65" fill="hold">
                            <p:stCondLst>
                              <p:cond delay="500"/>
                            </p:stCondLst>
                            <p:childTnLst>
                              <p:par>
                                <p:cTn id="66" presetID="22" presetClass="entr" presetSubtype="4" fill="hold" nodeType="afterEffect">
                                  <p:stCondLst>
                                    <p:cond delay="0"/>
                                  </p:stCondLst>
                                  <p:childTnLst>
                                    <p:set>
                                      <p:cBhvr>
                                        <p:cTn id="67" dur="1" fill="hold">
                                          <p:stCondLst>
                                            <p:cond delay="0"/>
                                          </p:stCondLst>
                                        </p:cTn>
                                        <p:tgtEl>
                                          <p:spTgt spid="50"/>
                                        </p:tgtEl>
                                        <p:attrNameLst>
                                          <p:attrName>style.visibility</p:attrName>
                                        </p:attrNameLst>
                                      </p:cBhvr>
                                      <p:to>
                                        <p:strVal val="visible"/>
                                      </p:to>
                                    </p:set>
                                    <p:animEffect transition="in" filter="wipe(down)">
                                      <p:cBhvr>
                                        <p:cTn id="68" dur="500"/>
                                        <p:tgtEl>
                                          <p:spTgt spid="50"/>
                                        </p:tgtEl>
                                      </p:cBhvr>
                                    </p:animEffect>
                                  </p:childTnLst>
                                </p:cTn>
                              </p:par>
                              <p:par>
                                <p:cTn id="69" presetID="22" presetClass="entr" presetSubtype="4" fill="hold" nodeType="withEffect">
                                  <p:stCondLst>
                                    <p:cond delay="0"/>
                                  </p:stCondLst>
                                  <p:childTnLst>
                                    <p:set>
                                      <p:cBhvr>
                                        <p:cTn id="70" dur="1" fill="hold">
                                          <p:stCondLst>
                                            <p:cond delay="0"/>
                                          </p:stCondLst>
                                        </p:cTn>
                                        <p:tgtEl>
                                          <p:spTgt spid="51"/>
                                        </p:tgtEl>
                                        <p:attrNameLst>
                                          <p:attrName>style.visibility</p:attrName>
                                        </p:attrNameLst>
                                      </p:cBhvr>
                                      <p:to>
                                        <p:strVal val="visible"/>
                                      </p:to>
                                    </p:set>
                                    <p:animEffect transition="in" filter="wipe(down)">
                                      <p:cBhvr>
                                        <p:cTn id="71" dur="500"/>
                                        <p:tgtEl>
                                          <p:spTgt spid="51"/>
                                        </p:tgtEl>
                                      </p:cBhvr>
                                    </p:animEffect>
                                  </p:childTnLst>
                                </p:cTn>
                              </p:par>
                              <p:par>
                                <p:cTn id="72" presetID="22" presetClass="entr" presetSubtype="4" fill="hold" nodeType="withEffect">
                                  <p:stCondLst>
                                    <p:cond delay="0"/>
                                  </p:stCondLst>
                                  <p:childTnLst>
                                    <p:set>
                                      <p:cBhvr>
                                        <p:cTn id="73" dur="1" fill="hold">
                                          <p:stCondLst>
                                            <p:cond delay="0"/>
                                          </p:stCondLst>
                                        </p:cTn>
                                        <p:tgtEl>
                                          <p:spTgt spid="52"/>
                                        </p:tgtEl>
                                        <p:attrNameLst>
                                          <p:attrName>style.visibility</p:attrName>
                                        </p:attrNameLst>
                                      </p:cBhvr>
                                      <p:to>
                                        <p:strVal val="visible"/>
                                      </p:to>
                                    </p:set>
                                    <p:animEffect transition="in" filter="wipe(down)">
                                      <p:cBhvr>
                                        <p:cTn id="74" dur="500"/>
                                        <p:tgtEl>
                                          <p:spTgt spid="52"/>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42"/>
                                        </p:tgtEl>
                                        <p:attrNameLst>
                                          <p:attrName>style.visibility</p:attrName>
                                        </p:attrNameLst>
                                      </p:cBhvr>
                                      <p:to>
                                        <p:strVal val="visible"/>
                                      </p:to>
                                    </p:set>
                                    <p:animEffect transition="in" filter="fade">
                                      <p:cBhvr>
                                        <p:cTn id="77" dur="500"/>
                                        <p:tgtEl>
                                          <p:spTgt spid="4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20"/>
                                        </p:tgtEl>
                                        <p:attrNameLst>
                                          <p:attrName>style.visibility</p:attrName>
                                        </p:attrNameLst>
                                      </p:cBhvr>
                                      <p:to>
                                        <p:strVal val="visible"/>
                                      </p:to>
                                    </p:set>
                                    <p:animEffect transition="in" filter="fade">
                                      <p:cBhvr>
                                        <p:cTn id="82" dur="500"/>
                                        <p:tgtEl>
                                          <p:spTgt spid="20"/>
                                        </p:tgtEl>
                                      </p:cBhvr>
                                    </p:animEffect>
                                  </p:childTnLst>
                                </p:cTn>
                              </p:par>
                            </p:childTnLst>
                          </p:cTn>
                        </p:par>
                        <p:par>
                          <p:cTn id="83" fill="hold">
                            <p:stCondLst>
                              <p:cond delay="500"/>
                            </p:stCondLst>
                            <p:childTnLst>
                              <p:par>
                                <p:cTn id="84" presetID="22" presetClass="entr" presetSubtype="1" fill="hold" nodeType="after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wipe(up)">
                                      <p:cBhvr>
                                        <p:cTn id="8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p:bldP spid="18" grpId="0" animBg="1"/>
      <p:bldP spid="19" grpId="0" animBg="1"/>
      <p:bldP spid="20" grpId="0" animBg="1"/>
      <p:bldP spid="37" grpId="0"/>
      <p:bldP spid="42" grpId="0"/>
      <p:bldP spid="43" grpId="0" animBg="1"/>
      <p:bldP spid="44" grpId="0" animBg="1"/>
      <p:bldP spid="46" grpId="0"/>
      <p:bldP spid="24" grpId="0" animBg="1"/>
      <p:bldP spid="12" grpId="0" animBg="1"/>
      <p:bldP spid="12" grpId="1"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mn-lt"/>
              </a:rPr>
              <a:t>Expedite backup performance</a:t>
            </a:r>
          </a:p>
        </p:txBody>
      </p:sp>
      <p:sp>
        <p:nvSpPr>
          <p:cNvPr id="4" name="Content Placeholder 3"/>
          <p:cNvSpPr>
            <a:spLocks noGrp="1"/>
          </p:cNvSpPr>
          <p:nvPr>
            <p:ph idx="1"/>
          </p:nvPr>
        </p:nvSpPr>
        <p:spPr>
          <a:xfrm>
            <a:off x="609600" y="1524001"/>
            <a:ext cx="10969784" cy="873106"/>
          </a:xfrm>
        </p:spPr>
        <p:txBody>
          <a:bodyPr/>
          <a:lstStyle/>
          <a:p>
            <a:r>
              <a:rPr lang="en-US" sz="2000" dirty="0"/>
              <a:t>Minimize the backup image required by reducing the volume of data to be backed up</a:t>
            </a:r>
          </a:p>
          <a:p>
            <a:r>
              <a:rPr lang="en-US" sz="2000" dirty="0"/>
              <a:t>Lower the risk of long disruptions and accelerate disaster recovery</a:t>
            </a:r>
          </a:p>
          <a:p>
            <a:endParaRPr lang="en-GB" sz="2000" dirty="0"/>
          </a:p>
        </p:txBody>
      </p:sp>
      <p:grpSp>
        <p:nvGrpSpPr>
          <p:cNvPr id="86" name="Group 85"/>
          <p:cNvGrpSpPr/>
          <p:nvPr/>
        </p:nvGrpSpPr>
        <p:grpSpPr>
          <a:xfrm>
            <a:off x="2001795" y="3199460"/>
            <a:ext cx="2308149" cy="2580703"/>
            <a:chOff x="604959" y="2726825"/>
            <a:chExt cx="2308149" cy="2580703"/>
          </a:xfrm>
        </p:grpSpPr>
        <p:sp>
          <p:nvSpPr>
            <p:cNvPr id="7" name="Rectangle 6"/>
            <p:cNvSpPr/>
            <p:nvPr/>
          </p:nvSpPr>
          <p:spPr>
            <a:xfrm>
              <a:off x="604959" y="2726825"/>
              <a:ext cx="2308149" cy="2580703"/>
            </a:xfrm>
            <a:prstGeom prst="rect">
              <a:avLst/>
            </a:prstGeom>
            <a:solidFill>
              <a:srgbClr val="F4F5F5"/>
            </a:solidFill>
            <a:ln>
              <a:noFill/>
            </a:ln>
            <a:effectLst/>
          </p:spPr>
          <p:style>
            <a:lnRef idx="1">
              <a:schemeClr val="accent1"/>
            </a:lnRef>
            <a:fillRef idx="3">
              <a:schemeClr val="accent1"/>
            </a:fillRef>
            <a:effectRef idx="2">
              <a:schemeClr val="accent1"/>
            </a:effectRef>
            <a:fontRef idx="minor">
              <a:schemeClr val="lt1"/>
            </a:fontRef>
          </p:style>
          <p:txBody>
            <a:bodyPr lIns="36000" tIns="0" rIns="0" bIns="36000" numCol="1" rtlCol="0" anchor="b" anchorCtr="0"/>
            <a:lstStyle/>
            <a:p>
              <a:pPr algn="ctr"/>
              <a:endParaRPr lang="en-US" sz="800" b="1" dirty="0">
                <a:solidFill>
                  <a:srgbClr val="0096D6"/>
                </a:solidFill>
              </a:endParaRPr>
            </a:p>
          </p:txBody>
        </p:sp>
        <p:cxnSp>
          <p:nvCxnSpPr>
            <p:cNvPr id="8" name="Straight Connector 7"/>
            <p:cNvCxnSpPr/>
            <p:nvPr/>
          </p:nvCxnSpPr>
          <p:spPr>
            <a:xfrm rot="5400000">
              <a:off x="1596332" y="3187218"/>
              <a:ext cx="324644" cy="759"/>
            </a:xfrm>
            <a:prstGeom prst="line">
              <a:avLst/>
            </a:prstGeom>
            <a:ln w="38100" cap="flat" cmpd="sng" algn="ctr">
              <a:solidFill>
                <a:schemeClr val="accent5"/>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1455672" y="3361825"/>
              <a:ext cx="630991" cy="1588"/>
            </a:xfrm>
            <a:prstGeom prst="line">
              <a:avLst/>
            </a:prstGeom>
            <a:ln w="38100" cap="flat" cmpd="sng" algn="ctr">
              <a:solidFill>
                <a:srgbClr val="B9B8BB"/>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10" name="Round Diagonal Corner Rectangle 9"/>
            <p:cNvSpPr/>
            <p:nvPr/>
          </p:nvSpPr>
          <p:spPr>
            <a:xfrm flipH="1">
              <a:off x="1170512" y="2853825"/>
              <a:ext cx="1242651" cy="208048"/>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r>
                <a:rPr lang="en-US" sz="800" b="1" dirty="0">
                  <a:solidFill>
                    <a:prstClr val="white"/>
                  </a:solidFill>
                </a:rPr>
                <a:t>Business Application</a:t>
              </a:r>
            </a:p>
          </p:txBody>
        </p:sp>
        <p:sp>
          <p:nvSpPr>
            <p:cNvPr id="13" name="TextBox 12"/>
            <p:cNvSpPr txBox="1"/>
            <p:nvPr/>
          </p:nvSpPr>
          <p:spPr>
            <a:xfrm>
              <a:off x="2062319" y="3855623"/>
              <a:ext cx="793807" cy="230832"/>
            </a:xfrm>
            <a:prstGeom prst="rect">
              <a:avLst/>
            </a:prstGeom>
            <a:noFill/>
          </p:spPr>
          <p:txBody>
            <a:bodyPr wrap="none" rtlCol="0">
              <a:spAutoFit/>
            </a:bodyPr>
            <a:lstStyle>
              <a:defPPr>
                <a:defRPr lang="en-US"/>
              </a:defPPr>
              <a:lvl1pPr defTabSz="430213">
                <a:spcAft>
                  <a:spcPts val="400"/>
                </a:spcAft>
                <a:buSzPct val="100000"/>
                <a:defRPr sz="900" b="1">
                  <a:solidFill>
                    <a:schemeClr val="bg1">
                      <a:lumMod val="50000"/>
                    </a:schemeClr>
                  </a:solidFill>
                  <a:cs typeface="HP Simplified" pitchFamily="34" charset="0"/>
                </a:defRPr>
              </a:lvl1pPr>
            </a:lstStyle>
            <a:p>
              <a:r>
                <a:rPr lang="en-US" dirty="0">
                  <a:solidFill>
                    <a:prstClr val="white">
                      <a:lumMod val="50000"/>
                    </a:prstClr>
                  </a:solidFill>
                </a:rPr>
                <a:t>Production</a:t>
              </a:r>
            </a:p>
          </p:txBody>
        </p:sp>
        <p:cxnSp>
          <p:nvCxnSpPr>
            <p:cNvPr id="19" name="Straight Connector 18"/>
            <p:cNvCxnSpPr/>
            <p:nvPr/>
          </p:nvCxnSpPr>
          <p:spPr>
            <a:xfrm rot="5400000">
              <a:off x="1426450" y="4330218"/>
              <a:ext cx="324644" cy="759"/>
            </a:xfrm>
            <a:prstGeom prst="line">
              <a:avLst/>
            </a:prstGeom>
            <a:ln w="38100" cap="flat" cmpd="sng" algn="ctr">
              <a:solidFill>
                <a:schemeClr val="accent5"/>
              </a:solidFill>
              <a:prstDash val="solid"/>
              <a:round/>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rot="5400000">
              <a:off x="1748013" y="4349268"/>
              <a:ext cx="324644" cy="759"/>
            </a:xfrm>
            <a:prstGeom prst="line">
              <a:avLst/>
            </a:prstGeom>
            <a:ln w="38100" cap="flat" cmpd="sng" algn="ctr">
              <a:solidFill>
                <a:schemeClr val="tx2"/>
              </a:solidFill>
              <a:prstDash val="sysDash"/>
              <a:round/>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3674" y="4174625"/>
              <a:ext cx="794805" cy="246221"/>
            </a:xfrm>
            <a:prstGeom prst="rect">
              <a:avLst/>
            </a:prstGeom>
            <a:noFill/>
          </p:spPr>
          <p:txBody>
            <a:bodyPr wrap="none" lIns="0" rIns="0" rtlCol="0" anchor="ctr" anchorCtr="0">
              <a:noAutofit/>
            </a:bodyPr>
            <a:lstStyle/>
            <a:p>
              <a:pPr algn="r" defTabSz="430213">
                <a:spcAft>
                  <a:spcPts val="400"/>
                </a:spcAft>
                <a:buSzPct val="100000"/>
              </a:pPr>
              <a:r>
                <a:rPr lang="en-US" sz="800" dirty="0">
                  <a:solidFill>
                    <a:srgbClr val="808285"/>
                  </a:solidFill>
                  <a:cs typeface="HP Simplified" pitchFamily="34" charset="0"/>
                </a:rPr>
                <a:t>Weekly full</a:t>
              </a:r>
            </a:p>
          </p:txBody>
        </p:sp>
        <p:sp>
          <p:nvSpPr>
            <p:cNvPr id="22" name="TextBox 21"/>
            <p:cNvSpPr txBox="1"/>
            <p:nvPr/>
          </p:nvSpPr>
          <p:spPr>
            <a:xfrm>
              <a:off x="2001723" y="4174625"/>
              <a:ext cx="794805" cy="246221"/>
            </a:xfrm>
            <a:prstGeom prst="rect">
              <a:avLst/>
            </a:prstGeom>
            <a:noFill/>
          </p:spPr>
          <p:txBody>
            <a:bodyPr wrap="none" lIns="0" rIns="0" rtlCol="0" anchor="ctr" anchorCtr="0">
              <a:noAutofit/>
            </a:bodyPr>
            <a:lstStyle/>
            <a:p>
              <a:pPr defTabSz="430213">
                <a:spcAft>
                  <a:spcPts val="400"/>
                </a:spcAft>
                <a:buSzPct val="100000"/>
              </a:pPr>
              <a:r>
                <a:rPr lang="en-US" sz="800" dirty="0">
                  <a:solidFill>
                    <a:srgbClr val="808285"/>
                  </a:solidFill>
                  <a:cs typeface="HP Simplified" pitchFamily="34" charset="0"/>
                </a:rPr>
                <a:t>Recovery</a:t>
              </a:r>
            </a:p>
          </p:txBody>
        </p:sp>
        <p:cxnSp>
          <p:nvCxnSpPr>
            <p:cNvPr id="55" name="Straight Connector 54"/>
            <p:cNvCxnSpPr/>
            <p:nvPr/>
          </p:nvCxnSpPr>
          <p:spPr>
            <a:xfrm flipV="1">
              <a:off x="684257" y="4509016"/>
              <a:ext cx="2146300" cy="4762"/>
            </a:xfrm>
            <a:prstGeom prst="line">
              <a:avLst/>
            </a:prstGeom>
            <a:ln w="38100" cap="flat" cmpd="sng" algn="ctr">
              <a:solidFill>
                <a:srgbClr val="B9B8BB"/>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57999" y="3460754"/>
              <a:ext cx="616530" cy="616530"/>
            </a:xfrm>
            <a:prstGeom prst="rect">
              <a:avLst/>
            </a:prstGeom>
          </p:spPr>
        </p:pic>
        <p:pic>
          <p:nvPicPr>
            <p:cNvPr id="57" name="Picture 5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7057" y="4578934"/>
              <a:ext cx="616530" cy="616530"/>
            </a:xfrm>
            <a:prstGeom prst="rect">
              <a:avLst/>
            </a:prstGeom>
          </p:spPr>
        </p:pic>
        <p:pic>
          <p:nvPicPr>
            <p:cNvPr id="59" name="Picture 5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12098" y="4578934"/>
              <a:ext cx="616530" cy="616530"/>
            </a:xfrm>
            <a:prstGeom prst="rect">
              <a:avLst/>
            </a:prstGeom>
          </p:spPr>
        </p:pic>
        <p:sp>
          <p:nvSpPr>
            <p:cNvPr id="60" name="TextBox 59"/>
            <p:cNvSpPr txBox="1"/>
            <p:nvPr/>
          </p:nvSpPr>
          <p:spPr>
            <a:xfrm>
              <a:off x="1303587" y="4744332"/>
              <a:ext cx="891895" cy="199370"/>
            </a:xfrm>
            <a:prstGeom prst="rect">
              <a:avLst/>
            </a:prstGeom>
            <a:noFill/>
          </p:spPr>
          <p:txBody>
            <a:bodyPr wrap="none" lIns="0" rIns="0" rtlCol="0" anchor="ctr" anchorCtr="0">
              <a:noAutofit/>
            </a:bodyPr>
            <a:lstStyle/>
            <a:p>
              <a:pPr algn="ctr" defTabSz="430213">
                <a:spcAft>
                  <a:spcPts val="400"/>
                </a:spcAft>
                <a:buSzPct val="100000"/>
              </a:pPr>
              <a:r>
                <a:rPr lang="en-US" sz="800" b="1" dirty="0">
                  <a:solidFill>
                    <a:srgbClr val="614767"/>
                  </a:solidFill>
                  <a:cs typeface="HP Simplified" pitchFamily="34" charset="0"/>
                </a:rPr>
                <a:t>Backups</a:t>
              </a:r>
            </a:p>
          </p:txBody>
        </p:sp>
      </p:grpSp>
      <p:sp>
        <p:nvSpPr>
          <p:cNvPr id="61" name="Right Arrow 60"/>
          <p:cNvSpPr>
            <a:spLocks noChangeAspect="1"/>
          </p:cNvSpPr>
          <p:nvPr/>
        </p:nvSpPr>
        <p:spPr>
          <a:xfrm>
            <a:off x="4431388" y="4355138"/>
            <a:ext cx="1501852" cy="319088"/>
          </a:xfrm>
          <a:prstGeom prst="rightArrow">
            <a:avLst>
              <a:gd name="adj1" fmla="val 61940"/>
              <a:gd name="adj2" fmla="val 72388"/>
            </a:avLst>
          </a:prstGeom>
          <a:solidFill>
            <a:srgbClr val="B6B8B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nchorCtr="0"/>
          <a:lstStyle/>
          <a:p>
            <a:pPr algn="ctr">
              <a:lnSpc>
                <a:spcPts val="800"/>
              </a:lnSpc>
            </a:pPr>
            <a:endParaRPr lang="en-US" sz="800" kern="0" spc="-50" dirty="0">
              <a:solidFill>
                <a:srgbClr val="87898B"/>
              </a:solidFill>
            </a:endParaRPr>
          </a:p>
        </p:txBody>
      </p:sp>
      <p:grpSp>
        <p:nvGrpSpPr>
          <p:cNvPr id="11" name="Group 10"/>
          <p:cNvGrpSpPr/>
          <p:nvPr/>
        </p:nvGrpSpPr>
        <p:grpSpPr>
          <a:xfrm>
            <a:off x="6046133" y="3199460"/>
            <a:ext cx="4298734" cy="2580703"/>
            <a:chOff x="6046133" y="2704160"/>
            <a:chExt cx="4298734" cy="2580703"/>
          </a:xfrm>
        </p:grpSpPr>
        <p:sp>
          <p:nvSpPr>
            <p:cNvPr id="87" name="Rectangle 86"/>
            <p:cNvSpPr/>
            <p:nvPr/>
          </p:nvSpPr>
          <p:spPr>
            <a:xfrm>
              <a:off x="6046133" y="2704160"/>
              <a:ext cx="4164667" cy="2580703"/>
            </a:xfrm>
            <a:prstGeom prst="rect">
              <a:avLst/>
            </a:prstGeom>
            <a:solidFill>
              <a:srgbClr val="F4F5F5"/>
            </a:solidFill>
            <a:ln>
              <a:noFill/>
            </a:ln>
            <a:effectLst/>
          </p:spPr>
          <p:style>
            <a:lnRef idx="1">
              <a:schemeClr val="accent1"/>
            </a:lnRef>
            <a:fillRef idx="3">
              <a:schemeClr val="accent1"/>
            </a:fillRef>
            <a:effectRef idx="2">
              <a:schemeClr val="accent1"/>
            </a:effectRef>
            <a:fontRef idx="minor">
              <a:schemeClr val="lt1"/>
            </a:fontRef>
          </p:style>
          <p:txBody>
            <a:bodyPr lIns="36000" tIns="0" rIns="0" bIns="36000" numCol="1" rtlCol="0" anchor="b" anchorCtr="0"/>
            <a:lstStyle/>
            <a:p>
              <a:pPr algn="ctr"/>
              <a:endParaRPr lang="en-US" sz="1050" b="1" dirty="0">
                <a:solidFill>
                  <a:srgbClr val="0096D6"/>
                </a:solidFill>
              </a:endParaRPr>
            </a:p>
          </p:txBody>
        </p:sp>
        <p:pic>
          <p:nvPicPr>
            <p:cNvPr id="72" name="Picture 7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91625" y="3550014"/>
              <a:ext cx="631351" cy="425132"/>
            </a:xfrm>
            <a:prstGeom prst="rect">
              <a:avLst/>
            </a:prstGeom>
          </p:spPr>
        </p:pic>
        <p:pic>
          <p:nvPicPr>
            <p:cNvPr id="5" name="Picture 4"/>
            <p:cNvPicPr>
              <a:picLocks noChangeAspect="1"/>
            </p:cNvPicPr>
            <p:nvPr/>
          </p:nvPicPr>
          <p:blipFill>
            <a:blip r:embed="rId5" cstate="print">
              <a:extLst>
                <a:ext uri="{BEBA8EAE-BF5A-486C-A8C5-ECC9F3942E4B}">
                  <a14:imgProps xmlns:a14="http://schemas.microsoft.com/office/drawing/2010/main">
                    <a14:imgLayer r:embed="rId6">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6889032" y="3348682"/>
              <a:ext cx="622353" cy="620857"/>
            </a:xfrm>
            <a:prstGeom prst="rect">
              <a:avLst/>
            </a:prstGeom>
          </p:spPr>
        </p:pic>
        <p:sp>
          <p:nvSpPr>
            <p:cNvPr id="25" name="TextBox 24"/>
            <p:cNvSpPr txBox="1"/>
            <p:nvPr/>
          </p:nvSpPr>
          <p:spPr>
            <a:xfrm>
              <a:off x="6804997" y="3886200"/>
              <a:ext cx="776604" cy="246221"/>
            </a:xfrm>
            <a:prstGeom prst="rect">
              <a:avLst/>
            </a:prstGeom>
            <a:noFill/>
          </p:spPr>
          <p:txBody>
            <a:bodyPr wrap="none" rtlCol="0" anchor="ctr" anchorCtr="0">
              <a:noAutofit/>
            </a:bodyPr>
            <a:lstStyle/>
            <a:p>
              <a:pPr algn="ctr" defTabSz="430213">
                <a:spcAft>
                  <a:spcPts val="400"/>
                </a:spcAft>
                <a:buSzPct val="100000"/>
              </a:pPr>
              <a:r>
                <a:rPr lang="en-US" sz="800" b="1" dirty="0">
                  <a:solidFill>
                    <a:prstClr val="white"/>
                  </a:solidFill>
                  <a:cs typeface="HP Simplified" pitchFamily="34" charset="0"/>
                </a:rPr>
                <a:t>Production</a:t>
              </a:r>
              <a:br>
                <a:rPr lang="en-US" sz="800" b="1" dirty="0">
                  <a:solidFill>
                    <a:srgbClr val="808285"/>
                  </a:solidFill>
                  <a:cs typeface="HP Simplified" pitchFamily="34" charset="0"/>
                </a:rPr>
              </a:br>
              <a:r>
                <a:rPr lang="en-US" sz="800" b="1" dirty="0">
                  <a:solidFill>
                    <a:srgbClr val="C6C9CA"/>
                  </a:solidFill>
                  <a:cs typeface="HP Simplified" pitchFamily="34" charset="0"/>
                </a:rPr>
                <a:t>Active</a:t>
              </a:r>
            </a:p>
          </p:txBody>
        </p:sp>
        <p:sp>
          <p:nvSpPr>
            <p:cNvPr id="28" name="Round Diagonal Corner Rectangle 27"/>
            <p:cNvSpPr/>
            <p:nvPr/>
          </p:nvSpPr>
          <p:spPr>
            <a:xfrm flipH="1">
              <a:off x="6419123" y="2865773"/>
              <a:ext cx="3658534" cy="209550"/>
            </a:xfrm>
            <a:prstGeom prst="round2DiagRect">
              <a:avLst/>
            </a:prstGeom>
            <a:solidFill>
              <a:schemeClr val="accent5"/>
            </a:solidFill>
            <a:ln>
              <a:noFill/>
            </a:ln>
            <a:effectLst/>
          </p:spPr>
          <p:style>
            <a:lnRef idx="1">
              <a:schemeClr val="accent1"/>
            </a:lnRef>
            <a:fillRef idx="3">
              <a:schemeClr val="accent1"/>
            </a:fillRef>
            <a:effectRef idx="2">
              <a:schemeClr val="accent1"/>
            </a:effectRef>
            <a:fontRef idx="minor">
              <a:schemeClr val="lt1"/>
            </a:fontRef>
          </p:style>
          <p:txBody>
            <a:bodyPr tIns="0" rtlCol="0" anchor="ctr"/>
            <a:lstStyle/>
            <a:p>
              <a:pPr algn="ctr"/>
              <a:r>
                <a:rPr lang="en-US" sz="800" b="1" dirty="0">
                  <a:solidFill>
                    <a:prstClr val="white"/>
                  </a:solidFill>
                </a:rPr>
                <a:t>Business Application</a:t>
              </a:r>
            </a:p>
          </p:txBody>
        </p:sp>
        <p:cxnSp>
          <p:nvCxnSpPr>
            <p:cNvPr id="29" name="Straight Connector 28"/>
            <p:cNvCxnSpPr/>
            <p:nvPr/>
          </p:nvCxnSpPr>
          <p:spPr>
            <a:xfrm>
              <a:off x="8991625" y="3481929"/>
              <a:ext cx="630991" cy="1922"/>
            </a:xfrm>
            <a:prstGeom prst="line">
              <a:avLst/>
            </a:prstGeom>
            <a:ln w="38100" cap="flat" cmpd="sng" algn="ctr">
              <a:solidFill>
                <a:srgbClr val="B9B8BB"/>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932470" y="3967077"/>
              <a:ext cx="776604" cy="246221"/>
            </a:xfrm>
            <a:prstGeom prst="rect">
              <a:avLst/>
            </a:prstGeom>
            <a:noFill/>
          </p:spPr>
          <p:txBody>
            <a:bodyPr wrap="none" rtlCol="0" anchor="ctr" anchorCtr="0">
              <a:noAutofit/>
            </a:bodyPr>
            <a:lstStyle/>
            <a:p>
              <a:pPr algn="ctr" defTabSz="430213">
                <a:spcAft>
                  <a:spcPts val="400"/>
                </a:spcAft>
                <a:buSzPct val="100000"/>
              </a:pPr>
              <a:r>
                <a:rPr lang="en-US" sz="800" b="1" dirty="0">
                  <a:solidFill>
                    <a:srgbClr val="B9B8BB"/>
                  </a:solidFill>
                  <a:cs typeface="HP Simplified" pitchFamily="34" charset="0"/>
                </a:rPr>
                <a:t>Static, compressed</a:t>
              </a:r>
            </a:p>
          </p:txBody>
        </p:sp>
        <p:cxnSp>
          <p:nvCxnSpPr>
            <p:cNvPr id="40" name="Straight Connector 39"/>
            <p:cNvCxnSpPr/>
            <p:nvPr/>
          </p:nvCxnSpPr>
          <p:spPr>
            <a:xfrm>
              <a:off x="7183593" y="3018174"/>
              <a:ext cx="1" cy="655480"/>
            </a:xfrm>
            <a:prstGeom prst="line">
              <a:avLst/>
            </a:prstGeom>
            <a:ln w="38100" cap="flat" cmpd="sng" algn="ctr">
              <a:solidFill>
                <a:schemeClr val="accent5"/>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1" name="Straight Connector 40"/>
            <p:cNvCxnSpPr/>
            <p:nvPr/>
          </p:nvCxnSpPr>
          <p:spPr>
            <a:xfrm flipH="1">
              <a:off x="9307120" y="3018174"/>
              <a:ext cx="2" cy="438526"/>
            </a:xfrm>
            <a:prstGeom prst="line">
              <a:avLst/>
            </a:prstGeom>
            <a:ln w="38100" cap="flat" cmpd="sng" algn="ctr">
              <a:solidFill>
                <a:schemeClr val="accent5"/>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2" name="Straight Connector 41"/>
            <p:cNvCxnSpPr/>
            <p:nvPr/>
          </p:nvCxnSpPr>
          <p:spPr>
            <a:xfrm rot="5400000">
              <a:off x="6838875" y="4342166"/>
              <a:ext cx="324644" cy="759"/>
            </a:xfrm>
            <a:prstGeom prst="line">
              <a:avLst/>
            </a:prstGeom>
            <a:ln w="38100" cap="flat" cmpd="sng" algn="ctr">
              <a:solidFill>
                <a:schemeClr val="accent5"/>
              </a:solidFill>
              <a:prstDash val="solid"/>
              <a:round/>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43" name="Straight Connector 42"/>
            <p:cNvCxnSpPr/>
            <p:nvPr/>
          </p:nvCxnSpPr>
          <p:spPr>
            <a:xfrm rot="5400000">
              <a:off x="7160438" y="4361216"/>
              <a:ext cx="324644" cy="759"/>
            </a:xfrm>
            <a:prstGeom prst="line">
              <a:avLst/>
            </a:prstGeom>
            <a:ln w="38100" cap="flat" cmpd="sng" algn="ctr">
              <a:solidFill>
                <a:schemeClr val="tx2"/>
              </a:solidFill>
              <a:prstDash val="sysDash"/>
              <a:round/>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115003" y="4207486"/>
              <a:ext cx="794805" cy="246221"/>
            </a:xfrm>
            <a:prstGeom prst="rect">
              <a:avLst/>
            </a:prstGeom>
            <a:noFill/>
          </p:spPr>
          <p:txBody>
            <a:bodyPr wrap="none" lIns="0" rIns="0" rtlCol="0" anchor="ctr" anchorCtr="0">
              <a:noAutofit/>
            </a:bodyPr>
            <a:lstStyle/>
            <a:p>
              <a:pPr algn="r" defTabSz="430213">
                <a:spcAft>
                  <a:spcPts val="400"/>
                </a:spcAft>
                <a:buSzPct val="100000"/>
              </a:pPr>
              <a:r>
                <a:rPr lang="en-US" sz="800" dirty="0">
                  <a:solidFill>
                    <a:srgbClr val="808285"/>
                  </a:solidFill>
                  <a:cs typeface="HP Simplified" pitchFamily="34" charset="0"/>
                </a:rPr>
                <a:t>Weekly full</a:t>
              </a:r>
            </a:p>
          </p:txBody>
        </p:sp>
        <p:sp>
          <p:nvSpPr>
            <p:cNvPr id="45" name="TextBox 44"/>
            <p:cNvSpPr txBox="1"/>
            <p:nvPr/>
          </p:nvSpPr>
          <p:spPr>
            <a:xfrm>
              <a:off x="7414148" y="4186573"/>
              <a:ext cx="794805" cy="246221"/>
            </a:xfrm>
            <a:prstGeom prst="rect">
              <a:avLst/>
            </a:prstGeom>
            <a:noFill/>
          </p:spPr>
          <p:txBody>
            <a:bodyPr wrap="none" lIns="0" rIns="0" rtlCol="0" anchor="ctr" anchorCtr="0">
              <a:noAutofit/>
            </a:bodyPr>
            <a:lstStyle/>
            <a:p>
              <a:pPr defTabSz="430213">
                <a:spcAft>
                  <a:spcPts val="400"/>
                </a:spcAft>
                <a:buSzPct val="100000"/>
              </a:pPr>
              <a:r>
                <a:rPr lang="en-US" sz="800" dirty="0">
                  <a:solidFill>
                    <a:srgbClr val="808285"/>
                  </a:solidFill>
                  <a:cs typeface="HP Simplified" pitchFamily="34" charset="0"/>
                </a:rPr>
                <a:t>Recovery</a:t>
              </a:r>
            </a:p>
          </p:txBody>
        </p:sp>
        <p:sp>
          <p:nvSpPr>
            <p:cNvPr id="46" name="TextBox 45"/>
            <p:cNvSpPr txBox="1"/>
            <p:nvPr/>
          </p:nvSpPr>
          <p:spPr>
            <a:xfrm>
              <a:off x="9003760" y="5024773"/>
              <a:ext cx="776604" cy="246221"/>
            </a:xfrm>
            <a:prstGeom prst="rect">
              <a:avLst/>
            </a:prstGeom>
            <a:noFill/>
          </p:spPr>
          <p:txBody>
            <a:bodyPr wrap="none" rtlCol="0" anchor="ctr" anchorCtr="0">
              <a:noAutofit/>
            </a:bodyPr>
            <a:lstStyle/>
            <a:p>
              <a:pPr algn="ctr" defTabSz="430213">
                <a:spcAft>
                  <a:spcPts val="400"/>
                </a:spcAft>
                <a:buSzPct val="100000"/>
              </a:pPr>
              <a:r>
                <a:rPr lang="en-US" sz="800" b="1" dirty="0">
                  <a:solidFill>
                    <a:prstClr val="white"/>
                  </a:solidFill>
                  <a:cs typeface="HP Simplified" pitchFamily="34" charset="0"/>
                </a:rPr>
                <a:t>Backup</a:t>
              </a:r>
              <a:endParaRPr lang="en-US" sz="800" b="1" dirty="0">
                <a:solidFill>
                  <a:srgbClr val="B9B8BB"/>
                </a:solidFill>
                <a:cs typeface="HP Simplified" pitchFamily="34" charset="0"/>
              </a:endParaRPr>
            </a:p>
          </p:txBody>
        </p:sp>
        <p:sp>
          <p:nvSpPr>
            <p:cNvPr id="49" name="TextBox 48"/>
            <p:cNvSpPr txBox="1"/>
            <p:nvPr/>
          </p:nvSpPr>
          <p:spPr>
            <a:xfrm>
              <a:off x="8243117" y="4179497"/>
              <a:ext cx="794805" cy="246221"/>
            </a:xfrm>
            <a:prstGeom prst="rect">
              <a:avLst/>
            </a:prstGeom>
            <a:noFill/>
          </p:spPr>
          <p:txBody>
            <a:bodyPr wrap="none" lIns="0" rIns="0" rtlCol="0" anchor="ctr" anchorCtr="0">
              <a:noAutofit/>
            </a:bodyPr>
            <a:lstStyle/>
            <a:p>
              <a:pPr algn="r" defTabSz="430213">
                <a:spcAft>
                  <a:spcPts val="400"/>
                </a:spcAft>
                <a:buSzPct val="100000"/>
              </a:pPr>
              <a:r>
                <a:rPr lang="en-US" sz="800" dirty="0">
                  <a:solidFill>
                    <a:srgbClr val="808285"/>
                  </a:solidFill>
                  <a:cs typeface="HP Simplified" pitchFamily="34" charset="0"/>
                </a:rPr>
                <a:t>Monthly  full</a:t>
              </a:r>
            </a:p>
          </p:txBody>
        </p:sp>
        <p:cxnSp>
          <p:nvCxnSpPr>
            <p:cNvPr id="51" name="Straight Connector 50"/>
            <p:cNvCxnSpPr/>
            <p:nvPr/>
          </p:nvCxnSpPr>
          <p:spPr>
            <a:xfrm flipV="1">
              <a:off x="7620000" y="3963057"/>
              <a:ext cx="1242254" cy="1106"/>
            </a:xfrm>
            <a:prstGeom prst="line">
              <a:avLst/>
            </a:prstGeom>
            <a:ln w="38100" cap="flat" cmpd="sng" algn="ctr">
              <a:solidFill>
                <a:schemeClr val="accent5"/>
              </a:solidFill>
              <a:prstDash val="solid"/>
              <a:round/>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sp>
          <p:nvSpPr>
            <p:cNvPr id="52" name="Rectangle 51"/>
            <p:cNvSpPr/>
            <p:nvPr/>
          </p:nvSpPr>
          <p:spPr>
            <a:xfrm>
              <a:off x="7938452" y="3655280"/>
              <a:ext cx="524503" cy="307777"/>
            </a:xfrm>
            <a:prstGeom prst="rect">
              <a:avLst/>
            </a:prstGeom>
          </p:spPr>
          <p:txBody>
            <a:bodyPr wrap="none">
              <a:spAutoFit/>
            </a:bodyPr>
            <a:lstStyle/>
            <a:p>
              <a:r>
                <a:rPr lang="en-US" sz="700" dirty="0">
                  <a:solidFill>
                    <a:srgbClr val="C6C9CA"/>
                  </a:solidFill>
                </a:rPr>
                <a:t>Monthly </a:t>
              </a:r>
            </a:p>
            <a:p>
              <a:r>
                <a:rPr lang="en-US" sz="700" dirty="0">
                  <a:solidFill>
                    <a:srgbClr val="C6C9CA"/>
                  </a:solidFill>
                </a:rPr>
                <a:t>Archive</a:t>
              </a:r>
            </a:p>
          </p:txBody>
        </p:sp>
        <p:cxnSp>
          <p:nvCxnSpPr>
            <p:cNvPr id="56" name="Straight Connector 55"/>
            <p:cNvCxnSpPr/>
            <p:nvPr/>
          </p:nvCxnSpPr>
          <p:spPr>
            <a:xfrm>
              <a:off x="6872416" y="3680235"/>
              <a:ext cx="660400" cy="1588"/>
            </a:xfrm>
            <a:prstGeom prst="line">
              <a:avLst/>
            </a:prstGeom>
            <a:ln w="38100" cap="flat" cmpd="sng" algn="ctr">
              <a:solidFill>
                <a:srgbClr val="B9B8BB"/>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62" name="Picture 61"/>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884319" y="3749749"/>
              <a:ext cx="627066" cy="237544"/>
            </a:xfrm>
            <a:prstGeom prst="rect">
              <a:avLst/>
            </a:prstGeom>
          </p:spPr>
        </p:pic>
        <p:cxnSp>
          <p:nvCxnSpPr>
            <p:cNvPr id="65" name="Straight Connector 64"/>
            <p:cNvCxnSpPr/>
            <p:nvPr/>
          </p:nvCxnSpPr>
          <p:spPr>
            <a:xfrm>
              <a:off x="6318414" y="4515883"/>
              <a:ext cx="1564908" cy="4512"/>
            </a:xfrm>
            <a:prstGeom prst="line">
              <a:avLst/>
            </a:prstGeom>
            <a:ln w="38100" cap="flat" cmpd="sng" algn="ctr">
              <a:solidFill>
                <a:srgbClr val="B9B8BB"/>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67" name="Picture 6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318414" y="4602895"/>
              <a:ext cx="616084" cy="237544"/>
            </a:xfrm>
            <a:prstGeom prst="rect">
              <a:avLst/>
            </a:prstGeom>
          </p:spPr>
        </p:pic>
        <p:pic>
          <p:nvPicPr>
            <p:cNvPr id="68" name="Picture 67"/>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252007" y="4615771"/>
              <a:ext cx="616084" cy="237544"/>
            </a:xfrm>
            <a:prstGeom prst="rect">
              <a:avLst/>
            </a:prstGeom>
          </p:spPr>
        </p:pic>
        <p:sp>
          <p:nvSpPr>
            <p:cNvPr id="69" name="TextBox 68"/>
            <p:cNvSpPr txBox="1"/>
            <p:nvPr/>
          </p:nvSpPr>
          <p:spPr>
            <a:xfrm>
              <a:off x="8185600" y="4722274"/>
              <a:ext cx="600656" cy="171451"/>
            </a:xfrm>
            <a:prstGeom prst="rect">
              <a:avLst/>
            </a:prstGeom>
            <a:noFill/>
          </p:spPr>
          <p:txBody>
            <a:bodyPr wrap="none" lIns="0" rIns="0" rtlCol="0" anchor="ctr" anchorCtr="0">
              <a:noAutofit/>
            </a:bodyPr>
            <a:lstStyle/>
            <a:p>
              <a:pPr defTabSz="430213">
                <a:spcAft>
                  <a:spcPts val="400"/>
                </a:spcAft>
                <a:buSzPct val="100000"/>
              </a:pPr>
              <a:r>
                <a:rPr lang="en-US" sz="800" b="1" dirty="0">
                  <a:solidFill>
                    <a:srgbClr val="614767"/>
                  </a:solidFill>
                  <a:cs typeface="HP Simplified" pitchFamily="34" charset="0"/>
                </a:rPr>
                <a:t>Backups</a:t>
              </a:r>
            </a:p>
          </p:txBody>
        </p:sp>
        <p:sp>
          <p:nvSpPr>
            <p:cNvPr id="70" name="TextBox 69"/>
            <p:cNvSpPr txBox="1"/>
            <p:nvPr/>
          </p:nvSpPr>
          <p:spPr>
            <a:xfrm>
              <a:off x="6108166" y="3761607"/>
              <a:ext cx="793807" cy="230832"/>
            </a:xfrm>
            <a:prstGeom prst="rect">
              <a:avLst/>
            </a:prstGeom>
            <a:noFill/>
          </p:spPr>
          <p:txBody>
            <a:bodyPr wrap="none" rtlCol="0">
              <a:spAutoFit/>
            </a:bodyPr>
            <a:lstStyle>
              <a:defPPr>
                <a:defRPr lang="en-US"/>
              </a:defPPr>
              <a:lvl1pPr defTabSz="430213">
                <a:spcAft>
                  <a:spcPts val="400"/>
                </a:spcAft>
                <a:buSzPct val="100000"/>
                <a:defRPr sz="900" b="1">
                  <a:solidFill>
                    <a:schemeClr val="bg1">
                      <a:lumMod val="50000"/>
                    </a:schemeClr>
                  </a:solidFill>
                  <a:cs typeface="HP Simplified" pitchFamily="34" charset="0"/>
                </a:defRPr>
              </a:lvl1pPr>
            </a:lstStyle>
            <a:p>
              <a:r>
                <a:rPr lang="en-US" dirty="0">
                  <a:solidFill>
                    <a:prstClr val="white">
                      <a:lumMod val="50000"/>
                    </a:prstClr>
                  </a:solidFill>
                </a:rPr>
                <a:t>Production</a:t>
              </a:r>
            </a:p>
          </p:txBody>
        </p:sp>
        <p:sp>
          <p:nvSpPr>
            <p:cNvPr id="73" name="Rectangle 72"/>
            <p:cNvSpPr/>
            <p:nvPr/>
          </p:nvSpPr>
          <p:spPr>
            <a:xfrm>
              <a:off x="9619557" y="3763364"/>
              <a:ext cx="607859" cy="230832"/>
            </a:xfrm>
            <a:prstGeom prst="rect">
              <a:avLst/>
            </a:prstGeom>
            <a:noFill/>
          </p:spPr>
          <p:txBody>
            <a:bodyPr wrap="none" rtlCol="0">
              <a:spAutoFit/>
            </a:bodyPr>
            <a:lstStyle/>
            <a:p>
              <a:pPr defTabSz="430213">
                <a:spcAft>
                  <a:spcPts val="400"/>
                </a:spcAft>
                <a:buSzPct val="100000"/>
              </a:pPr>
              <a:r>
                <a:rPr lang="en-US" sz="900" b="1" dirty="0">
                  <a:solidFill>
                    <a:prstClr val="white">
                      <a:lumMod val="50000"/>
                    </a:prstClr>
                  </a:solidFill>
                  <a:cs typeface="HP Simplified" pitchFamily="34" charset="0"/>
                </a:rPr>
                <a:t>Archive</a:t>
              </a:r>
              <a:endParaRPr lang="en-GB" sz="900" b="1" dirty="0">
                <a:solidFill>
                  <a:prstClr val="white">
                    <a:lumMod val="50000"/>
                  </a:prstClr>
                </a:solidFill>
                <a:cs typeface="HP Simplified" pitchFamily="34" charset="0"/>
              </a:endParaRPr>
            </a:p>
          </p:txBody>
        </p:sp>
        <p:pic>
          <p:nvPicPr>
            <p:cNvPr id="74" name="Picture 7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993638" y="4573398"/>
              <a:ext cx="631351" cy="425132"/>
            </a:xfrm>
            <a:prstGeom prst="rect">
              <a:avLst/>
            </a:prstGeom>
          </p:spPr>
        </p:pic>
        <p:cxnSp>
          <p:nvCxnSpPr>
            <p:cNvPr id="78" name="Straight Connector 77"/>
            <p:cNvCxnSpPr/>
            <p:nvPr/>
          </p:nvCxnSpPr>
          <p:spPr>
            <a:xfrm rot="5400000">
              <a:off x="8974789" y="4321819"/>
              <a:ext cx="324644" cy="759"/>
            </a:xfrm>
            <a:prstGeom prst="line">
              <a:avLst/>
            </a:prstGeom>
            <a:ln w="38100" cap="flat" cmpd="sng" algn="ctr">
              <a:solidFill>
                <a:schemeClr val="accent5"/>
              </a:solidFill>
              <a:prstDash val="solid"/>
              <a:round/>
              <a:headEnd type="none" w="med" len="med"/>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79" name="Straight Connector 78"/>
            <p:cNvCxnSpPr/>
            <p:nvPr/>
          </p:nvCxnSpPr>
          <p:spPr>
            <a:xfrm rot="5400000">
              <a:off x="9296352" y="4340869"/>
              <a:ext cx="324644" cy="759"/>
            </a:xfrm>
            <a:prstGeom prst="line">
              <a:avLst/>
            </a:prstGeom>
            <a:ln w="38100" cap="flat" cmpd="sng" algn="ctr">
              <a:solidFill>
                <a:schemeClr val="tx2"/>
              </a:solidFill>
              <a:prstDash val="sysDash"/>
              <a:round/>
              <a:headEnd type="triangle" w="med" len="med"/>
              <a:tailEnd type="none" w="med" len="med"/>
            </a:ln>
            <a:effectLst/>
          </p:spPr>
          <p:style>
            <a:lnRef idx="2">
              <a:schemeClr val="accent1"/>
            </a:lnRef>
            <a:fillRef idx="0">
              <a:schemeClr val="accent1"/>
            </a:fillRef>
            <a:effectRef idx="1">
              <a:schemeClr val="accent1"/>
            </a:effectRef>
            <a:fontRef idx="minor">
              <a:schemeClr val="tx1"/>
            </a:fontRef>
          </p:style>
        </p:cxnSp>
        <p:sp>
          <p:nvSpPr>
            <p:cNvPr id="80" name="TextBox 79"/>
            <p:cNvSpPr txBox="1"/>
            <p:nvPr/>
          </p:nvSpPr>
          <p:spPr>
            <a:xfrm>
              <a:off x="9550062" y="4166226"/>
              <a:ext cx="794805" cy="246221"/>
            </a:xfrm>
            <a:prstGeom prst="rect">
              <a:avLst/>
            </a:prstGeom>
            <a:noFill/>
          </p:spPr>
          <p:txBody>
            <a:bodyPr wrap="none" lIns="0" rIns="0" rtlCol="0" anchor="ctr" anchorCtr="0">
              <a:noAutofit/>
            </a:bodyPr>
            <a:lstStyle/>
            <a:p>
              <a:pPr defTabSz="430213">
                <a:spcAft>
                  <a:spcPts val="400"/>
                </a:spcAft>
                <a:buSzPct val="100000"/>
              </a:pPr>
              <a:r>
                <a:rPr lang="en-US" sz="800" dirty="0">
                  <a:solidFill>
                    <a:srgbClr val="808285"/>
                  </a:solidFill>
                  <a:cs typeface="HP Simplified" pitchFamily="34" charset="0"/>
                </a:rPr>
                <a:t>Recovery</a:t>
              </a:r>
            </a:p>
          </p:txBody>
        </p:sp>
        <p:cxnSp>
          <p:nvCxnSpPr>
            <p:cNvPr id="76" name="Straight Connector 75"/>
            <p:cNvCxnSpPr/>
            <p:nvPr/>
          </p:nvCxnSpPr>
          <p:spPr>
            <a:xfrm flipV="1">
              <a:off x="8991625" y="4503571"/>
              <a:ext cx="630991" cy="1297"/>
            </a:xfrm>
            <a:prstGeom prst="line">
              <a:avLst/>
            </a:prstGeom>
            <a:ln w="38100" cap="flat" cmpd="sng" algn="ctr">
              <a:solidFill>
                <a:srgbClr val="B9B8BB"/>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81934902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left)">
                                      <p:cBhvr>
                                        <p:cTn id="7" dur="500"/>
                                        <p:tgtEl>
                                          <p:spTgt spid="6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left)">
                                      <p:cBhvr>
                                        <p:cTn id="11"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Value to Change</a:t>
            </a:r>
            <a:endParaRPr lang="en-US" dirty="0"/>
          </a:p>
        </p:txBody>
      </p:sp>
    </p:spTree>
    <p:extLst>
      <p:ext uri="{BB962C8B-B14F-4D97-AF65-F5344CB8AC3E}">
        <p14:creationId xmlns:p14="http://schemas.microsoft.com/office/powerpoint/2010/main" val="3434089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96657" y="465240"/>
            <a:ext cx="10822941" cy="574516"/>
          </a:xfrm>
        </p:spPr>
        <p:txBody>
          <a:bodyPr/>
          <a:lstStyle/>
          <a:p>
            <a:r>
              <a:rPr lang="en-US" dirty="0">
                <a:solidFill>
                  <a:schemeClr val="tx1"/>
                </a:solidFill>
                <a:latin typeface="+mn-lt"/>
                <a:cs typeface="+mj-cs"/>
              </a:rPr>
              <a:t>Structured Data Manager</a:t>
            </a:r>
          </a:p>
        </p:txBody>
      </p:sp>
      <p:sp>
        <p:nvSpPr>
          <p:cNvPr id="35" name="Rectangle 34"/>
          <p:cNvSpPr/>
          <p:nvPr/>
        </p:nvSpPr>
        <p:spPr>
          <a:xfrm>
            <a:off x="496034" y="2237535"/>
            <a:ext cx="11024186" cy="1077218"/>
          </a:xfrm>
          <a:prstGeom prst="rect">
            <a:avLst/>
          </a:prstGeom>
        </p:spPr>
        <p:txBody>
          <a:bodyPr wrap="square">
            <a:spAutoFit/>
          </a:bodyPr>
          <a:lstStyle/>
          <a:p>
            <a:pPr>
              <a:spcBef>
                <a:spcPts val="533"/>
              </a:spcBef>
              <a:spcAft>
                <a:spcPts val="533"/>
              </a:spcAft>
              <a:buSzPct val="100000"/>
            </a:pPr>
            <a:r>
              <a:rPr lang="en-US" sz="1600" b="1" dirty="0">
                <a:solidFill>
                  <a:srgbClr val="808285"/>
                </a:solidFill>
                <a:cs typeface="HP Simplified" pitchFamily="34" charset="0"/>
              </a:rPr>
              <a:t>“Structured Data Manager takes a unique approach to storing, managing and extracting value from structured data that is based on a robust selection of pre-built integrations to cloud storage, comprehensive information management systems and high performance analytics platform. We believe that the solution provides excellent flexibility and quick return-on-investments for enterprises of all sizes.”</a:t>
            </a:r>
          </a:p>
        </p:txBody>
      </p:sp>
      <p:sp>
        <p:nvSpPr>
          <p:cNvPr id="36" name="Rectangle 35"/>
          <p:cNvSpPr/>
          <p:nvPr/>
        </p:nvSpPr>
        <p:spPr>
          <a:xfrm>
            <a:off x="189839" y="3336070"/>
            <a:ext cx="11431004" cy="338554"/>
          </a:xfrm>
          <a:prstGeom prst="rect">
            <a:avLst/>
          </a:prstGeom>
        </p:spPr>
        <p:txBody>
          <a:bodyPr wrap="square">
            <a:spAutoFit/>
          </a:bodyPr>
          <a:lstStyle/>
          <a:p>
            <a:pPr algn="r"/>
            <a:r>
              <a:rPr lang="en-US" sz="1600" dirty="0">
                <a:solidFill>
                  <a:srgbClr val="808285"/>
                </a:solidFill>
                <a:cs typeface="HP Simplified" pitchFamily="34" charset="0"/>
              </a:rPr>
              <a:t>— Sara Radicati, The Radicati Group</a:t>
            </a:r>
          </a:p>
        </p:txBody>
      </p:sp>
    </p:spTree>
    <p:extLst>
      <p:ext uri="{BB962C8B-B14F-4D97-AF65-F5344CB8AC3E}">
        <p14:creationId xmlns:p14="http://schemas.microsoft.com/office/powerpoint/2010/main" val="19103709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chemeClr val="tx1"/>
                </a:solidFill>
                <a:latin typeface="+mn-lt"/>
                <a:cs typeface="+mj-cs"/>
              </a:rPr>
              <a:t>Structured Data Manager: customer benefits</a:t>
            </a:r>
          </a:p>
        </p:txBody>
      </p:sp>
      <p:sp>
        <p:nvSpPr>
          <p:cNvPr id="15" name="Text Placeholder 14"/>
          <p:cNvSpPr>
            <a:spLocks noGrp="1"/>
          </p:cNvSpPr>
          <p:nvPr>
            <p:ph type="body" sz="quarter" idx="13"/>
          </p:nvPr>
        </p:nvSpPr>
        <p:spPr/>
        <p:txBody>
          <a:bodyPr/>
          <a:lstStyle/>
          <a:p>
            <a:r>
              <a:rPr lang="en-GB" dirty="0"/>
              <a:t>Customer Benefits</a:t>
            </a:r>
          </a:p>
        </p:txBody>
      </p:sp>
      <p:sp>
        <p:nvSpPr>
          <p:cNvPr id="4" name="Rounded Rectangle 3"/>
          <p:cNvSpPr/>
          <p:nvPr/>
        </p:nvSpPr>
        <p:spPr>
          <a:xfrm>
            <a:off x="948267" y="3656473"/>
            <a:ext cx="7525839" cy="770467"/>
          </a:xfrm>
          <a:prstGeom prst="roundRect">
            <a:avLst>
              <a:gd name="adj" fmla="val 0"/>
            </a:avLst>
          </a:prstGeom>
          <a:solidFill>
            <a:schemeClr val="bg1">
              <a:alpha val="50000"/>
            </a:schemeClr>
          </a:solidFill>
          <a:ln w="19050">
            <a:solidFill>
              <a:schemeClr val="accent4"/>
            </a:solidFill>
          </a:ln>
          <a:effectLst/>
        </p:spPr>
        <p:style>
          <a:lnRef idx="1">
            <a:schemeClr val="accent1"/>
          </a:lnRef>
          <a:fillRef idx="3">
            <a:schemeClr val="accent1"/>
          </a:fillRef>
          <a:effectRef idx="2">
            <a:schemeClr val="accent1"/>
          </a:effectRef>
          <a:fontRef idx="minor">
            <a:schemeClr val="lt1"/>
          </a:fontRef>
        </p:style>
        <p:txBody>
          <a:bodyPr rtlCol="0" anchor="t" anchorCtr="0"/>
          <a:lstStyle/>
          <a:p>
            <a:r>
              <a:rPr lang="en-US" sz="1600" b="1" dirty="0">
                <a:solidFill>
                  <a:schemeClr val="accent4"/>
                </a:solidFill>
              </a:rPr>
              <a:t>Enhance operational efficiency</a:t>
            </a:r>
          </a:p>
          <a:p>
            <a:pPr marL="228594" indent="-228594">
              <a:buFont typeface="Arial" pitchFamily="34" charset="0"/>
              <a:buChar char="•"/>
            </a:pPr>
            <a:r>
              <a:rPr lang="en-US" sz="1467" dirty="0">
                <a:solidFill>
                  <a:prstClr val="black"/>
                </a:solidFill>
              </a:rPr>
              <a:t>Remove inactive data from production databases to stabilize performance</a:t>
            </a:r>
          </a:p>
          <a:p>
            <a:pPr marL="228594" indent="-228594">
              <a:buFont typeface="Arial" pitchFamily="34" charset="0"/>
              <a:buChar char="•"/>
            </a:pPr>
            <a:r>
              <a:rPr lang="en-US" sz="1467" dirty="0">
                <a:solidFill>
                  <a:prstClr val="black"/>
                </a:solidFill>
              </a:rPr>
              <a:t>Avoid violating SLAs and ensure users are happy and productive</a:t>
            </a:r>
          </a:p>
        </p:txBody>
      </p:sp>
      <p:sp>
        <p:nvSpPr>
          <p:cNvPr id="66" name="Rounded Rectangle 65"/>
          <p:cNvSpPr/>
          <p:nvPr/>
        </p:nvSpPr>
        <p:spPr>
          <a:xfrm>
            <a:off x="948267" y="2767104"/>
            <a:ext cx="7525839" cy="770467"/>
          </a:xfrm>
          <a:prstGeom prst="roundRect">
            <a:avLst>
              <a:gd name="adj" fmla="val 0"/>
            </a:avLst>
          </a:prstGeom>
          <a:solidFill>
            <a:schemeClr val="bg1">
              <a:alpha val="50000"/>
            </a:schemeClr>
          </a:solidFill>
          <a:ln w="19050">
            <a:solidFill>
              <a:schemeClr val="accent5"/>
            </a:solidFill>
          </a:ln>
          <a:effectLst/>
        </p:spPr>
        <p:style>
          <a:lnRef idx="1">
            <a:schemeClr val="accent1"/>
          </a:lnRef>
          <a:fillRef idx="3">
            <a:schemeClr val="accent1"/>
          </a:fillRef>
          <a:effectRef idx="2">
            <a:schemeClr val="accent1"/>
          </a:effectRef>
          <a:fontRef idx="minor">
            <a:schemeClr val="lt1"/>
          </a:fontRef>
        </p:style>
        <p:txBody>
          <a:bodyPr rtlCol="0" anchor="t" anchorCtr="0"/>
          <a:lstStyle/>
          <a:p>
            <a:r>
              <a:rPr lang="en-US" sz="1600" b="1" dirty="0">
                <a:solidFill>
                  <a:schemeClr val="accent5"/>
                </a:solidFill>
              </a:rPr>
              <a:t>Reduce data footprint &amp; storage costs</a:t>
            </a:r>
          </a:p>
          <a:p>
            <a:pPr marL="228594" indent="-228594">
              <a:buFont typeface="Arial" pitchFamily="34" charset="0"/>
              <a:buChar char="•"/>
            </a:pPr>
            <a:r>
              <a:rPr lang="en-US" sz="1467" dirty="0">
                <a:solidFill>
                  <a:prstClr val="black"/>
                </a:solidFill>
              </a:rPr>
              <a:t>Reduce the amount of (cloned and legacy application) data stored by 50% or more</a:t>
            </a:r>
          </a:p>
          <a:p>
            <a:pPr marL="228594" indent="-228594">
              <a:buFont typeface="Arial" pitchFamily="34" charset="0"/>
              <a:buChar char="•"/>
            </a:pPr>
            <a:r>
              <a:rPr lang="en-US" sz="1467" dirty="0">
                <a:solidFill>
                  <a:prstClr val="black"/>
                </a:solidFill>
              </a:rPr>
              <a:t>Lower storage costs, including hardware, maintenance and administration</a:t>
            </a:r>
          </a:p>
        </p:txBody>
      </p:sp>
      <p:sp>
        <p:nvSpPr>
          <p:cNvPr id="10" name="Rounded Rectangle 9"/>
          <p:cNvSpPr/>
          <p:nvPr/>
        </p:nvSpPr>
        <p:spPr>
          <a:xfrm>
            <a:off x="948267" y="4545843"/>
            <a:ext cx="7525839" cy="770467"/>
          </a:xfrm>
          <a:prstGeom prst="roundRect">
            <a:avLst>
              <a:gd name="adj" fmla="val 0"/>
            </a:avLst>
          </a:prstGeom>
          <a:solidFill>
            <a:schemeClr val="bg1">
              <a:alpha val="50000"/>
            </a:schemeClr>
          </a:solidFill>
          <a:ln w="19050">
            <a:solidFill>
              <a:schemeClr val="accent3"/>
            </a:solidFill>
          </a:ln>
          <a:effectLst/>
        </p:spPr>
        <p:style>
          <a:lnRef idx="1">
            <a:schemeClr val="accent1"/>
          </a:lnRef>
          <a:fillRef idx="3">
            <a:schemeClr val="accent1"/>
          </a:fillRef>
          <a:effectRef idx="2">
            <a:schemeClr val="accent1"/>
          </a:effectRef>
          <a:fontRef idx="minor">
            <a:schemeClr val="lt1"/>
          </a:fontRef>
        </p:style>
        <p:txBody>
          <a:bodyPr rtlCol="0" anchor="t" anchorCtr="0"/>
          <a:lstStyle/>
          <a:p>
            <a:r>
              <a:rPr lang="en-US" sz="1600" b="1" dirty="0">
                <a:solidFill>
                  <a:schemeClr val="accent3"/>
                </a:solidFill>
              </a:rPr>
              <a:t>Expedite backup performance</a:t>
            </a:r>
          </a:p>
          <a:p>
            <a:pPr marL="228594" indent="-228594">
              <a:buFont typeface="Arial" pitchFamily="34" charset="0"/>
              <a:buChar char="•"/>
            </a:pPr>
            <a:r>
              <a:rPr lang="en-US" sz="1467" dirty="0">
                <a:solidFill>
                  <a:prstClr val="black"/>
                </a:solidFill>
              </a:rPr>
              <a:t>Minimize the backup image required by reducing the volume of data to be backed up</a:t>
            </a:r>
          </a:p>
          <a:p>
            <a:pPr marL="228594" indent="-228594">
              <a:buFont typeface="Arial" pitchFamily="34" charset="0"/>
              <a:buChar char="•"/>
            </a:pPr>
            <a:r>
              <a:rPr lang="en-US" sz="1467" dirty="0">
                <a:solidFill>
                  <a:prstClr val="black"/>
                </a:solidFill>
              </a:rPr>
              <a:t>Lower the risk of long disruptions and accelerate disaster recovery</a:t>
            </a:r>
          </a:p>
        </p:txBody>
      </p:sp>
      <p:sp>
        <p:nvSpPr>
          <p:cNvPr id="11" name="Rounded Rectangle 10"/>
          <p:cNvSpPr/>
          <p:nvPr/>
        </p:nvSpPr>
        <p:spPr>
          <a:xfrm>
            <a:off x="948268" y="5435215"/>
            <a:ext cx="7525838" cy="770467"/>
          </a:xfrm>
          <a:prstGeom prst="roundRect">
            <a:avLst>
              <a:gd name="adj" fmla="val 0"/>
            </a:avLst>
          </a:prstGeom>
          <a:solidFill>
            <a:schemeClr val="bg1">
              <a:alpha val="50000"/>
            </a:schemeClr>
          </a:solidFill>
          <a:ln w="19050">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t" anchorCtr="0"/>
          <a:lstStyle/>
          <a:p>
            <a:r>
              <a:rPr lang="en-US" sz="1600" b="1" dirty="0">
                <a:solidFill>
                  <a:schemeClr val="accent2"/>
                </a:solidFill>
              </a:rPr>
              <a:t>Improve search and eDiscovery</a:t>
            </a:r>
          </a:p>
          <a:p>
            <a:pPr marL="228594" indent="-228594">
              <a:buFont typeface="Arial" pitchFamily="34" charset="0"/>
              <a:buChar char="•"/>
            </a:pPr>
            <a:r>
              <a:rPr lang="en-US" sz="1467" dirty="0">
                <a:solidFill>
                  <a:prstClr val="black"/>
                </a:solidFill>
              </a:rPr>
              <a:t>Achieve better visibility into, and proactively consolidate, previously difficult-to-access data</a:t>
            </a:r>
          </a:p>
          <a:p>
            <a:pPr marL="228594" indent="-228594">
              <a:buFont typeface="Arial" pitchFamily="34" charset="0"/>
              <a:buChar char="•"/>
            </a:pPr>
            <a:r>
              <a:rPr lang="en-US" sz="1467" dirty="0">
                <a:solidFill>
                  <a:prstClr val="black"/>
                </a:solidFill>
              </a:rPr>
              <a:t>Lower costs of eDiscovery and investigations, and increase end-user productivity</a:t>
            </a:r>
          </a:p>
        </p:txBody>
      </p:sp>
      <p:grpSp>
        <p:nvGrpSpPr>
          <p:cNvPr id="16" name="Group 15"/>
          <p:cNvGrpSpPr/>
          <p:nvPr/>
        </p:nvGrpSpPr>
        <p:grpSpPr>
          <a:xfrm>
            <a:off x="948267" y="1879600"/>
            <a:ext cx="11243733" cy="774302"/>
            <a:chOff x="948267" y="1879600"/>
            <a:chExt cx="11243733" cy="774302"/>
          </a:xfrm>
        </p:grpSpPr>
        <p:sp>
          <p:nvSpPr>
            <p:cNvPr id="34" name="Rounded Rectangle 33"/>
            <p:cNvSpPr/>
            <p:nvPr/>
          </p:nvSpPr>
          <p:spPr>
            <a:xfrm>
              <a:off x="948268" y="1883435"/>
              <a:ext cx="7525838" cy="770467"/>
            </a:xfrm>
            <a:prstGeom prst="roundRect">
              <a:avLst>
                <a:gd name="adj" fmla="val 0"/>
              </a:avLst>
            </a:prstGeom>
            <a:solidFill>
              <a:schemeClr val="bg1">
                <a:alpha val="50000"/>
              </a:schemeClr>
            </a:solidFill>
            <a:ln w="19050">
              <a:solidFill>
                <a:schemeClr val="accent6"/>
              </a:solidFill>
            </a:ln>
            <a:effectLst/>
          </p:spPr>
          <p:style>
            <a:lnRef idx="1">
              <a:schemeClr val="accent1"/>
            </a:lnRef>
            <a:fillRef idx="3">
              <a:schemeClr val="accent1"/>
            </a:fillRef>
            <a:effectRef idx="2">
              <a:schemeClr val="accent1"/>
            </a:effectRef>
            <a:fontRef idx="minor">
              <a:schemeClr val="lt1"/>
            </a:fontRef>
          </p:style>
          <p:txBody>
            <a:bodyPr rtlCol="0" anchor="t" anchorCtr="0"/>
            <a:lstStyle/>
            <a:p>
              <a:endParaRPr lang="en-US" sz="1467" dirty="0">
                <a:solidFill>
                  <a:prstClr val="black"/>
                </a:solidFill>
              </a:endParaRPr>
            </a:p>
          </p:txBody>
        </p:sp>
        <p:sp>
          <p:nvSpPr>
            <p:cNvPr id="9" name="Rounded Rectangle 8"/>
            <p:cNvSpPr/>
            <p:nvPr/>
          </p:nvSpPr>
          <p:spPr>
            <a:xfrm>
              <a:off x="948267" y="1879600"/>
              <a:ext cx="11243733" cy="770467"/>
            </a:xfrm>
            <a:prstGeom prst="roundRect">
              <a:avLst>
                <a:gd name="adj" fmla="val 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t" anchorCtr="0"/>
            <a:lstStyle/>
            <a:p>
              <a:r>
                <a:rPr lang="en-US" sz="1600" b="1" dirty="0">
                  <a:solidFill>
                    <a:schemeClr val="accent6"/>
                  </a:solidFill>
                </a:rPr>
                <a:t>Retire outdated applications</a:t>
              </a:r>
            </a:p>
            <a:p>
              <a:pPr marL="228594" indent="-228594">
                <a:buFont typeface="Arial" pitchFamily="34" charset="0"/>
                <a:buChar char="•"/>
              </a:pPr>
              <a:r>
                <a:rPr lang="en-US" sz="1467" dirty="0">
                  <a:solidFill>
                    <a:prstClr val="black"/>
                  </a:solidFill>
                </a:rPr>
                <a:t>Automate the process of extracting, validating and deleting data from old applications</a:t>
              </a:r>
            </a:p>
            <a:p>
              <a:pPr marL="228594" indent="-228594">
                <a:buFont typeface="Arial" pitchFamily="34" charset="0"/>
                <a:buChar char="•"/>
              </a:pPr>
              <a:r>
                <a:rPr lang="en-US" sz="1467" dirty="0">
                  <a:solidFill>
                    <a:prstClr val="black"/>
                  </a:solidFill>
                </a:rPr>
                <a:t>Lower costs associated with maintaining these databases, which can number in the 1000s</a:t>
              </a:r>
            </a:p>
          </p:txBody>
        </p:sp>
      </p:grpSp>
    </p:spTree>
    <p:extLst>
      <p:ext uri="{BB962C8B-B14F-4D97-AF65-F5344CB8AC3E}">
        <p14:creationId xmlns:p14="http://schemas.microsoft.com/office/powerpoint/2010/main" val="96796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fade">
                                      <p:cBhvr>
                                        <p:cTn id="12" dur="5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6" grpId="0" animBg="1"/>
      <p:bldP spid="10" grpId="0" animBg="1"/>
      <p:bldP spid="1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Customer Success</a:t>
            </a:r>
            <a:endParaRPr lang="en-US" dirty="0"/>
          </a:p>
        </p:txBody>
      </p:sp>
    </p:spTree>
    <p:extLst>
      <p:ext uri="{BB962C8B-B14F-4D97-AF65-F5344CB8AC3E}">
        <p14:creationId xmlns:p14="http://schemas.microsoft.com/office/powerpoint/2010/main" val="384077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533400"/>
            <a:ext cx="9066502" cy="574216"/>
          </a:xfrm>
        </p:spPr>
        <p:txBody>
          <a:bodyPr/>
          <a:lstStyle/>
          <a:p>
            <a:r>
              <a:rPr lang="en-US" dirty="0" err="1">
                <a:latin typeface="+mn-lt"/>
              </a:rPr>
              <a:t>Essilor</a:t>
            </a:r>
            <a:endParaRPr lang="en-US" sz="2665" dirty="0">
              <a:solidFill>
                <a:srgbClr val="00B388"/>
              </a:solidFill>
              <a:latin typeface="+mn-lt"/>
            </a:endParaRPr>
          </a:p>
        </p:txBody>
      </p:sp>
      <p:sp>
        <p:nvSpPr>
          <p:cNvPr id="4" name="Pentagon 3"/>
          <p:cNvSpPr/>
          <p:nvPr/>
        </p:nvSpPr>
        <p:spPr>
          <a:xfrm>
            <a:off x="613887" y="2058115"/>
            <a:ext cx="3411093" cy="639746"/>
          </a:xfrm>
          <a:prstGeom prst="homePlate">
            <a:avLst>
              <a:gd name="adj" fmla="val 312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Ins="228480" rtlCol="0" anchor="ctr"/>
          <a:lstStyle/>
          <a:p>
            <a:pPr defTabSz="913897">
              <a:lnSpc>
                <a:spcPct val="90000"/>
              </a:lnSpc>
            </a:pPr>
            <a:r>
              <a:rPr lang="en-US" sz="2398" b="1" dirty="0">
                <a:solidFill>
                  <a:prstClr val="white"/>
                </a:solidFill>
              </a:rPr>
              <a:t>The Challenge</a:t>
            </a:r>
          </a:p>
        </p:txBody>
      </p:sp>
      <p:sp>
        <p:nvSpPr>
          <p:cNvPr id="6" name="Pentagon 5"/>
          <p:cNvSpPr/>
          <p:nvPr/>
        </p:nvSpPr>
        <p:spPr>
          <a:xfrm>
            <a:off x="4390455" y="2058115"/>
            <a:ext cx="3411093" cy="639746"/>
          </a:xfrm>
          <a:prstGeom prst="homePlate">
            <a:avLst>
              <a:gd name="adj" fmla="val 3125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Ins="228480" rtlCol="0" anchor="ctr"/>
          <a:lstStyle/>
          <a:p>
            <a:pPr defTabSz="913897">
              <a:lnSpc>
                <a:spcPct val="90000"/>
              </a:lnSpc>
            </a:pPr>
            <a:r>
              <a:rPr lang="en-US" sz="2398" b="1" dirty="0">
                <a:solidFill>
                  <a:prstClr val="white"/>
                </a:solidFill>
              </a:rPr>
              <a:t>The Requirements</a:t>
            </a:r>
          </a:p>
        </p:txBody>
      </p:sp>
      <p:sp>
        <p:nvSpPr>
          <p:cNvPr id="8" name="Pentagon 7"/>
          <p:cNvSpPr/>
          <p:nvPr/>
        </p:nvSpPr>
        <p:spPr>
          <a:xfrm>
            <a:off x="8155013" y="2058115"/>
            <a:ext cx="3411093" cy="639746"/>
          </a:xfrm>
          <a:prstGeom prst="homePlate">
            <a:avLst>
              <a:gd name="adj" fmla="val 31250"/>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Ins="228480" rtlCol="0" anchor="ctr"/>
          <a:lstStyle/>
          <a:p>
            <a:pPr defTabSz="913897">
              <a:lnSpc>
                <a:spcPct val="90000"/>
              </a:lnSpc>
            </a:pPr>
            <a:r>
              <a:rPr lang="en-US" sz="2398" b="1" dirty="0">
                <a:solidFill>
                  <a:prstClr val="white"/>
                </a:solidFill>
              </a:rPr>
              <a:t>The Solution </a:t>
            </a:r>
          </a:p>
        </p:txBody>
      </p:sp>
      <p:sp>
        <p:nvSpPr>
          <p:cNvPr id="11" name="TextBox 10"/>
          <p:cNvSpPr txBox="1"/>
          <p:nvPr/>
        </p:nvSpPr>
        <p:spPr>
          <a:xfrm>
            <a:off x="613890" y="2841171"/>
            <a:ext cx="3423105" cy="2264228"/>
          </a:xfrm>
          <a:prstGeom prst="rect">
            <a:avLst/>
          </a:prstGeom>
          <a:noFill/>
        </p:spPr>
        <p:txBody>
          <a:bodyPr wrap="square" lIns="0" tIns="0" rIns="0" bIns="0" rtlCol="0">
            <a:noAutofit/>
          </a:bodyPr>
          <a:lstStyle>
            <a:defPPr>
              <a:defRPr lang="en-US"/>
            </a:defPPr>
            <a:lvl1pPr>
              <a:spcAft>
                <a:spcPts val="400"/>
              </a:spcAft>
              <a:defRPr sz="1500"/>
            </a:lvl1pPr>
            <a:lvl2pPr marL="0" lvl="1" fontAlgn="t">
              <a:spcAft>
                <a:spcPts val="400"/>
              </a:spcAft>
              <a:defRPr sz="1500"/>
            </a:lvl2pPr>
          </a:lstStyle>
          <a:p>
            <a:pPr marL="228474" lvl="1" indent="-228474" defTabSz="913897" fontAlgn="auto">
              <a:lnSpc>
                <a:spcPct val="90000"/>
              </a:lnSpc>
              <a:spcBef>
                <a:spcPts val="800"/>
              </a:spcBef>
              <a:spcAft>
                <a:spcPts val="0"/>
              </a:spcAft>
              <a:buSzPct val="80000"/>
              <a:buFont typeface="Arial"/>
              <a:buChar char="•"/>
            </a:pPr>
            <a:r>
              <a:rPr lang="en-US" sz="1600" dirty="0">
                <a:solidFill>
                  <a:prstClr val="black"/>
                </a:solidFill>
                <a:ea typeface="HP Simplified" pitchFamily="34" charset="0"/>
              </a:rPr>
              <a:t>Exponential growth  resulted in increasing storage costs and performance issues of their ERP system</a:t>
            </a:r>
          </a:p>
        </p:txBody>
      </p:sp>
      <p:sp>
        <p:nvSpPr>
          <p:cNvPr id="17" name="TextBox 16"/>
          <p:cNvSpPr txBox="1"/>
          <p:nvPr/>
        </p:nvSpPr>
        <p:spPr>
          <a:xfrm>
            <a:off x="4390455" y="2841172"/>
            <a:ext cx="3411093" cy="2264227"/>
          </a:xfrm>
          <a:prstGeom prst="rect">
            <a:avLst/>
          </a:prstGeom>
          <a:noFill/>
        </p:spPr>
        <p:txBody>
          <a:bodyPr wrap="square" lIns="0" tIns="0" rIns="0" bIns="0" rtlCol="0">
            <a:noAutofit/>
          </a:bodyPr>
          <a:lstStyle/>
          <a:p>
            <a:pPr marL="228474" lvl="1" indent="-228474" defTabSz="913897">
              <a:lnSpc>
                <a:spcPct val="90000"/>
              </a:lnSpc>
              <a:spcBef>
                <a:spcPts val="800"/>
              </a:spcBef>
              <a:buSzPct val="80000"/>
              <a:buFont typeface="Arial"/>
              <a:buChar char="•"/>
            </a:pPr>
            <a:r>
              <a:rPr lang="en-US" sz="1600" dirty="0">
                <a:solidFill>
                  <a:prstClr val="black"/>
                </a:solidFill>
              </a:rPr>
              <a:t>Reduce storage costs</a:t>
            </a:r>
          </a:p>
          <a:p>
            <a:pPr marL="228474" lvl="1" indent="-228474" defTabSz="913897">
              <a:lnSpc>
                <a:spcPct val="90000"/>
              </a:lnSpc>
              <a:spcBef>
                <a:spcPts val="800"/>
              </a:spcBef>
              <a:buSzPct val="80000"/>
              <a:buFont typeface="Arial"/>
              <a:buChar char="•"/>
            </a:pPr>
            <a:r>
              <a:rPr lang="en-GB" sz="1600" dirty="0">
                <a:solidFill>
                  <a:prstClr val="black"/>
                </a:solidFill>
              </a:rPr>
              <a:t>Continue to deliver exceptional services to business partners and continued business productivity</a:t>
            </a:r>
            <a:endParaRPr lang="en-US" sz="1600" dirty="0">
              <a:solidFill>
                <a:prstClr val="black"/>
              </a:solidFill>
            </a:endParaRPr>
          </a:p>
          <a:p>
            <a:pPr marL="228474" lvl="1" indent="-228474" defTabSz="913897">
              <a:lnSpc>
                <a:spcPct val="90000"/>
              </a:lnSpc>
              <a:spcBef>
                <a:spcPts val="800"/>
              </a:spcBef>
              <a:buSzPct val="80000"/>
              <a:buFont typeface="Arial"/>
              <a:buChar char="•"/>
            </a:pPr>
            <a:endParaRPr lang="en-US" sz="1732" dirty="0">
              <a:solidFill>
                <a:prstClr val="black"/>
              </a:solidFill>
            </a:endParaRPr>
          </a:p>
          <a:p>
            <a:pPr marL="285593" indent="-285593" defTabSz="913897" fontAlgn="t">
              <a:spcAft>
                <a:spcPts val="400"/>
              </a:spcAft>
              <a:buFont typeface="Arial" panose="020B0604020202020204" pitchFamily="34" charset="0"/>
              <a:buChar char="•"/>
            </a:pPr>
            <a:endParaRPr lang="en-US" sz="1500" dirty="0">
              <a:solidFill>
                <a:prstClr val="black"/>
              </a:solidFill>
            </a:endParaRPr>
          </a:p>
        </p:txBody>
      </p:sp>
      <p:sp>
        <p:nvSpPr>
          <p:cNvPr id="19" name="TextBox 18"/>
          <p:cNvSpPr txBox="1"/>
          <p:nvPr/>
        </p:nvSpPr>
        <p:spPr>
          <a:xfrm>
            <a:off x="8155013" y="2841172"/>
            <a:ext cx="3424372" cy="2264226"/>
          </a:xfrm>
          <a:prstGeom prst="rect">
            <a:avLst/>
          </a:prstGeom>
          <a:noFill/>
        </p:spPr>
        <p:txBody>
          <a:bodyPr wrap="square" lIns="0" tIns="0" rIns="0" bIns="0" rtlCol="0">
            <a:noAutofit/>
          </a:bodyPr>
          <a:lstStyle>
            <a:defPPr>
              <a:defRPr lang="en-US"/>
            </a:defPPr>
            <a:lvl1pPr>
              <a:spcAft>
                <a:spcPts val="400"/>
              </a:spcAft>
              <a:defRPr sz="1500"/>
            </a:lvl1pPr>
            <a:lvl2pPr marL="0" lvl="1" fontAlgn="t">
              <a:spcAft>
                <a:spcPts val="400"/>
              </a:spcAft>
              <a:defRPr sz="1500"/>
            </a:lvl2pPr>
          </a:lstStyle>
          <a:p>
            <a:pPr marL="228474" lvl="1" indent="-228474" defTabSz="913897" fontAlgn="auto">
              <a:lnSpc>
                <a:spcPct val="90000"/>
              </a:lnSpc>
              <a:spcBef>
                <a:spcPts val="800"/>
              </a:spcBef>
              <a:spcAft>
                <a:spcPts val="0"/>
              </a:spcAft>
              <a:buSzPct val="80000"/>
              <a:buFont typeface="Arial"/>
              <a:buChar char="•"/>
            </a:pPr>
            <a:r>
              <a:rPr lang="en-US" sz="1600" dirty="0">
                <a:solidFill>
                  <a:prstClr val="black"/>
                </a:solidFill>
              </a:rPr>
              <a:t>Structured Data Manager</a:t>
            </a:r>
          </a:p>
          <a:p>
            <a:pPr marL="228474" lvl="1" indent="-228474" defTabSz="913897" fontAlgn="auto">
              <a:lnSpc>
                <a:spcPct val="90000"/>
              </a:lnSpc>
              <a:spcBef>
                <a:spcPts val="800"/>
              </a:spcBef>
              <a:spcAft>
                <a:spcPts val="0"/>
              </a:spcAft>
              <a:buSzPct val="80000"/>
              <a:buFont typeface="Arial"/>
              <a:buChar char="•"/>
            </a:pPr>
            <a:r>
              <a:rPr lang="en-GB" sz="1600" dirty="0">
                <a:solidFill>
                  <a:prstClr val="black"/>
                </a:solidFill>
              </a:rPr>
              <a:t>Professional Services</a:t>
            </a:r>
            <a:endParaRPr lang="en-US" sz="1600" dirty="0">
              <a:solidFill>
                <a:prstClr val="black"/>
              </a:solidFill>
            </a:endParaRPr>
          </a:p>
        </p:txBody>
      </p:sp>
      <p:sp>
        <p:nvSpPr>
          <p:cNvPr id="5" name="Round Single Corner Rectangle 4"/>
          <p:cNvSpPr/>
          <p:nvPr/>
        </p:nvSpPr>
        <p:spPr>
          <a:xfrm>
            <a:off x="778626" y="4108862"/>
            <a:ext cx="10787480" cy="2112353"/>
          </a:xfrm>
          <a:prstGeom prst="round1Rect">
            <a:avLst>
              <a:gd name="adj" fmla="val 0"/>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285750" indent="-285750" defTabSz="609265">
              <a:buFont typeface="Arial" panose="020B0604020202020204" pitchFamily="34" charset="0"/>
              <a:buChar char="•"/>
              <a:defRPr/>
            </a:pPr>
            <a:r>
              <a:rPr lang="en-US" dirty="0"/>
              <a:t>Reduce data footprint and storage costs, including maintenance and administration</a:t>
            </a:r>
            <a:endParaRPr lang="en-US" dirty="0">
              <a:solidFill>
                <a:prstClr val="white"/>
              </a:solidFill>
            </a:endParaRPr>
          </a:p>
          <a:p>
            <a:pPr marL="285750" indent="-285750" defTabSz="609265">
              <a:buFont typeface="Arial" panose="020B0604020202020204" pitchFamily="34" charset="0"/>
              <a:buChar char="•"/>
              <a:defRPr/>
            </a:pPr>
            <a:r>
              <a:rPr lang="en-US" dirty="0">
                <a:solidFill>
                  <a:prstClr val="white"/>
                </a:solidFill>
              </a:rPr>
              <a:t>Saved $250k annually in storage</a:t>
            </a:r>
          </a:p>
          <a:p>
            <a:pPr marL="285750" indent="-285750" defTabSz="609265">
              <a:buFont typeface="Arial" panose="020B0604020202020204" pitchFamily="34" charset="0"/>
              <a:buChar char="•"/>
              <a:defRPr/>
            </a:pPr>
            <a:r>
              <a:rPr lang="en-US" dirty="0"/>
              <a:t>Improve competitive advantage through faster and more reliable service to customers and partners</a:t>
            </a:r>
          </a:p>
          <a:p>
            <a:pPr marL="285750" indent="-285750" defTabSz="609265">
              <a:buFont typeface="Arial" panose="020B0604020202020204" pitchFamily="34" charset="0"/>
              <a:buChar char="•"/>
              <a:defRPr/>
            </a:pPr>
            <a:r>
              <a:rPr lang="en-US" dirty="0"/>
              <a:t>Improve Business SLA response time by 10%</a:t>
            </a:r>
          </a:p>
          <a:p>
            <a:pPr marL="285750" indent="-285750" defTabSz="609265">
              <a:buFont typeface="Arial" panose="020B0604020202020204" pitchFamily="34" charset="0"/>
              <a:buChar char="•"/>
              <a:defRPr/>
            </a:pPr>
            <a:r>
              <a:rPr lang="en-US" dirty="0"/>
              <a:t>Reduce non-production EBS database size by over 50%</a:t>
            </a:r>
          </a:p>
          <a:p>
            <a:pPr marL="285750" indent="-285750" defTabSz="609265">
              <a:buFont typeface="Arial" panose="020B0604020202020204" pitchFamily="34" charset="0"/>
              <a:buChar char="•"/>
              <a:defRPr/>
            </a:pPr>
            <a:r>
              <a:rPr lang="en-US" dirty="0"/>
              <a:t>Improve system performance and end-user productivity through greater system availability</a:t>
            </a:r>
          </a:p>
          <a:p>
            <a:pPr marL="285750" indent="-285750" defTabSz="609265">
              <a:buFont typeface="Arial" panose="020B0604020202020204" pitchFamily="34" charset="0"/>
              <a:buChar char="•"/>
              <a:defRPr/>
            </a:pPr>
            <a:endParaRPr lang="en-US" sz="1400" dirty="0">
              <a:solidFill>
                <a:prstClr val="white"/>
              </a:solidFill>
            </a:endParaRPr>
          </a:p>
        </p:txBody>
      </p:sp>
      <p:pic>
        <p:nvPicPr>
          <p:cNvPr id="18" name="Picture 17"/>
          <p:cNvPicPr>
            <a:picLocks noChangeAspect="1"/>
          </p:cNvPicPr>
          <p:nvPr/>
        </p:nvPicPr>
        <p:blipFill>
          <a:blip r:embed="rId3"/>
          <a:stretch>
            <a:fillRect/>
          </a:stretch>
        </p:blipFill>
        <p:spPr>
          <a:xfrm>
            <a:off x="10528773" y="545797"/>
            <a:ext cx="981541" cy="652329"/>
          </a:xfrm>
          <a:prstGeom prst="rect">
            <a:avLst/>
          </a:prstGeom>
        </p:spPr>
      </p:pic>
    </p:spTree>
    <p:extLst>
      <p:ext uri="{BB962C8B-B14F-4D97-AF65-F5344CB8AC3E}">
        <p14:creationId xmlns:p14="http://schemas.microsoft.com/office/powerpoint/2010/main" val="403545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Competitive Overview</a:t>
            </a:r>
          </a:p>
        </p:txBody>
      </p:sp>
    </p:spTree>
    <p:extLst>
      <p:ext uri="{BB962C8B-B14F-4D97-AF65-F5344CB8AC3E}">
        <p14:creationId xmlns:p14="http://schemas.microsoft.com/office/powerpoint/2010/main" val="158586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latin typeface="+mn-lt"/>
              </a:rPr>
              <a:t>Competitive Overview</a:t>
            </a:r>
            <a:endParaRPr lang="en-US" dirty="0">
              <a:latin typeface="+mn-lt"/>
            </a:endParaRPr>
          </a:p>
        </p:txBody>
      </p:sp>
      <p:sp>
        <p:nvSpPr>
          <p:cNvPr id="3" name="Text Placeholder 2"/>
          <p:cNvSpPr>
            <a:spLocks noGrp="1"/>
          </p:cNvSpPr>
          <p:nvPr>
            <p:ph type="body" sz="quarter" idx="13"/>
          </p:nvPr>
        </p:nvSpPr>
        <p:spPr>
          <a:xfrm>
            <a:off x="609440" y="1239517"/>
            <a:ext cx="10969943" cy="1678781"/>
          </a:xfrm>
        </p:spPr>
        <p:txBody>
          <a:bodyPr/>
          <a:lstStyle/>
          <a:p>
            <a:r>
              <a:rPr lang="en-GB" sz="1800" dirty="0"/>
              <a:t>Market sector not well defined</a:t>
            </a:r>
          </a:p>
          <a:p>
            <a:r>
              <a:rPr lang="en-GB" sz="1800" dirty="0"/>
              <a:t>Market sector is high value and not commoditized</a:t>
            </a:r>
          </a:p>
          <a:p>
            <a:r>
              <a:rPr lang="en-GB" sz="1800" dirty="0"/>
              <a:t>No recent Gartner Magic Quadrant</a:t>
            </a:r>
          </a:p>
          <a:p>
            <a:endParaRPr lang="en-GB" sz="2000" dirty="0"/>
          </a:p>
          <a:p>
            <a:r>
              <a:rPr lang="en-GB" sz="2000" b="1" u="sng" dirty="0"/>
              <a:t>Main competitors:</a:t>
            </a:r>
          </a:p>
          <a:p>
            <a:endParaRPr lang="en-GB" sz="2000" dirty="0"/>
          </a:p>
          <a:p>
            <a:endParaRPr lang="en-GB" sz="2000" dirty="0"/>
          </a:p>
          <a:p>
            <a:endParaRPr lang="en-GB" sz="2000" dirty="0"/>
          </a:p>
          <a:p>
            <a:endParaRPr lang="en-GB" sz="2000" dirty="0"/>
          </a:p>
          <a:p>
            <a:endParaRPr lang="en-GB" sz="2000" dirty="0"/>
          </a:p>
          <a:p>
            <a:endParaRPr lang="en-GB" sz="2000" dirty="0"/>
          </a:p>
          <a:p>
            <a:endParaRPr lang="en-GB" sz="2000" dirty="0"/>
          </a:p>
          <a:p>
            <a:endParaRPr lang="en-GB" sz="2000" dirty="0"/>
          </a:p>
          <a:p>
            <a:endParaRPr lang="en-GB" sz="2000" dirty="0"/>
          </a:p>
          <a:p>
            <a:endParaRPr lang="en-GB" sz="2000" dirty="0"/>
          </a:p>
          <a:p>
            <a:endParaRPr lang="en-GB" sz="2000" dirty="0"/>
          </a:p>
          <a:p>
            <a:r>
              <a:rPr lang="en-GB" sz="2000" dirty="0"/>
              <a:t>Secondary competitors are: </a:t>
            </a:r>
            <a:r>
              <a:rPr lang="en-GB" sz="2000" dirty="0" err="1"/>
              <a:t>Solix</a:t>
            </a:r>
            <a:r>
              <a:rPr lang="en-GB" sz="2000" dirty="0"/>
              <a:t>, EMC and PBS Software.  </a:t>
            </a:r>
          </a:p>
          <a:p>
            <a:endParaRPr lang="en-GB" sz="2000" dirty="0"/>
          </a:p>
          <a:p>
            <a:endParaRPr lang="en-US" sz="2000" dirty="0"/>
          </a:p>
        </p:txBody>
      </p:sp>
      <p:sp>
        <p:nvSpPr>
          <p:cNvPr id="6" name="Slide Number Placeholder 5"/>
          <p:cNvSpPr>
            <a:spLocks noGrp="1"/>
          </p:cNvSpPr>
          <p:nvPr>
            <p:ph type="sldNum" sz="quarter" idx="12"/>
          </p:nvPr>
        </p:nvSpPr>
        <p:spPr/>
        <p:txBody>
          <a:bodyPr/>
          <a:lstStyle/>
          <a:p>
            <a:fld id="{B016F8AB-BCEA-4347-8BA6-BE776009BC89}" type="slidenum">
              <a:rPr lang="en-US" smtClean="0">
                <a:solidFill>
                  <a:srgbClr val="617D78"/>
                </a:solidFill>
              </a:rPr>
              <a:pPr/>
              <a:t>22</a:t>
            </a:fld>
            <a:endParaRPr lang="en-US">
              <a:solidFill>
                <a:srgbClr val="617D78"/>
              </a:solidFill>
            </a:endParaRPr>
          </a:p>
        </p:txBody>
      </p:sp>
      <p:graphicFrame>
        <p:nvGraphicFramePr>
          <p:cNvPr id="7" name="Table 6"/>
          <p:cNvGraphicFramePr>
            <a:graphicFrameLocks noGrp="1"/>
          </p:cNvGraphicFramePr>
          <p:nvPr>
            <p:extLst>
              <p:ext uri="{D42A27DB-BD31-4B8C-83A1-F6EECF244321}">
                <p14:modId xmlns:p14="http://schemas.microsoft.com/office/powerpoint/2010/main" val="79040067"/>
              </p:ext>
            </p:extLst>
          </p:nvPr>
        </p:nvGraphicFramePr>
        <p:xfrm>
          <a:off x="609440" y="2695136"/>
          <a:ext cx="10969944" cy="2682240"/>
        </p:xfrm>
        <a:graphic>
          <a:graphicData uri="http://schemas.openxmlformats.org/drawingml/2006/table">
            <a:tbl>
              <a:tblPr firstRow="1" bandRow="1">
                <a:tableStyleId>{5C22544A-7EE6-4342-B048-85BDC9FD1C3A}</a:tableStyleId>
              </a:tblPr>
              <a:tblGrid>
                <a:gridCol w="3207817">
                  <a:extLst>
                    <a:ext uri="{9D8B030D-6E8A-4147-A177-3AD203B41FA5}">
                      <a16:colId xmlns:a16="http://schemas.microsoft.com/office/drawing/2014/main" val="20000"/>
                    </a:ext>
                  </a:extLst>
                </a:gridCol>
                <a:gridCol w="4078514">
                  <a:extLst>
                    <a:ext uri="{9D8B030D-6E8A-4147-A177-3AD203B41FA5}">
                      <a16:colId xmlns:a16="http://schemas.microsoft.com/office/drawing/2014/main" val="20001"/>
                    </a:ext>
                  </a:extLst>
                </a:gridCol>
                <a:gridCol w="3683613">
                  <a:extLst>
                    <a:ext uri="{9D8B030D-6E8A-4147-A177-3AD203B41FA5}">
                      <a16:colId xmlns:a16="http://schemas.microsoft.com/office/drawing/2014/main" val="20002"/>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dirty="0">
                          <a:solidFill>
                            <a:schemeClr val="bg1"/>
                          </a:solidFill>
                        </a:rPr>
                        <a:t>Informatica (Data Archive)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b="1" kern="1200" dirty="0">
                          <a:solidFill>
                            <a:schemeClr val="bg1"/>
                          </a:solidFill>
                          <a:latin typeface="+mn-lt"/>
                          <a:ea typeface="+mn-ea"/>
                          <a:cs typeface="+mn-cs"/>
                        </a:rPr>
                        <a:t>IBM (InfoSphere Optim Data Growth Solution)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b="1" kern="1200" dirty="0">
                          <a:solidFill>
                            <a:schemeClr val="bg1"/>
                          </a:solidFill>
                          <a:latin typeface="+mn-lt"/>
                          <a:ea typeface="+mn-ea"/>
                          <a:cs typeface="+mn-cs"/>
                        </a:rPr>
                        <a:t>OpenText (Archive &amp; InfoFusion)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solidFill>
                  </a:tcPr>
                </a:tc>
                <a:extLst>
                  <a:ext uri="{0D108BD9-81ED-4DB2-BD59-A6C34878D82A}">
                    <a16:rowId xmlns:a16="http://schemas.microsoft.com/office/drawing/2014/main" val="10000"/>
                  </a:ext>
                </a:extLst>
              </a:tr>
              <a:tr h="370840">
                <a:tc>
                  <a:txBody>
                    <a:bodyPr/>
                    <a:lstStyle/>
                    <a:p>
                      <a:pPr marL="285750" indent="-285750">
                        <a:buFont typeface="Arial" panose="020B0604020202020204" pitchFamily="34" charset="0"/>
                        <a:buChar char="•"/>
                      </a:pPr>
                      <a:r>
                        <a:rPr lang="en-GB" sz="1600" dirty="0">
                          <a:solidFill>
                            <a:schemeClr val="tx1"/>
                          </a:solidFill>
                        </a:rPr>
                        <a:t>No.</a:t>
                      </a:r>
                      <a:r>
                        <a:rPr lang="en-GB" sz="1600" baseline="0" dirty="0">
                          <a:solidFill>
                            <a:schemeClr val="tx1"/>
                          </a:solidFill>
                        </a:rPr>
                        <a:t> 1 Competitor</a:t>
                      </a:r>
                      <a:endParaRPr lang="en-GB" sz="1600" dirty="0">
                        <a:solidFill>
                          <a:schemeClr val="tx1"/>
                        </a:solidFill>
                      </a:endParaRPr>
                    </a:p>
                    <a:p>
                      <a:pPr marL="285750" indent="-285750">
                        <a:buFont typeface="Arial" panose="020B0604020202020204" pitchFamily="34" charset="0"/>
                        <a:buChar char="•"/>
                      </a:pPr>
                      <a:r>
                        <a:rPr lang="en-GB" sz="1600" dirty="0">
                          <a:solidFill>
                            <a:schemeClr val="tx1"/>
                          </a:solidFill>
                        </a:rPr>
                        <a:t>Broad range of connectors</a:t>
                      </a:r>
                    </a:p>
                    <a:p>
                      <a:pPr marL="285750" indent="-285750">
                        <a:buFont typeface="Arial" panose="020B0604020202020204" pitchFamily="34" charset="0"/>
                        <a:buChar char="•"/>
                      </a:pPr>
                      <a:r>
                        <a:rPr lang="en-GB" sz="1600" dirty="0">
                          <a:solidFill>
                            <a:schemeClr val="tx1"/>
                          </a:solidFill>
                        </a:rPr>
                        <a:t>Application Retirement</a:t>
                      </a:r>
                    </a:p>
                    <a:p>
                      <a:pPr marL="285750" indent="-285750">
                        <a:buFont typeface="Arial" panose="020B0604020202020204" pitchFamily="34" charset="0"/>
                        <a:buChar char="•"/>
                      </a:pPr>
                      <a:r>
                        <a:rPr lang="en-GB" sz="1600" dirty="0">
                          <a:solidFill>
                            <a:schemeClr val="tx1"/>
                          </a:solidFill>
                        </a:rPr>
                        <a:t>Major account presence (ETL tools)</a:t>
                      </a:r>
                    </a:p>
                    <a:p>
                      <a:pPr marL="285750" indent="-285750">
                        <a:buFont typeface="Arial" panose="020B0604020202020204" pitchFamily="34" charset="0"/>
                        <a:buChar char="•"/>
                      </a:pPr>
                      <a:r>
                        <a:rPr lang="en-GB" sz="1600" dirty="0">
                          <a:solidFill>
                            <a:schemeClr val="tx1"/>
                          </a:solidFill>
                        </a:rPr>
                        <a:t>Poor Cloud deployment</a:t>
                      </a:r>
                    </a:p>
                    <a:p>
                      <a:pPr marL="285750" indent="-285750">
                        <a:buFont typeface="Arial" panose="020B0604020202020204" pitchFamily="34" charset="0"/>
                        <a:buChar char="•"/>
                      </a:pPr>
                      <a:r>
                        <a:rPr lang="en-GB" sz="1600" dirty="0">
                          <a:solidFill>
                            <a:schemeClr val="tx1"/>
                          </a:solidFill>
                        </a:rPr>
                        <a:t>No unstructured data capabilities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GB" sz="1600" dirty="0">
                          <a:solidFill>
                            <a:schemeClr val="tx1"/>
                          </a:solidFill>
                        </a:rPr>
                        <a:t>No.</a:t>
                      </a:r>
                      <a:r>
                        <a:rPr lang="en-GB" sz="1600" baseline="0" dirty="0">
                          <a:solidFill>
                            <a:schemeClr val="tx1"/>
                          </a:solidFill>
                        </a:rPr>
                        <a:t> 2 Competitor</a:t>
                      </a:r>
                      <a:endParaRPr lang="en-GB" sz="1600" dirty="0">
                        <a:solidFill>
                          <a:schemeClr val="tx1"/>
                        </a:solidFill>
                      </a:endParaRPr>
                    </a:p>
                    <a:p>
                      <a:pPr marL="285750" indent="-285750">
                        <a:buFont typeface="Arial" panose="020B0604020202020204" pitchFamily="34" charset="0"/>
                        <a:buChar char="•"/>
                      </a:pPr>
                      <a:r>
                        <a:rPr lang="en-GB" sz="1600" dirty="0">
                          <a:solidFill>
                            <a:schemeClr val="tx1"/>
                          </a:solidFill>
                        </a:rPr>
                        <a:t>Broad application and database support</a:t>
                      </a:r>
                    </a:p>
                    <a:p>
                      <a:pPr marL="285750" indent="-285750">
                        <a:buFont typeface="Arial" panose="020B0604020202020204" pitchFamily="34" charset="0"/>
                        <a:buChar char="•"/>
                      </a:pPr>
                      <a:r>
                        <a:rPr lang="en-GB" sz="1600" dirty="0">
                          <a:solidFill>
                            <a:schemeClr val="tx1"/>
                          </a:solidFill>
                        </a:rPr>
                        <a:t>Strong reference customers</a:t>
                      </a:r>
                    </a:p>
                    <a:p>
                      <a:pPr marL="285750" indent="-285750">
                        <a:buFont typeface="Arial" panose="020B0604020202020204" pitchFamily="34" charset="0"/>
                        <a:buChar char="•"/>
                      </a:pPr>
                      <a:r>
                        <a:rPr lang="en-GB" sz="1600" dirty="0">
                          <a:solidFill>
                            <a:schemeClr val="tx1"/>
                          </a:solidFill>
                        </a:rPr>
                        <a:t>Deep information governance expertise and services to support</a:t>
                      </a:r>
                    </a:p>
                    <a:p>
                      <a:pPr marL="285750" indent="-285750">
                        <a:buFont typeface="Arial" panose="020B0604020202020204" pitchFamily="34" charset="0"/>
                        <a:buChar char="•"/>
                      </a:pPr>
                      <a:r>
                        <a:rPr lang="en-GB" sz="1600" dirty="0">
                          <a:solidFill>
                            <a:schemeClr val="tx1"/>
                          </a:solidFill>
                        </a:rPr>
                        <a:t>Major account presence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indent="-285750">
                        <a:buFont typeface="Arial" panose="020B0604020202020204" pitchFamily="34" charset="0"/>
                        <a:buChar char="•"/>
                      </a:pPr>
                      <a:r>
                        <a:rPr lang="en-GB" sz="1600" dirty="0">
                          <a:solidFill>
                            <a:schemeClr val="tx1"/>
                          </a:solidFill>
                        </a:rPr>
                        <a:t>No.</a:t>
                      </a:r>
                      <a:r>
                        <a:rPr lang="en-GB" sz="1600" baseline="0" dirty="0">
                          <a:solidFill>
                            <a:schemeClr val="tx1"/>
                          </a:solidFill>
                        </a:rPr>
                        <a:t> 1 Competitor</a:t>
                      </a:r>
                      <a:endParaRPr lang="en-GB" sz="1600" dirty="0">
                        <a:solidFill>
                          <a:schemeClr val="tx1"/>
                        </a:solidFill>
                      </a:endParaRPr>
                    </a:p>
                    <a:p>
                      <a:pPr marL="285750" indent="-285750">
                        <a:buFont typeface="Arial" panose="020B0604020202020204" pitchFamily="34" charset="0"/>
                        <a:buChar char="•"/>
                      </a:pPr>
                      <a:r>
                        <a:rPr lang="en-GB" sz="1600" dirty="0">
                          <a:solidFill>
                            <a:schemeClr val="tx1"/>
                          </a:solidFill>
                        </a:rPr>
                        <a:t>Good file system, app and database support</a:t>
                      </a:r>
                    </a:p>
                    <a:p>
                      <a:pPr marL="285750" indent="-285750">
                        <a:buFont typeface="Arial" panose="020B0604020202020204" pitchFamily="34" charset="0"/>
                        <a:buChar char="•"/>
                      </a:pPr>
                      <a:r>
                        <a:rPr lang="en-GB" sz="1600" dirty="0">
                          <a:solidFill>
                            <a:schemeClr val="tx1"/>
                          </a:solidFill>
                        </a:rPr>
                        <a:t>Leader in SAP (SAP sell it!)</a:t>
                      </a:r>
                    </a:p>
                    <a:p>
                      <a:pPr marL="285750" indent="-285750">
                        <a:buFont typeface="Arial" panose="020B0604020202020204" pitchFamily="34" charset="0"/>
                        <a:buChar char="•"/>
                      </a:pPr>
                      <a:r>
                        <a:rPr lang="en-GB" sz="1600" dirty="0">
                          <a:solidFill>
                            <a:schemeClr val="tx1"/>
                          </a:solidFill>
                        </a:rPr>
                        <a:t>No SDM equivalent outside of SAP</a:t>
                      </a:r>
                    </a:p>
                    <a:p>
                      <a:pPr marL="285750" indent="-285750">
                        <a:buFont typeface="Arial" panose="020B0604020202020204" pitchFamily="34" charset="0"/>
                        <a:buChar char="•"/>
                      </a:pPr>
                      <a:r>
                        <a:rPr lang="en-GB" sz="1600" dirty="0">
                          <a:solidFill>
                            <a:schemeClr val="tx1"/>
                          </a:solidFill>
                        </a:rPr>
                        <a:t>InfoFusion for App retirement</a:t>
                      </a:r>
                    </a:p>
                    <a:p>
                      <a:pPr marL="285750" indent="-285750">
                        <a:buFont typeface="Arial" panose="020B0604020202020204" pitchFamily="34" charset="0"/>
                        <a:buChar char="•"/>
                      </a:pPr>
                      <a:r>
                        <a:rPr lang="en-GB" sz="1600" dirty="0">
                          <a:solidFill>
                            <a:schemeClr val="tx1"/>
                          </a:solidFill>
                        </a:rPr>
                        <a:t>Most similar to SCM Suite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287931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a:t>
            </a:r>
          </a:p>
        </p:txBody>
      </p:sp>
    </p:spTree>
    <p:extLst>
      <p:ext uri="{BB962C8B-B14F-4D97-AF65-F5344CB8AC3E}">
        <p14:creationId xmlns:p14="http://schemas.microsoft.com/office/powerpoint/2010/main" val="3079076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06511" y="1430881"/>
            <a:ext cx="7037572" cy="4697579"/>
          </a:xfrm>
          <a:prstGeom prst="rect">
            <a:avLst/>
          </a:prstGeom>
        </p:spPr>
      </p:pic>
      <p:sp>
        <p:nvSpPr>
          <p:cNvPr id="22" name="Title 3"/>
          <p:cNvSpPr>
            <a:spLocks noGrp="1"/>
          </p:cNvSpPr>
          <p:nvPr>
            <p:ph type="title"/>
          </p:nvPr>
        </p:nvSpPr>
        <p:spPr/>
        <p:txBody>
          <a:bodyPr/>
          <a:lstStyle/>
          <a:p>
            <a:r>
              <a:rPr lang="en-US" dirty="0">
                <a:latin typeface="+mn-lt"/>
              </a:rPr>
              <a:t>Structured Data Manager </a:t>
            </a:r>
          </a:p>
        </p:txBody>
      </p:sp>
      <p:sp>
        <p:nvSpPr>
          <p:cNvPr id="15" name="Subtitle 14"/>
          <p:cNvSpPr>
            <a:spLocks noGrp="1"/>
          </p:cNvSpPr>
          <p:nvPr>
            <p:ph type="body" sz="quarter" idx="13"/>
          </p:nvPr>
        </p:nvSpPr>
        <p:spPr/>
        <p:txBody>
          <a:bodyPr/>
          <a:lstStyle/>
          <a:p>
            <a:r>
              <a:rPr lang="en-AU" sz="2000" dirty="0">
                <a:latin typeface="+mn-lt"/>
              </a:rPr>
              <a:t>Addresses problems of inactive structured data</a:t>
            </a:r>
            <a:endParaRPr lang="en-US" sz="2000" dirty="0">
              <a:latin typeface="+mn-lt"/>
            </a:endParaRPr>
          </a:p>
        </p:txBody>
      </p:sp>
      <p:graphicFrame>
        <p:nvGraphicFramePr>
          <p:cNvPr id="3" name="Diagram 2"/>
          <p:cNvGraphicFramePr/>
          <p:nvPr>
            <p:extLst>
              <p:ext uri="{D42A27DB-BD31-4B8C-83A1-F6EECF244321}">
                <p14:modId xmlns:p14="http://schemas.microsoft.com/office/powerpoint/2010/main" val="3967233653"/>
              </p:ext>
            </p:extLst>
          </p:nvPr>
        </p:nvGraphicFramePr>
        <p:xfrm>
          <a:off x="976928" y="1524151"/>
          <a:ext cx="4632960" cy="451104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944843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BAB8DA6-BDE6-7C4D-89B2-3850585432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 y="2"/>
            <a:ext cx="12191996" cy="6857998"/>
          </a:xfrm>
          <a:prstGeom prst="rect">
            <a:avLst/>
          </a:prstGeom>
        </p:spPr>
      </p:pic>
      <p:sp>
        <p:nvSpPr>
          <p:cNvPr id="2" name="Title 1"/>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EE600E9F-E005-654F-8DC6-847884446F1D}"/>
              </a:ext>
            </a:extLst>
          </p:cNvPr>
          <p:cNvSpPr>
            <a:spLocks noGrp="1"/>
          </p:cNvSpPr>
          <p:nvPr>
            <p:ph type="subTitle" idx="1"/>
          </p:nvPr>
        </p:nvSpPr>
        <p:spPr/>
        <p:txBody>
          <a:bodyPr/>
          <a:lstStyle/>
          <a:p>
            <a:endParaRPr lang="en-US"/>
          </a:p>
        </p:txBody>
      </p:sp>
      <p:sp>
        <p:nvSpPr>
          <p:cNvPr id="5" name="Rectangle 4">
            <a:extLst>
              <a:ext uri="{FF2B5EF4-FFF2-40B4-BE49-F238E27FC236}">
                <a16:creationId xmlns:a16="http://schemas.microsoft.com/office/drawing/2014/main" id="{35C770E5-A18C-DC4C-93F9-69191F0963F3}"/>
              </a:ext>
            </a:extLst>
          </p:cNvPr>
          <p:cNvSpPr/>
          <p:nvPr/>
        </p:nvSpPr>
        <p:spPr>
          <a:xfrm>
            <a:off x="1048005" y="1"/>
            <a:ext cx="1799697" cy="1518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grpSp>
        <p:nvGrpSpPr>
          <p:cNvPr id="6" name="Group 5">
            <a:extLst>
              <a:ext uri="{FF2B5EF4-FFF2-40B4-BE49-F238E27FC236}">
                <a16:creationId xmlns:a16="http://schemas.microsoft.com/office/drawing/2014/main" id="{33CB49C7-E238-CA4C-BE79-E67FBF5C3EEB}"/>
              </a:ext>
            </a:extLst>
          </p:cNvPr>
          <p:cNvGrpSpPr/>
          <p:nvPr/>
        </p:nvGrpSpPr>
        <p:grpSpPr>
          <a:xfrm>
            <a:off x="1048005" y="766395"/>
            <a:ext cx="1930326" cy="467406"/>
            <a:chOff x="-504825" y="3757613"/>
            <a:chExt cx="1009650" cy="244475"/>
          </a:xfrm>
          <a:solidFill>
            <a:schemeClr val="bg1"/>
          </a:solidFill>
        </p:grpSpPr>
        <p:sp>
          <p:nvSpPr>
            <p:cNvPr id="7" name="Freeform 5">
              <a:extLst>
                <a:ext uri="{FF2B5EF4-FFF2-40B4-BE49-F238E27FC236}">
                  <a16:creationId xmlns:a16="http://schemas.microsoft.com/office/drawing/2014/main" id="{A521FF18-F40D-354E-804E-B9DAD6BA0C25}"/>
                </a:ext>
              </a:extLst>
            </p:cNvPr>
            <p:cNvSpPr>
              <a:spLocks/>
            </p:cNvSpPr>
            <p:nvPr userDrawn="1"/>
          </p:nvSpPr>
          <p:spPr bwMode="auto">
            <a:xfrm>
              <a:off x="-504825" y="3808413"/>
              <a:ext cx="193675" cy="193675"/>
            </a:xfrm>
            <a:custGeom>
              <a:avLst/>
              <a:gdLst>
                <a:gd name="T0" fmla="*/ 0 w 122"/>
                <a:gd name="T1" fmla="*/ 122 h 122"/>
                <a:gd name="T2" fmla="*/ 0 w 122"/>
                <a:gd name="T3" fmla="*/ 0 h 122"/>
                <a:gd name="T4" fmla="*/ 30 w 122"/>
                <a:gd name="T5" fmla="*/ 0 h 122"/>
                <a:gd name="T6" fmla="*/ 30 w 122"/>
                <a:gd name="T7" fmla="*/ 92 h 122"/>
                <a:gd name="T8" fmla="*/ 122 w 122"/>
                <a:gd name="T9" fmla="*/ 92 h 122"/>
                <a:gd name="T10" fmla="*/ 122 w 122"/>
                <a:gd name="T11" fmla="*/ 122 h 122"/>
                <a:gd name="T12" fmla="*/ 0 w 122"/>
                <a:gd name="T13" fmla="*/ 122 h 122"/>
                <a:gd name="T14" fmla="*/ 0 w 122"/>
                <a:gd name="T15" fmla="*/ 122 h 12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2">
                  <a:moveTo>
                    <a:pt x="0" y="122"/>
                  </a:moveTo>
                  <a:lnTo>
                    <a:pt x="0" y="0"/>
                  </a:lnTo>
                  <a:lnTo>
                    <a:pt x="30" y="0"/>
                  </a:lnTo>
                  <a:lnTo>
                    <a:pt x="30" y="92"/>
                  </a:lnTo>
                  <a:lnTo>
                    <a:pt x="122" y="92"/>
                  </a:lnTo>
                  <a:lnTo>
                    <a:pt x="122" y="122"/>
                  </a:lnTo>
                  <a:lnTo>
                    <a:pt x="0" y="122"/>
                  </a:lnTo>
                  <a:lnTo>
                    <a:pt x="0" y="12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8" name="Freeform 6">
              <a:extLst>
                <a:ext uri="{FF2B5EF4-FFF2-40B4-BE49-F238E27FC236}">
                  <a16:creationId xmlns:a16="http://schemas.microsoft.com/office/drawing/2014/main" id="{B87E6E31-BA02-414A-AB65-7445A3927F54}"/>
                </a:ext>
              </a:extLst>
            </p:cNvPr>
            <p:cNvSpPr>
              <a:spLocks/>
            </p:cNvSpPr>
            <p:nvPr userDrawn="1"/>
          </p:nvSpPr>
          <p:spPr bwMode="auto">
            <a:xfrm>
              <a:off x="-457200" y="3763963"/>
              <a:ext cx="193675" cy="190500"/>
            </a:xfrm>
            <a:custGeom>
              <a:avLst/>
              <a:gdLst>
                <a:gd name="T0" fmla="*/ 0 w 122"/>
                <a:gd name="T1" fmla="*/ 28 h 120"/>
                <a:gd name="T2" fmla="*/ 0 w 122"/>
                <a:gd name="T3" fmla="*/ 0 h 120"/>
                <a:gd name="T4" fmla="*/ 122 w 122"/>
                <a:gd name="T5" fmla="*/ 0 h 120"/>
                <a:gd name="T6" fmla="*/ 122 w 122"/>
                <a:gd name="T7" fmla="*/ 120 h 120"/>
                <a:gd name="T8" fmla="*/ 92 w 122"/>
                <a:gd name="T9" fmla="*/ 120 h 120"/>
                <a:gd name="T10" fmla="*/ 92 w 122"/>
                <a:gd name="T11" fmla="*/ 28 h 120"/>
                <a:gd name="T12" fmla="*/ 0 w 122"/>
                <a:gd name="T13" fmla="*/ 28 h 120"/>
                <a:gd name="T14" fmla="*/ 0 w 122"/>
                <a:gd name="T15" fmla="*/ 28 h 12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 h="120">
                  <a:moveTo>
                    <a:pt x="0" y="28"/>
                  </a:moveTo>
                  <a:lnTo>
                    <a:pt x="0" y="0"/>
                  </a:lnTo>
                  <a:lnTo>
                    <a:pt x="122" y="0"/>
                  </a:lnTo>
                  <a:lnTo>
                    <a:pt x="122" y="120"/>
                  </a:lnTo>
                  <a:lnTo>
                    <a:pt x="92" y="120"/>
                  </a:lnTo>
                  <a:lnTo>
                    <a:pt x="92" y="28"/>
                  </a:lnTo>
                  <a:lnTo>
                    <a:pt x="0" y="28"/>
                  </a:lnTo>
                  <a:lnTo>
                    <a:pt x="0" y="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9" name="Freeform 7">
              <a:extLst>
                <a:ext uri="{FF2B5EF4-FFF2-40B4-BE49-F238E27FC236}">
                  <a16:creationId xmlns:a16="http://schemas.microsoft.com/office/drawing/2014/main" id="{1761A4F1-6A6A-2A44-B627-EBC166D197C3}"/>
                </a:ext>
              </a:extLst>
            </p:cNvPr>
            <p:cNvSpPr>
              <a:spLocks/>
            </p:cNvSpPr>
            <p:nvPr userDrawn="1"/>
          </p:nvSpPr>
          <p:spPr bwMode="auto">
            <a:xfrm>
              <a:off x="-209550" y="3763963"/>
              <a:ext cx="111125" cy="101600"/>
            </a:xfrm>
            <a:custGeom>
              <a:avLst/>
              <a:gdLst>
                <a:gd name="T0" fmla="*/ 70 w 70"/>
                <a:gd name="T1" fmla="*/ 64 h 64"/>
                <a:gd name="T2" fmla="*/ 70 w 70"/>
                <a:gd name="T3" fmla="*/ 0 h 64"/>
                <a:gd name="T4" fmla="*/ 58 w 70"/>
                <a:gd name="T5" fmla="*/ 0 h 64"/>
                <a:gd name="T6" fmla="*/ 36 w 70"/>
                <a:gd name="T7" fmla="*/ 32 h 64"/>
                <a:gd name="T8" fmla="*/ 14 w 70"/>
                <a:gd name="T9" fmla="*/ 0 h 64"/>
                <a:gd name="T10" fmla="*/ 0 w 70"/>
                <a:gd name="T11" fmla="*/ 0 h 64"/>
                <a:gd name="T12" fmla="*/ 0 w 70"/>
                <a:gd name="T13" fmla="*/ 64 h 64"/>
                <a:gd name="T14" fmla="*/ 14 w 70"/>
                <a:gd name="T15" fmla="*/ 64 h 64"/>
                <a:gd name="T16" fmla="*/ 14 w 70"/>
                <a:gd name="T17" fmla="*/ 22 h 64"/>
                <a:gd name="T18" fmla="*/ 32 w 70"/>
                <a:gd name="T19" fmla="*/ 48 h 64"/>
                <a:gd name="T20" fmla="*/ 40 w 70"/>
                <a:gd name="T21" fmla="*/ 48 h 64"/>
                <a:gd name="T22" fmla="*/ 58 w 70"/>
                <a:gd name="T23" fmla="*/ 22 h 64"/>
                <a:gd name="T24" fmla="*/ 58 w 70"/>
                <a:gd name="T25" fmla="*/ 64 h 64"/>
                <a:gd name="T26" fmla="*/ 70 w 70"/>
                <a:gd name="T27" fmla="*/ 64 h 64"/>
                <a:gd name="T28" fmla="*/ 70 w 70"/>
                <a:gd name="T29" fmla="*/ 6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64">
                  <a:moveTo>
                    <a:pt x="70" y="64"/>
                  </a:moveTo>
                  <a:lnTo>
                    <a:pt x="70" y="0"/>
                  </a:lnTo>
                  <a:lnTo>
                    <a:pt x="58" y="0"/>
                  </a:lnTo>
                  <a:lnTo>
                    <a:pt x="36" y="32"/>
                  </a:lnTo>
                  <a:lnTo>
                    <a:pt x="14" y="0"/>
                  </a:lnTo>
                  <a:lnTo>
                    <a:pt x="0" y="0"/>
                  </a:lnTo>
                  <a:lnTo>
                    <a:pt x="0" y="64"/>
                  </a:lnTo>
                  <a:lnTo>
                    <a:pt x="14" y="64"/>
                  </a:lnTo>
                  <a:lnTo>
                    <a:pt x="14" y="22"/>
                  </a:lnTo>
                  <a:lnTo>
                    <a:pt x="32" y="48"/>
                  </a:lnTo>
                  <a:lnTo>
                    <a:pt x="40" y="48"/>
                  </a:lnTo>
                  <a:lnTo>
                    <a:pt x="58" y="22"/>
                  </a:lnTo>
                  <a:lnTo>
                    <a:pt x="58" y="64"/>
                  </a:lnTo>
                  <a:lnTo>
                    <a:pt x="70" y="64"/>
                  </a:lnTo>
                  <a:lnTo>
                    <a:pt x="7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0" name="Freeform 8">
              <a:extLst>
                <a:ext uri="{FF2B5EF4-FFF2-40B4-BE49-F238E27FC236}">
                  <a16:creationId xmlns:a16="http://schemas.microsoft.com/office/drawing/2014/main" id="{A161529E-04D5-954C-A248-CA6E7B1A878B}"/>
                </a:ext>
              </a:extLst>
            </p:cNvPr>
            <p:cNvSpPr>
              <a:spLocks/>
            </p:cNvSpPr>
            <p:nvPr userDrawn="1"/>
          </p:nvSpPr>
          <p:spPr bwMode="auto">
            <a:xfrm>
              <a:off x="-44450" y="3763963"/>
              <a:ext cx="19050" cy="101600"/>
            </a:xfrm>
            <a:custGeom>
              <a:avLst/>
              <a:gdLst>
                <a:gd name="T0" fmla="*/ 0 w 12"/>
                <a:gd name="T1" fmla="*/ 64 h 64"/>
                <a:gd name="T2" fmla="*/ 12 w 12"/>
                <a:gd name="T3" fmla="*/ 64 h 64"/>
                <a:gd name="T4" fmla="*/ 12 w 12"/>
                <a:gd name="T5" fmla="*/ 0 h 64"/>
                <a:gd name="T6" fmla="*/ 0 w 12"/>
                <a:gd name="T7" fmla="*/ 0 h 64"/>
                <a:gd name="T8" fmla="*/ 0 w 12"/>
                <a:gd name="T9" fmla="*/ 64 h 64"/>
                <a:gd name="T10" fmla="*/ 0 w 12"/>
                <a:gd name="T11" fmla="*/ 64 h 64"/>
              </a:gdLst>
              <a:ahLst/>
              <a:cxnLst>
                <a:cxn ang="0">
                  <a:pos x="T0" y="T1"/>
                </a:cxn>
                <a:cxn ang="0">
                  <a:pos x="T2" y="T3"/>
                </a:cxn>
                <a:cxn ang="0">
                  <a:pos x="T4" y="T5"/>
                </a:cxn>
                <a:cxn ang="0">
                  <a:pos x="T6" y="T7"/>
                </a:cxn>
                <a:cxn ang="0">
                  <a:pos x="T8" y="T9"/>
                </a:cxn>
                <a:cxn ang="0">
                  <a:pos x="T10" y="T11"/>
                </a:cxn>
              </a:cxnLst>
              <a:rect l="0" t="0" r="r" b="b"/>
              <a:pathLst>
                <a:path w="12" h="64">
                  <a:moveTo>
                    <a:pt x="0" y="64"/>
                  </a:moveTo>
                  <a:lnTo>
                    <a:pt x="12" y="64"/>
                  </a:lnTo>
                  <a:lnTo>
                    <a:pt x="12" y="0"/>
                  </a:lnTo>
                  <a:lnTo>
                    <a:pt x="0" y="0"/>
                  </a:lnTo>
                  <a:lnTo>
                    <a:pt x="0" y="64"/>
                  </a:lnTo>
                  <a:lnTo>
                    <a:pt x="0" y="6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1" name="Freeform 9">
              <a:extLst>
                <a:ext uri="{FF2B5EF4-FFF2-40B4-BE49-F238E27FC236}">
                  <a16:creationId xmlns:a16="http://schemas.microsoft.com/office/drawing/2014/main" id="{45BDBE65-92E5-9345-A15E-D3EEEDA6490F}"/>
                </a:ext>
              </a:extLst>
            </p:cNvPr>
            <p:cNvSpPr>
              <a:spLocks/>
            </p:cNvSpPr>
            <p:nvPr userDrawn="1"/>
          </p:nvSpPr>
          <p:spPr bwMode="auto">
            <a:xfrm>
              <a:off x="28575" y="3763963"/>
              <a:ext cx="98425" cy="101600"/>
            </a:xfrm>
            <a:custGeom>
              <a:avLst/>
              <a:gdLst>
                <a:gd name="T0" fmla="*/ 62 w 62"/>
                <a:gd name="T1" fmla="*/ 58 h 64"/>
                <a:gd name="T2" fmla="*/ 62 w 62"/>
                <a:gd name="T3" fmla="*/ 44 h 64"/>
                <a:gd name="T4" fmla="*/ 50 w 62"/>
                <a:gd name="T5" fmla="*/ 44 h 64"/>
                <a:gd name="T6" fmla="*/ 50 w 62"/>
                <a:gd name="T7" fmla="*/ 52 h 64"/>
                <a:gd name="T8" fmla="*/ 12 w 62"/>
                <a:gd name="T9" fmla="*/ 52 h 64"/>
                <a:gd name="T10" fmla="*/ 12 w 62"/>
                <a:gd name="T11" fmla="*/ 12 h 64"/>
                <a:gd name="T12" fmla="*/ 50 w 62"/>
                <a:gd name="T13" fmla="*/ 12 h 64"/>
                <a:gd name="T14" fmla="*/ 50 w 62"/>
                <a:gd name="T15" fmla="*/ 18 h 64"/>
                <a:gd name="T16" fmla="*/ 62 w 62"/>
                <a:gd name="T17" fmla="*/ 20 h 64"/>
                <a:gd name="T18" fmla="*/ 62 w 62"/>
                <a:gd name="T19" fmla="*/ 6 h 64"/>
                <a:gd name="T20" fmla="*/ 62 w 62"/>
                <a:gd name="T21" fmla="*/ 6 h 64"/>
                <a:gd name="T22" fmla="*/ 62 w 62"/>
                <a:gd name="T23" fmla="*/ 0 h 64"/>
                <a:gd name="T24" fmla="*/ 56 w 62"/>
                <a:gd name="T25" fmla="*/ 0 h 64"/>
                <a:gd name="T26" fmla="*/ 6 w 62"/>
                <a:gd name="T27" fmla="*/ 0 h 64"/>
                <a:gd name="T28" fmla="*/ 6 w 62"/>
                <a:gd name="T29" fmla="*/ 0 h 64"/>
                <a:gd name="T30" fmla="*/ 0 w 62"/>
                <a:gd name="T31" fmla="*/ 0 h 64"/>
                <a:gd name="T32" fmla="*/ 0 w 62"/>
                <a:gd name="T33" fmla="*/ 6 h 64"/>
                <a:gd name="T34" fmla="*/ 0 w 62"/>
                <a:gd name="T35" fmla="*/ 58 h 64"/>
                <a:gd name="T36" fmla="*/ 0 w 62"/>
                <a:gd name="T37" fmla="*/ 58 h 64"/>
                <a:gd name="T38" fmla="*/ 0 w 62"/>
                <a:gd name="T39" fmla="*/ 62 h 64"/>
                <a:gd name="T40" fmla="*/ 6 w 62"/>
                <a:gd name="T41" fmla="*/ 64 h 64"/>
                <a:gd name="T42" fmla="*/ 56 w 62"/>
                <a:gd name="T43" fmla="*/ 64 h 64"/>
                <a:gd name="T44" fmla="*/ 56 w 62"/>
                <a:gd name="T45" fmla="*/ 64 h 64"/>
                <a:gd name="T46" fmla="*/ 62 w 62"/>
                <a:gd name="T47" fmla="*/ 62 h 64"/>
                <a:gd name="T48" fmla="*/ 62 w 62"/>
                <a:gd name="T49" fmla="*/ 58 h 64"/>
                <a:gd name="T50" fmla="*/ 62 w 62"/>
                <a:gd name="T51" fmla="*/ 5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2" h="64">
                  <a:moveTo>
                    <a:pt x="62" y="58"/>
                  </a:moveTo>
                  <a:lnTo>
                    <a:pt x="62" y="44"/>
                  </a:lnTo>
                  <a:lnTo>
                    <a:pt x="50" y="44"/>
                  </a:lnTo>
                  <a:lnTo>
                    <a:pt x="50" y="52"/>
                  </a:lnTo>
                  <a:lnTo>
                    <a:pt x="12" y="52"/>
                  </a:lnTo>
                  <a:lnTo>
                    <a:pt x="12" y="12"/>
                  </a:lnTo>
                  <a:lnTo>
                    <a:pt x="50" y="12"/>
                  </a:lnTo>
                  <a:lnTo>
                    <a:pt x="50" y="18"/>
                  </a:lnTo>
                  <a:lnTo>
                    <a:pt x="62" y="20"/>
                  </a:lnTo>
                  <a:lnTo>
                    <a:pt x="62" y="6"/>
                  </a:lnTo>
                  <a:lnTo>
                    <a:pt x="62" y="6"/>
                  </a:lnTo>
                  <a:lnTo>
                    <a:pt x="62" y="0"/>
                  </a:lnTo>
                  <a:lnTo>
                    <a:pt x="56" y="0"/>
                  </a:lnTo>
                  <a:lnTo>
                    <a:pt x="6" y="0"/>
                  </a:lnTo>
                  <a:lnTo>
                    <a:pt x="6" y="0"/>
                  </a:lnTo>
                  <a:lnTo>
                    <a:pt x="0" y="0"/>
                  </a:lnTo>
                  <a:lnTo>
                    <a:pt x="0" y="6"/>
                  </a:lnTo>
                  <a:lnTo>
                    <a:pt x="0" y="58"/>
                  </a:lnTo>
                  <a:lnTo>
                    <a:pt x="0" y="58"/>
                  </a:lnTo>
                  <a:lnTo>
                    <a:pt x="0" y="62"/>
                  </a:lnTo>
                  <a:lnTo>
                    <a:pt x="6" y="64"/>
                  </a:lnTo>
                  <a:lnTo>
                    <a:pt x="56" y="64"/>
                  </a:lnTo>
                  <a:lnTo>
                    <a:pt x="56" y="64"/>
                  </a:lnTo>
                  <a:lnTo>
                    <a:pt x="62" y="62"/>
                  </a:lnTo>
                  <a:lnTo>
                    <a:pt x="62" y="58"/>
                  </a:lnTo>
                  <a:lnTo>
                    <a:pt x="62" y="5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2" name="Freeform 10">
              <a:extLst>
                <a:ext uri="{FF2B5EF4-FFF2-40B4-BE49-F238E27FC236}">
                  <a16:creationId xmlns:a16="http://schemas.microsoft.com/office/drawing/2014/main" id="{7B67E482-F067-7840-A8BD-07C2035E83F8}"/>
                </a:ext>
              </a:extLst>
            </p:cNvPr>
            <p:cNvSpPr>
              <a:spLocks noEditPoints="1"/>
            </p:cNvSpPr>
            <p:nvPr userDrawn="1"/>
          </p:nvSpPr>
          <p:spPr bwMode="auto">
            <a:xfrm>
              <a:off x="180975" y="3763963"/>
              <a:ext cx="101600" cy="101600"/>
            </a:xfrm>
            <a:custGeom>
              <a:avLst/>
              <a:gdLst>
                <a:gd name="T0" fmla="*/ 64 w 64"/>
                <a:gd name="T1" fmla="*/ 64 h 64"/>
                <a:gd name="T2" fmla="*/ 44 w 64"/>
                <a:gd name="T3" fmla="*/ 38 h 64"/>
                <a:gd name="T4" fmla="*/ 58 w 64"/>
                <a:gd name="T5" fmla="*/ 38 h 64"/>
                <a:gd name="T6" fmla="*/ 58 w 64"/>
                <a:gd name="T7" fmla="*/ 38 h 64"/>
                <a:gd name="T8" fmla="*/ 62 w 64"/>
                <a:gd name="T9" fmla="*/ 36 h 64"/>
                <a:gd name="T10" fmla="*/ 64 w 64"/>
                <a:gd name="T11" fmla="*/ 32 h 64"/>
                <a:gd name="T12" fmla="*/ 64 w 64"/>
                <a:gd name="T13" fmla="*/ 6 h 64"/>
                <a:gd name="T14" fmla="*/ 64 w 64"/>
                <a:gd name="T15" fmla="*/ 6 h 64"/>
                <a:gd name="T16" fmla="*/ 62 w 64"/>
                <a:gd name="T17" fmla="*/ 0 h 64"/>
                <a:gd name="T18" fmla="*/ 58 w 64"/>
                <a:gd name="T19" fmla="*/ 0 h 64"/>
                <a:gd name="T20" fmla="*/ 0 w 64"/>
                <a:gd name="T21" fmla="*/ 0 h 64"/>
                <a:gd name="T22" fmla="*/ 0 w 64"/>
                <a:gd name="T23" fmla="*/ 64 h 64"/>
                <a:gd name="T24" fmla="*/ 12 w 64"/>
                <a:gd name="T25" fmla="*/ 64 h 64"/>
                <a:gd name="T26" fmla="*/ 12 w 64"/>
                <a:gd name="T27" fmla="*/ 38 h 64"/>
                <a:gd name="T28" fmla="*/ 28 w 64"/>
                <a:gd name="T29" fmla="*/ 38 h 64"/>
                <a:gd name="T30" fmla="*/ 48 w 64"/>
                <a:gd name="T31" fmla="*/ 64 h 64"/>
                <a:gd name="T32" fmla="*/ 64 w 64"/>
                <a:gd name="T33" fmla="*/ 64 h 64"/>
                <a:gd name="T34" fmla="*/ 64 w 64"/>
                <a:gd name="T35" fmla="*/ 64 h 64"/>
                <a:gd name="T36" fmla="*/ 12 w 64"/>
                <a:gd name="T37" fmla="*/ 12 h 64"/>
                <a:gd name="T38" fmla="*/ 50 w 64"/>
                <a:gd name="T39" fmla="*/ 12 h 64"/>
                <a:gd name="T40" fmla="*/ 50 w 64"/>
                <a:gd name="T41" fmla="*/ 26 h 64"/>
                <a:gd name="T42" fmla="*/ 12 w 64"/>
                <a:gd name="T43" fmla="*/ 26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64"/>
                  </a:moveTo>
                  <a:lnTo>
                    <a:pt x="44" y="38"/>
                  </a:lnTo>
                  <a:lnTo>
                    <a:pt x="58" y="38"/>
                  </a:lnTo>
                  <a:lnTo>
                    <a:pt x="58" y="38"/>
                  </a:lnTo>
                  <a:lnTo>
                    <a:pt x="62" y="36"/>
                  </a:lnTo>
                  <a:lnTo>
                    <a:pt x="64" y="32"/>
                  </a:lnTo>
                  <a:lnTo>
                    <a:pt x="64" y="6"/>
                  </a:lnTo>
                  <a:lnTo>
                    <a:pt x="64" y="6"/>
                  </a:lnTo>
                  <a:lnTo>
                    <a:pt x="62" y="0"/>
                  </a:lnTo>
                  <a:lnTo>
                    <a:pt x="58" y="0"/>
                  </a:lnTo>
                  <a:lnTo>
                    <a:pt x="0" y="0"/>
                  </a:lnTo>
                  <a:lnTo>
                    <a:pt x="0" y="64"/>
                  </a:lnTo>
                  <a:lnTo>
                    <a:pt x="12" y="64"/>
                  </a:lnTo>
                  <a:lnTo>
                    <a:pt x="12" y="38"/>
                  </a:lnTo>
                  <a:lnTo>
                    <a:pt x="28" y="38"/>
                  </a:lnTo>
                  <a:lnTo>
                    <a:pt x="48" y="64"/>
                  </a:lnTo>
                  <a:lnTo>
                    <a:pt x="64" y="64"/>
                  </a:lnTo>
                  <a:lnTo>
                    <a:pt x="64" y="64"/>
                  </a:lnTo>
                  <a:close/>
                  <a:moveTo>
                    <a:pt x="12" y="12"/>
                  </a:moveTo>
                  <a:lnTo>
                    <a:pt x="50" y="12"/>
                  </a:lnTo>
                  <a:lnTo>
                    <a:pt x="50" y="26"/>
                  </a:lnTo>
                  <a:lnTo>
                    <a:pt x="12" y="26"/>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3" name="Freeform 11">
              <a:extLst>
                <a:ext uri="{FF2B5EF4-FFF2-40B4-BE49-F238E27FC236}">
                  <a16:creationId xmlns:a16="http://schemas.microsoft.com/office/drawing/2014/main" id="{DFE08647-EABE-C74F-AE60-981CF2675DDD}"/>
                </a:ext>
              </a:extLst>
            </p:cNvPr>
            <p:cNvSpPr>
              <a:spLocks noEditPoints="1"/>
            </p:cNvSpPr>
            <p:nvPr userDrawn="1"/>
          </p:nvSpPr>
          <p:spPr bwMode="auto">
            <a:xfrm>
              <a:off x="333375" y="3763963"/>
              <a:ext cx="101600" cy="101600"/>
            </a:xfrm>
            <a:custGeom>
              <a:avLst/>
              <a:gdLst>
                <a:gd name="T0" fmla="*/ 64 w 64"/>
                <a:gd name="T1" fmla="*/ 58 h 64"/>
                <a:gd name="T2" fmla="*/ 64 w 64"/>
                <a:gd name="T3" fmla="*/ 6 h 64"/>
                <a:gd name="T4" fmla="*/ 64 w 64"/>
                <a:gd name="T5" fmla="*/ 6 h 64"/>
                <a:gd name="T6" fmla="*/ 62 w 64"/>
                <a:gd name="T7" fmla="*/ 0 h 64"/>
                <a:gd name="T8" fmla="*/ 58 w 64"/>
                <a:gd name="T9" fmla="*/ 0 h 64"/>
                <a:gd name="T10" fmla="*/ 6 w 64"/>
                <a:gd name="T11" fmla="*/ 0 h 64"/>
                <a:gd name="T12" fmla="*/ 6 w 64"/>
                <a:gd name="T13" fmla="*/ 0 h 64"/>
                <a:gd name="T14" fmla="*/ 2 w 64"/>
                <a:gd name="T15" fmla="*/ 0 h 64"/>
                <a:gd name="T16" fmla="*/ 0 w 64"/>
                <a:gd name="T17" fmla="*/ 6 h 64"/>
                <a:gd name="T18" fmla="*/ 0 w 64"/>
                <a:gd name="T19" fmla="*/ 58 h 64"/>
                <a:gd name="T20" fmla="*/ 0 w 64"/>
                <a:gd name="T21" fmla="*/ 58 h 64"/>
                <a:gd name="T22" fmla="*/ 2 w 64"/>
                <a:gd name="T23" fmla="*/ 62 h 64"/>
                <a:gd name="T24" fmla="*/ 6 w 64"/>
                <a:gd name="T25" fmla="*/ 64 h 64"/>
                <a:gd name="T26" fmla="*/ 58 w 64"/>
                <a:gd name="T27" fmla="*/ 64 h 64"/>
                <a:gd name="T28" fmla="*/ 58 w 64"/>
                <a:gd name="T29" fmla="*/ 64 h 64"/>
                <a:gd name="T30" fmla="*/ 62 w 64"/>
                <a:gd name="T31" fmla="*/ 62 h 64"/>
                <a:gd name="T32" fmla="*/ 64 w 64"/>
                <a:gd name="T33" fmla="*/ 58 h 64"/>
                <a:gd name="T34" fmla="*/ 64 w 64"/>
                <a:gd name="T35" fmla="*/ 58 h 64"/>
                <a:gd name="T36" fmla="*/ 12 w 64"/>
                <a:gd name="T37" fmla="*/ 12 h 64"/>
                <a:gd name="T38" fmla="*/ 52 w 64"/>
                <a:gd name="T39" fmla="*/ 12 h 64"/>
                <a:gd name="T40" fmla="*/ 52 w 64"/>
                <a:gd name="T41" fmla="*/ 52 h 64"/>
                <a:gd name="T42" fmla="*/ 12 w 64"/>
                <a:gd name="T43" fmla="*/ 52 h 64"/>
                <a:gd name="T44" fmla="*/ 12 w 64"/>
                <a:gd name="T45" fmla="*/ 12 h 64"/>
                <a:gd name="T46" fmla="*/ 12 w 64"/>
                <a:gd name="T47" fmla="*/ 1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4">
                  <a:moveTo>
                    <a:pt x="64" y="58"/>
                  </a:moveTo>
                  <a:lnTo>
                    <a:pt x="64" y="6"/>
                  </a:lnTo>
                  <a:lnTo>
                    <a:pt x="64" y="6"/>
                  </a:lnTo>
                  <a:lnTo>
                    <a:pt x="62" y="0"/>
                  </a:lnTo>
                  <a:lnTo>
                    <a:pt x="58" y="0"/>
                  </a:lnTo>
                  <a:lnTo>
                    <a:pt x="6" y="0"/>
                  </a:lnTo>
                  <a:lnTo>
                    <a:pt x="6" y="0"/>
                  </a:lnTo>
                  <a:lnTo>
                    <a:pt x="2" y="0"/>
                  </a:lnTo>
                  <a:lnTo>
                    <a:pt x="0" y="6"/>
                  </a:lnTo>
                  <a:lnTo>
                    <a:pt x="0" y="58"/>
                  </a:lnTo>
                  <a:lnTo>
                    <a:pt x="0" y="58"/>
                  </a:lnTo>
                  <a:lnTo>
                    <a:pt x="2" y="62"/>
                  </a:lnTo>
                  <a:lnTo>
                    <a:pt x="6" y="64"/>
                  </a:lnTo>
                  <a:lnTo>
                    <a:pt x="58" y="64"/>
                  </a:lnTo>
                  <a:lnTo>
                    <a:pt x="58" y="64"/>
                  </a:lnTo>
                  <a:lnTo>
                    <a:pt x="62" y="62"/>
                  </a:lnTo>
                  <a:lnTo>
                    <a:pt x="64" y="58"/>
                  </a:lnTo>
                  <a:lnTo>
                    <a:pt x="64" y="58"/>
                  </a:lnTo>
                  <a:close/>
                  <a:moveTo>
                    <a:pt x="12" y="12"/>
                  </a:moveTo>
                  <a:lnTo>
                    <a:pt x="52" y="12"/>
                  </a:lnTo>
                  <a:lnTo>
                    <a:pt x="52" y="52"/>
                  </a:lnTo>
                  <a:lnTo>
                    <a:pt x="12" y="52"/>
                  </a:lnTo>
                  <a:lnTo>
                    <a:pt x="12" y="12"/>
                  </a:lnTo>
                  <a:lnTo>
                    <a:pt x="12"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4" name="Freeform 12">
              <a:extLst>
                <a:ext uri="{FF2B5EF4-FFF2-40B4-BE49-F238E27FC236}">
                  <a16:creationId xmlns:a16="http://schemas.microsoft.com/office/drawing/2014/main" id="{71B177CA-B922-AA42-B3CC-60DB7D4EF060}"/>
                </a:ext>
              </a:extLst>
            </p:cNvPr>
            <p:cNvSpPr>
              <a:spLocks/>
            </p:cNvSpPr>
            <p:nvPr userDrawn="1"/>
          </p:nvSpPr>
          <p:spPr bwMode="auto">
            <a:xfrm>
              <a:off x="-209550" y="3897313"/>
              <a:ext cx="101600" cy="104775"/>
            </a:xfrm>
            <a:custGeom>
              <a:avLst/>
              <a:gdLst>
                <a:gd name="T0" fmla="*/ 64 w 64"/>
                <a:gd name="T1" fmla="*/ 14 h 66"/>
                <a:gd name="T2" fmla="*/ 64 w 64"/>
                <a:gd name="T3" fmla="*/ 0 h 66"/>
                <a:gd name="T4" fmla="*/ 0 w 64"/>
                <a:gd name="T5" fmla="*/ 0 h 66"/>
                <a:gd name="T6" fmla="*/ 0 w 64"/>
                <a:gd name="T7" fmla="*/ 66 h 66"/>
                <a:gd name="T8" fmla="*/ 14 w 64"/>
                <a:gd name="T9" fmla="*/ 66 h 66"/>
                <a:gd name="T10" fmla="*/ 14 w 64"/>
                <a:gd name="T11" fmla="*/ 40 h 66"/>
                <a:gd name="T12" fmla="*/ 52 w 64"/>
                <a:gd name="T13" fmla="*/ 40 h 66"/>
                <a:gd name="T14" fmla="*/ 52 w 64"/>
                <a:gd name="T15" fmla="*/ 26 h 66"/>
                <a:gd name="T16" fmla="*/ 14 w 64"/>
                <a:gd name="T17" fmla="*/ 26 h 66"/>
                <a:gd name="T18" fmla="*/ 14 w 64"/>
                <a:gd name="T19" fmla="*/ 14 h 66"/>
                <a:gd name="T20" fmla="*/ 64 w 64"/>
                <a:gd name="T21" fmla="*/ 14 h 66"/>
                <a:gd name="T22" fmla="*/ 64 w 64"/>
                <a:gd name="T23"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4" h="66">
                  <a:moveTo>
                    <a:pt x="64" y="14"/>
                  </a:moveTo>
                  <a:lnTo>
                    <a:pt x="64" y="0"/>
                  </a:lnTo>
                  <a:lnTo>
                    <a:pt x="0" y="0"/>
                  </a:lnTo>
                  <a:lnTo>
                    <a:pt x="0" y="66"/>
                  </a:lnTo>
                  <a:lnTo>
                    <a:pt x="14" y="66"/>
                  </a:lnTo>
                  <a:lnTo>
                    <a:pt x="14" y="40"/>
                  </a:lnTo>
                  <a:lnTo>
                    <a:pt x="52" y="40"/>
                  </a:lnTo>
                  <a:lnTo>
                    <a:pt x="52" y="26"/>
                  </a:lnTo>
                  <a:lnTo>
                    <a:pt x="14" y="26"/>
                  </a:lnTo>
                  <a:lnTo>
                    <a:pt x="14" y="14"/>
                  </a:lnTo>
                  <a:lnTo>
                    <a:pt x="64" y="14"/>
                  </a:lnTo>
                  <a:lnTo>
                    <a:pt x="64"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5" name="Freeform 13">
              <a:extLst>
                <a:ext uri="{FF2B5EF4-FFF2-40B4-BE49-F238E27FC236}">
                  <a16:creationId xmlns:a16="http://schemas.microsoft.com/office/drawing/2014/main" id="{E1D5D901-ADF3-8047-A9C4-1A7D7B208E05}"/>
                </a:ext>
              </a:extLst>
            </p:cNvPr>
            <p:cNvSpPr>
              <a:spLocks noEditPoints="1"/>
            </p:cNvSpPr>
            <p:nvPr userDrawn="1"/>
          </p:nvSpPr>
          <p:spPr bwMode="auto">
            <a:xfrm>
              <a:off x="-79375" y="3897313"/>
              <a:ext cx="101600" cy="104775"/>
            </a:xfrm>
            <a:custGeom>
              <a:avLst/>
              <a:gdLst>
                <a:gd name="T0" fmla="*/ 64 w 64"/>
                <a:gd name="T1" fmla="*/ 60 h 66"/>
                <a:gd name="T2" fmla="*/ 64 w 64"/>
                <a:gd name="T3" fmla="*/ 8 h 66"/>
                <a:gd name="T4" fmla="*/ 64 w 64"/>
                <a:gd name="T5" fmla="*/ 8 h 66"/>
                <a:gd name="T6" fmla="*/ 62 w 64"/>
                <a:gd name="T7" fmla="*/ 2 h 66"/>
                <a:gd name="T8" fmla="*/ 58 w 64"/>
                <a:gd name="T9" fmla="*/ 0 h 66"/>
                <a:gd name="T10" fmla="*/ 6 w 64"/>
                <a:gd name="T11" fmla="*/ 0 h 66"/>
                <a:gd name="T12" fmla="*/ 6 w 64"/>
                <a:gd name="T13" fmla="*/ 0 h 66"/>
                <a:gd name="T14" fmla="*/ 2 w 64"/>
                <a:gd name="T15" fmla="*/ 2 h 66"/>
                <a:gd name="T16" fmla="*/ 0 w 64"/>
                <a:gd name="T17" fmla="*/ 8 h 66"/>
                <a:gd name="T18" fmla="*/ 0 w 64"/>
                <a:gd name="T19" fmla="*/ 60 h 66"/>
                <a:gd name="T20" fmla="*/ 0 w 64"/>
                <a:gd name="T21" fmla="*/ 60 h 66"/>
                <a:gd name="T22" fmla="*/ 2 w 64"/>
                <a:gd name="T23" fmla="*/ 64 h 66"/>
                <a:gd name="T24" fmla="*/ 6 w 64"/>
                <a:gd name="T25" fmla="*/ 66 h 66"/>
                <a:gd name="T26" fmla="*/ 58 w 64"/>
                <a:gd name="T27" fmla="*/ 66 h 66"/>
                <a:gd name="T28" fmla="*/ 58 w 64"/>
                <a:gd name="T29" fmla="*/ 66 h 66"/>
                <a:gd name="T30" fmla="*/ 62 w 64"/>
                <a:gd name="T31" fmla="*/ 64 h 66"/>
                <a:gd name="T32" fmla="*/ 64 w 64"/>
                <a:gd name="T33" fmla="*/ 60 h 66"/>
                <a:gd name="T34" fmla="*/ 64 w 64"/>
                <a:gd name="T35" fmla="*/ 60 h 66"/>
                <a:gd name="T36" fmla="*/ 12 w 64"/>
                <a:gd name="T37" fmla="*/ 14 h 66"/>
                <a:gd name="T38" fmla="*/ 52 w 64"/>
                <a:gd name="T39" fmla="*/ 14 h 66"/>
                <a:gd name="T40" fmla="*/ 52 w 64"/>
                <a:gd name="T41" fmla="*/ 52 h 66"/>
                <a:gd name="T42" fmla="*/ 12 w 64"/>
                <a:gd name="T43" fmla="*/ 52 h 66"/>
                <a:gd name="T44" fmla="*/ 12 w 64"/>
                <a:gd name="T45" fmla="*/ 14 h 66"/>
                <a:gd name="T46" fmla="*/ 12 w 64"/>
                <a:gd name="T47" fmla="*/ 14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64" h="66">
                  <a:moveTo>
                    <a:pt x="64" y="60"/>
                  </a:moveTo>
                  <a:lnTo>
                    <a:pt x="64" y="8"/>
                  </a:lnTo>
                  <a:lnTo>
                    <a:pt x="64" y="8"/>
                  </a:lnTo>
                  <a:lnTo>
                    <a:pt x="62" y="2"/>
                  </a:lnTo>
                  <a:lnTo>
                    <a:pt x="58" y="0"/>
                  </a:lnTo>
                  <a:lnTo>
                    <a:pt x="6" y="0"/>
                  </a:lnTo>
                  <a:lnTo>
                    <a:pt x="6" y="0"/>
                  </a:lnTo>
                  <a:lnTo>
                    <a:pt x="2" y="2"/>
                  </a:lnTo>
                  <a:lnTo>
                    <a:pt x="0" y="8"/>
                  </a:lnTo>
                  <a:lnTo>
                    <a:pt x="0" y="60"/>
                  </a:lnTo>
                  <a:lnTo>
                    <a:pt x="0" y="60"/>
                  </a:lnTo>
                  <a:lnTo>
                    <a:pt x="2" y="64"/>
                  </a:lnTo>
                  <a:lnTo>
                    <a:pt x="6" y="66"/>
                  </a:lnTo>
                  <a:lnTo>
                    <a:pt x="58" y="66"/>
                  </a:lnTo>
                  <a:lnTo>
                    <a:pt x="58" y="66"/>
                  </a:lnTo>
                  <a:lnTo>
                    <a:pt x="62" y="64"/>
                  </a:lnTo>
                  <a:lnTo>
                    <a:pt x="64" y="60"/>
                  </a:lnTo>
                  <a:lnTo>
                    <a:pt x="64" y="60"/>
                  </a:lnTo>
                  <a:close/>
                  <a:moveTo>
                    <a:pt x="12" y="14"/>
                  </a:moveTo>
                  <a:lnTo>
                    <a:pt x="52" y="14"/>
                  </a:lnTo>
                  <a:lnTo>
                    <a:pt x="52" y="52"/>
                  </a:lnTo>
                  <a:lnTo>
                    <a:pt x="12" y="52"/>
                  </a:lnTo>
                  <a:lnTo>
                    <a:pt x="12" y="14"/>
                  </a:lnTo>
                  <a:lnTo>
                    <a:pt x="12"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6" name="Freeform 14">
              <a:extLst>
                <a:ext uri="{FF2B5EF4-FFF2-40B4-BE49-F238E27FC236}">
                  <a16:creationId xmlns:a16="http://schemas.microsoft.com/office/drawing/2014/main" id="{CB8A3CD0-2835-A64E-9EF8-1EF3F9255366}"/>
                </a:ext>
              </a:extLst>
            </p:cNvPr>
            <p:cNvSpPr>
              <a:spLocks/>
            </p:cNvSpPr>
            <p:nvPr userDrawn="1"/>
          </p:nvSpPr>
          <p:spPr bwMode="auto">
            <a:xfrm>
              <a:off x="57150" y="3897313"/>
              <a:ext cx="101600" cy="104775"/>
            </a:xfrm>
            <a:custGeom>
              <a:avLst/>
              <a:gdLst>
                <a:gd name="T0" fmla="*/ 64 w 64"/>
                <a:gd name="T1" fmla="*/ 60 h 66"/>
                <a:gd name="T2" fmla="*/ 64 w 64"/>
                <a:gd name="T3" fmla="*/ 44 h 66"/>
                <a:gd name="T4" fmla="*/ 52 w 64"/>
                <a:gd name="T5" fmla="*/ 46 h 66"/>
                <a:gd name="T6" fmla="*/ 52 w 64"/>
                <a:gd name="T7" fmla="*/ 52 h 66"/>
                <a:gd name="T8" fmla="*/ 14 w 64"/>
                <a:gd name="T9" fmla="*/ 52 h 66"/>
                <a:gd name="T10" fmla="*/ 14 w 64"/>
                <a:gd name="T11" fmla="*/ 14 h 66"/>
                <a:gd name="T12" fmla="*/ 52 w 64"/>
                <a:gd name="T13" fmla="*/ 14 h 66"/>
                <a:gd name="T14" fmla="*/ 52 w 64"/>
                <a:gd name="T15" fmla="*/ 20 h 66"/>
                <a:gd name="T16" fmla="*/ 64 w 64"/>
                <a:gd name="T17" fmla="*/ 22 h 66"/>
                <a:gd name="T18" fmla="*/ 64 w 64"/>
                <a:gd name="T19" fmla="*/ 8 h 66"/>
                <a:gd name="T20" fmla="*/ 64 w 64"/>
                <a:gd name="T21" fmla="*/ 8 h 66"/>
                <a:gd name="T22" fmla="*/ 62 w 64"/>
                <a:gd name="T23" fmla="*/ 2 h 66"/>
                <a:gd name="T24" fmla="*/ 58 w 64"/>
                <a:gd name="T25" fmla="*/ 0 h 66"/>
                <a:gd name="T26" fmla="*/ 8 w 64"/>
                <a:gd name="T27" fmla="*/ 0 h 66"/>
                <a:gd name="T28" fmla="*/ 8 w 64"/>
                <a:gd name="T29" fmla="*/ 0 h 66"/>
                <a:gd name="T30" fmla="*/ 2 w 64"/>
                <a:gd name="T31" fmla="*/ 2 h 66"/>
                <a:gd name="T32" fmla="*/ 0 w 64"/>
                <a:gd name="T33" fmla="*/ 8 h 66"/>
                <a:gd name="T34" fmla="*/ 0 w 64"/>
                <a:gd name="T35" fmla="*/ 60 h 66"/>
                <a:gd name="T36" fmla="*/ 0 w 64"/>
                <a:gd name="T37" fmla="*/ 60 h 66"/>
                <a:gd name="T38" fmla="*/ 2 w 64"/>
                <a:gd name="T39" fmla="*/ 64 h 66"/>
                <a:gd name="T40" fmla="*/ 8 w 64"/>
                <a:gd name="T41" fmla="*/ 66 h 66"/>
                <a:gd name="T42" fmla="*/ 58 w 64"/>
                <a:gd name="T43" fmla="*/ 66 h 66"/>
                <a:gd name="T44" fmla="*/ 58 w 64"/>
                <a:gd name="T45" fmla="*/ 66 h 66"/>
                <a:gd name="T46" fmla="*/ 62 w 64"/>
                <a:gd name="T47" fmla="*/ 64 h 66"/>
                <a:gd name="T48" fmla="*/ 64 w 64"/>
                <a:gd name="T49" fmla="*/ 60 h 66"/>
                <a:gd name="T50" fmla="*/ 64 w 64"/>
                <a:gd name="T5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64" h="66">
                  <a:moveTo>
                    <a:pt x="64" y="60"/>
                  </a:moveTo>
                  <a:lnTo>
                    <a:pt x="64" y="44"/>
                  </a:lnTo>
                  <a:lnTo>
                    <a:pt x="52" y="46"/>
                  </a:lnTo>
                  <a:lnTo>
                    <a:pt x="52" y="52"/>
                  </a:lnTo>
                  <a:lnTo>
                    <a:pt x="14" y="52"/>
                  </a:lnTo>
                  <a:lnTo>
                    <a:pt x="14" y="14"/>
                  </a:lnTo>
                  <a:lnTo>
                    <a:pt x="52" y="14"/>
                  </a:lnTo>
                  <a:lnTo>
                    <a:pt x="52" y="20"/>
                  </a:lnTo>
                  <a:lnTo>
                    <a:pt x="64" y="22"/>
                  </a:lnTo>
                  <a:lnTo>
                    <a:pt x="64" y="8"/>
                  </a:lnTo>
                  <a:lnTo>
                    <a:pt x="64" y="8"/>
                  </a:lnTo>
                  <a:lnTo>
                    <a:pt x="62" y="2"/>
                  </a:lnTo>
                  <a:lnTo>
                    <a:pt x="58" y="0"/>
                  </a:lnTo>
                  <a:lnTo>
                    <a:pt x="8" y="0"/>
                  </a:lnTo>
                  <a:lnTo>
                    <a:pt x="8" y="0"/>
                  </a:lnTo>
                  <a:lnTo>
                    <a:pt x="2" y="2"/>
                  </a:lnTo>
                  <a:lnTo>
                    <a:pt x="0" y="8"/>
                  </a:lnTo>
                  <a:lnTo>
                    <a:pt x="0" y="60"/>
                  </a:lnTo>
                  <a:lnTo>
                    <a:pt x="0" y="60"/>
                  </a:lnTo>
                  <a:lnTo>
                    <a:pt x="2" y="64"/>
                  </a:lnTo>
                  <a:lnTo>
                    <a:pt x="8"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7" name="Freeform 15">
              <a:extLst>
                <a:ext uri="{FF2B5EF4-FFF2-40B4-BE49-F238E27FC236}">
                  <a16:creationId xmlns:a16="http://schemas.microsoft.com/office/drawing/2014/main" id="{ECC47069-07D6-464A-9BF3-1478952A7A0F}"/>
                </a:ext>
              </a:extLst>
            </p:cNvPr>
            <p:cNvSpPr>
              <a:spLocks/>
            </p:cNvSpPr>
            <p:nvPr userDrawn="1"/>
          </p:nvSpPr>
          <p:spPr bwMode="auto">
            <a:xfrm>
              <a:off x="196850" y="3897313"/>
              <a:ext cx="101600" cy="104775"/>
            </a:xfrm>
            <a:custGeom>
              <a:avLst/>
              <a:gdLst>
                <a:gd name="T0" fmla="*/ 64 w 64"/>
                <a:gd name="T1" fmla="*/ 60 h 66"/>
                <a:gd name="T2" fmla="*/ 64 w 64"/>
                <a:gd name="T3" fmla="*/ 0 h 66"/>
                <a:gd name="T4" fmla="*/ 50 w 64"/>
                <a:gd name="T5" fmla="*/ 0 h 66"/>
                <a:gd name="T6" fmla="*/ 50 w 64"/>
                <a:gd name="T7" fmla="*/ 52 h 66"/>
                <a:gd name="T8" fmla="*/ 12 w 64"/>
                <a:gd name="T9" fmla="*/ 52 h 66"/>
                <a:gd name="T10" fmla="*/ 12 w 64"/>
                <a:gd name="T11" fmla="*/ 0 h 66"/>
                <a:gd name="T12" fmla="*/ 0 w 64"/>
                <a:gd name="T13" fmla="*/ 0 h 66"/>
                <a:gd name="T14" fmla="*/ 0 w 64"/>
                <a:gd name="T15" fmla="*/ 60 h 66"/>
                <a:gd name="T16" fmla="*/ 0 w 64"/>
                <a:gd name="T17" fmla="*/ 60 h 66"/>
                <a:gd name="T18" fmla="*/ 2 w 64"/>
                <a:gd name="T19" fmla="*/ 64 h 66"/>
                <a:gd name="T20" fmla="*/ 6 w 64"/>
                <a:gd name="T21" fmla="*/ 66 h 66"/>
                <a:gd name="T22" fmla="*/ 56 w 64"/>
                <a:gd name="T23" fmla="*/ 66 h 66"/>
                <a:gd name="T24" fmla="*/ 56 w 64"/>
                <a:gd name="T25" fmla="*/ 66 h 66"/>
                <a:gd name="T26" fmla="*/ 62 w 64"/>
                <a:gd name="T27" fmla="*/ 64 h 66"/>
                <a:gd name="T28" fmla="*/ 64 w 64"/>
                <a:gd name="T29" fmla="*/ 60 h 66"/>
                <a:gd name="T30" fmla="*/ 64 w 64"/>
                <a:gd name="T3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4" h="66">
                  <a:moveTo>
                    <a:pt x="64" y="60"/>
                  </a:moveTo>
                  <a:lnTo>
                    <a:pt x="64" y="0"/>
                  </a:lnTo>
                  <a:lnTo>
                    <a:pt x="50" y="0"/>
                  </a:lnTo>
                  <a:lnTo>
                    <a:pt x="50" y="52"/>
                  </a:lnTo>
                  <a:lnTo>
                    <a:pt x="12" y="52"/>
                  </a:lnTo>
                  <a:lnTo>
                    <a:pt x="12" y="0"/>
                  </a:lnTo>
                  <a:lnTo>
                    <a:pt x="0" y="0"/>
                  </a:lnTo>
                  <a:lnTo>
                    <a:pt x="0" y="60"/>
                  </a:lnTo>
                  <a:lnTo>
                    <a:pt x="0" y="60"/>
                  </a:lnTo>
                  <a:lnTo>
                    <a:pt x="2" y="64"/>
                  </a:lnTo>
                  <a:lnTo>
                    <a:pt x="6" y="66"/>
                  </a:lnTo>
                  <a:lnTo>
                    <a:pt x="56" y="66"/>
                  </a:lnTo>
                  <a:lnTo>
                    <a:pt x="56"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8" name="Freeform 16">
              <a:extLst>
                <a:ext uri="{FF2B5EF4-FFF2-40B4-BE49-F238E27FC236}">
                  <a16:creationId xmlns:a16="http://schemas.microsoft.com/office/drawing/2014/main" id="{A088EBA8-880A-B347-BEBE-A18820E19FBA}"/>
                </a:ext>
              </a:extLst>
            </p:cNvPr>
            <p:cNvSpPr>
              <a:spLocks/>
            </p:cNvSpPr>
            <p:nvPr userDrawn="1"/>
          </p:nvSpPr>
          <p:spPr bwMode="auto">
            <a:xfrm>
              <a:off x="333375" y="3897313"/>
              <a:ext cx="101600" cy="104775"/>
            </a:xfrm>
            <a:custGeom>
              <a:avLst/>
              <a:gdLst>
                <a:gd name="T0" fmla="*/ 64 w 64"/>
                <a:gd name="T1" fmla="*/ 60 h 66"/>
                <a:gd name="T2" fmla="*/ 64 w 64"/>
                <a:gd name="T3" fmla="*/ 34 h 66"/>
                <a:gd name="T4" fmla="*/ 64 w 64"/>
                <a:gd name="T5" fmla="*/ 34 h 66"/>
                <a:gd name="T6" fmla="*/ 62 w 64"/>
                <a:gd name="T7" fmla="*/ 28 h 66"/>
                <a:gd name="T8" fmla="*/ 58 w 64"/>
                <a:gd name="T9" fmla="*/ 26 h 66"/>
                <a:gd name="T10" fmla="*/ 12 w 64"/>
                <a:gd name="T11" fmla="*/ 26 h 66"/>
                <a:gd name="T12" fmla="*/ 12 w 64"/>
                <a:gd name="T13" fmla="*/ 14 h 66"/>
                <a:gd name="T14" fmla="*/ 52 w 64"/>
                <a:gd name="T15" fmla="*/ 14 h 66"/>
                <a:gd name="T16" fmla="*/ 52 w 64"/>
                <a:gd name="T17" fmla="*/ 20 h 66"/>
                <a:gd name="T18" fmla="*/ 64 w 64"/>
                <a:gd name="T19" fmla="*/ 22 h 66"/>
                <a:gd name="T20" fmla="*/ 64 w 64"/>
                <a:gd name="T21" fmla="*/ 8 h 66"/>
                <a:gd name="T22" fmla="*/ 64 w 64"/>
                <a:gd name="T23" fmla="*/ 8 h 66"/>
                <a:gd name="T24" fmla="*/ 62 w 64"/>
                <a:gd name="T25" fmla="*/ 2 h 66"/>
                <a:gd name="T26" fmla="*/ 58 w 64"/>
                <a:gd name="T27" fmla="*/ 0 h 66"/>
                <a:gd name="T28" fmla="*/ 6 w 64"/>
                <a:gd name="T29" fmla="*/ 0 h 66"/>
                <a:gd name="T30" fmla="*/ 6 w 64"/>
                <a:gd name="T31" fmla="*/ 0 h 66"/>
                <a:gd name="T32" fmla="*/ 2 w 64"/>
                <a:gd name="T33" fmla="*/ 2 h 66"/>
                <a:gd name="T34" fmla="*/ 0 w 64"/>
                <a:gd name="T35" fmla="*/ 8 h 66"/>
                <a:gd name="T36" fmla="*/ 0 w 64"/>
                <a:gd name="T37" fmla="*/ 32 h 66"/>
                <a:gd name="T38" fmla="*/ 0 w 64"/>
                <a:gd name="T39" fmla="*/ 32 h 66"/>
                <a:gd name="T40" fmla="*/ 2 w 64"/>
                <a:gd name="T41" fmla="*/ 38 h 66"/>
                <a:gd name="T42" fmla="*/ 6 w 64"/>
                <a:gd name="T43" fmla="*/ 40 h 66"/>
                <a:gd name="T44" fmla="*/ 52 w 64"/>
                <a:gd name="T45" fmla="*/ 40 h 66"/>
                <a:gd name="T46" fmla="*/ 52 w 64"/>
                <a:gd name="T47" fmla="*/ 52 h 66"/>
                <a:gd name="T48" fmla="*/ 12 w 64"/>
                <a:gd name="T49" fmla="*/ 52 h 66"/>
                <a:gd name="T50" fmla="*/ 12 w 64"/>
                <a:gd name="T51" fmla="*/ 46 h 66"/>
                <a:gd name="T52" fmla="*/ 0 w 64"/>
                <a:gd name="T53" fmla="*/ 44 h 66"/>
                <a:gd name="T54" fmla="*/ 0 w 64"/>
                <a:gd name="T55" fmla="*/ 60 h 66"/>
                <a:gd name="T56" fmla="*/ 0 w 64"/>
                <a:gd name="T57" fmla="*/ 60 h 66"/>
                <a:gd name="T58" fmla="*/ 2 w 64"/>
                <a:gd name="T59" fmla="*/ 64 h 66"/>
                <a:gd name="T60" fmla="*/ 6 w 64"/>
                <a:gd name="T61" fmla="*/ 66 h 66"/>
                <a:gd name="T62" fmla="*/ 58 w 64"/>
                <a:gd name="T63" fmla="*/ 66 h 66"/>
                <a:gd name="T64" fmla="*/ 58 w 64"/>
                <a:gd name="T65" fmla="*/ 66 h 66"/>
                <a:gd name="T66" fmla="*/ 62 w 64"/>
                <a:gd name="T67" fmla="*/ 64 h 66"/>
                <a:gd name="T68" fmla="*/ 64 w 64"/>
                <a:gd name="T69" fmla="*/ 60 h 66"/>
                <a:gd name="T70" fmla="*/ 64 w 64"/>
                <a:gd name="T71" fmla="*/ 6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64" h="66">
                  <a:moveTo>
                    <a:pt x="64" y="60"/>
                  </a:moveTo>
                  <a:lnTo>
                    <a:pt x="64" y="34"/>
                  </a:lnTo>
                  <a:lnTo>
                    <a:pt x="64" y="34"/>
                  </a:lnTo>
                  <a:lnTo>
                    <a:pt x="62" y="28"/>
                  </a:lnTo>
                  <a:lnTo>
                    <a:pt x="58" y="26"/>
                  </a:lnTo>
                  <a:lnTo>
                    <a:pt x="12" y="26"/>
                  </a:lnTo>
                  <a:lnTo>
                    <a:pt x="12" y="14"/>
                  </a:lnTo>
                  <a:lnTo>
                    <a:pt x="52" y="14"/>
                  </a:lnTo>
                  <a:lnTo>
                    <a:pt x="52" y="20"/>
                  </a:lnTo>
                  <a:lnTo>
                    <a:pt x="64" y="22"/>
                  </a:lnTo>
                  <a:lnTo>
                    <a:pt x="64" y="8"/>
                  </a:lnTo>
                  <a:lnTo>
                    <a:pt x="64" y="8"/>
                  </a:lnTo>
                  <a:lnTo>
                    <a:pt x="62" y="2"/>
                  </a:lnTo>
                  <a:lnTo>
                    <a:pt x="58" y="0"/>
                  </a:lnTo>
                  <a:lnTo>
                    <a:pt x="6" y="0"/>
                  </a:lnTo>
                  <a:lnTo>
                    <a:pt x="6" y="0"/>
                  </a:lnTo>
                  <a:lnTo>
                    <a:pt x="2" y="2"/>
                  </a:lnTo>
                  <a:lnTo>
                    <a:pt x="0" y="8"/>
                  </a:lnTo>
                  <a:lnTo>
                    <a:pt x="0" y="32"/>
                  </a:lnTo>
                  <a:lnTo>
                    <a:pt x="0" y="32"/>
                  </a:lnTo>
                  <a:lnTo>
                    <a:pt x="2" y="38"/>
                  </a:lnTo>
                  <a:lnTo>
                    <a:pt x="6" y="40"/>
                  </a:lnTo>
                  <a:lnTo>
                    <a:pt x="52" y="40"/>
                  </a:lnTo>
                  <a:lnTo>
                    <a:pt x="52" y="52"/>
                  </a:lnTo>
                  <a:lnTo>
                    <a:pt x="12" y="52"/>
                  </a:lnTo>
                  <a:lnTo>
                    <a:pt x="12" y="46"/>
                  </a:lnTo>
                  <a:lnTo>
                    <a:pt x="0" y="44"/>
                  </a:lnTo>
                  <a:lnTo>
                    <a:pt x="0" y="60"/>
                  </a:lnTo>
                  <a:lnTo>
                    <a:pt x="0" y="60"/>
                  </a:lnTo>
                  <a:lnTo>
                    <a:pt x="2" y="64"/>
                  </a:lnTo>
                  <a:lnTo>
                    <a:pt x="6" y="66"/>
                  </a:lnTo>
                  <a:lnTo>
                    <a:pt x="58" y="66"/>
                  </a:lnTo>
                  <a:lnTo>
                    <a:pt x="58" y="66"/>
                  </a:lnTo>
                  <a:lnTo>
                    <a:pt x="62" y="64"/>
                  </a:lnTo>
                  <a:lnTo>
                    <a:pt x="64" y="60"/>
                  </a:lnTo>
                  <a:lnTo>
                    <a:pt x="64" y="6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sp>
          <p:nvSpPr>
            <p:cNvPr id="19" name="Freeform 17">
              <a:extLst>
                <a:ext uri="{FF2B5EF4-FFF2-40B4-BE49-F238E27FC236}">
                  <a16:creationId xmlns:a16="http://schemas.microsoft.com/office/drawing/2014/main" id="{1C79386D-0710-304A-9DD5-7FBB79585886}"/>
                </a:ext>
              </a:extLst>
            </p:cNvPr>
            <p:cNvSpPr>
              <a:spLocks noEditPoints="1"/>
            </p:cNvSpPr>
            <p:nvPr userDrawn="1"/>
          </p:nvSpPr>
          <p:spPr bwMode="auto">
            <a:xfrm>
              <a:off x="460375" y="3757613"/>
              <a:ext cx="44450" cy="44450"/>
            </a:xfrm>
            <a:custGeom>
              <a:avLst/>
              <a:gdLst>
                <a:gd name="T0" fmla="*/ 14 w 28"/>
                <a:gd name="T1" fmla="*/ 28 h 28"/>
                <a:gd name="T2" fmla="*/ 4 w 28"/>
                <a:gd name="T3" fmla="*/ 24 h 28"/>
                <a:gd name="T4" fmla="*/ 0 w 28"/>
                <a:gd name="T5" fmla="*/ 14 h 28"/>
                <a:gd name="T6" fmla="*/ 0 w 28"/>
                <a:gd name="T7" fmla="*/ 8 h 28"/>
                <a:gd name="T8" fmla="*/ 8 w 28"/>
                <a:gd name="T9" fmla="*/ 0 h 28"/>
                <a:gd name="T10" fmla="*/ 14 w 28"/>
                <a:gd name="T11" fmla="*/ 0 h 28"/>
                <a:gd name="T12" fmla="*/ 24 w 28"/>
                <a:gd name="T13" fmla="*/ 4 h 28"/>
                <a:gd name="T14" fmla="*/ 28 w 28"/>
                <a:gd name="T15" fmla="*/ 14 h 28"/>
                <a:gd name="T16" fmla="*/ 26 w 28"/>
                <a:gd name="T17" fmla="*/ 18 h 28"/>
                <a:gd name="T18" fmla="*/ 18 w 28"/>
                <a:gd name="T19" fmla="*/ 26 h 28"/>
                <a:gd name="T20" fmla="*/ 14 w 28"/>
                <a:gd name="T21" fmla="*/ 28 h 28"/>
                <a:gd name="T22" fmla="*/ 14 w 28"/>
                <a:gd name="T23" fmla="*/ 0 h 28"/>
                <a:gd name="T24" fmla="*/ 4 w 28"/>
                <a:gd name="T25" fmla="*/ 4 h 28"/>
                <a:gd name="T26" fmla="*/ 0 w 28"/>
                <a:gd name="T27" fmla="*/ 14 h 28"/>
                <a:gd name="T28" fmla="*/ 2 w 28"/>
                <a:gd name="T29" fmla="*/ 18 h 28"/>
                <a:gd name="T30" fmla="*/ 8 w 28"/>
                <a:gd name="T31" fmla="*/ 24 h 28"/>
                <a:gd name="T32" fmla="*/ 14 w 28"/>
                <a:gd name="T33" fmla="*/ 26 h 28"/>
                <a:gd name="T34" fmla="*/ 22 w 28"/>
                <a:gd name="T35" fmla="*/ 22 h 28"/>
                <a:gd name="T36" fmla="*/ 26 w 28"/>
                <a:gd name="T37" fmla="*/ 14 h 28"/>
                <a:gd name="T38" fmla="*/ 24 w 28"/>
                <a:gd name="T39" fmla="*/ 8 h 28"/>
                <a:gd name="T40" fmla="*/ 18 w 28"/>
                <a:gd name="T41" fmla="*/ 2 h 28"/>
                <a:gd name="T42" fmla="*/ 14 w 28"/>
                <a:gd name="T43" fmla="*/ 0 h 28"/>
                <a:gd name="T44" fmla="*/ 14 w 28"/>
                <a:gd name="T45" fmla="*/ 14 h 28"/>
                <a:gd name="T46" fmla="*/ 10 w 28"/>
                <a:gd name="T47" fmla="*/ 22 h 28"/>
                <a:gd name="T48" fmla="*/ 8 w 28"/>
                <a:gd name="T49" fmla="*/ 4 h 28"/>
                <a:gd name="T50" fmla="*/ 14 w 28"/>
                <a:gd name="T51" fmla="*/ 4 h 28"/>
                <a:gd name="T52" fmla="*/ 18 w 28"/>
                <a:gd name="T53" fmla="*/ 10 h 28"/>
                <a:gd name="T54" fmla="*/ 18 w 28"/>
                <a:gd name="T55" fmla="*/ 12 h 28"/>
                <a:gd name="T56" fmla="*/ 18 w 28"/>
                <a:gd name="T57" fmla="*/ 22 h 28"/>
                <a:gd name="T58" fmla="*/ 10 w 28"/>
                <a:gd name="T59" fmla="*/ 12 h 28"/>
                <a:gd name="T60" fmla="*/ 14 w 28"/>
                <a:gd name="T61" fmla="*/ 12 h 28"/>
                <a:gd name="T62" fmla="*/ 16 w 28"/>
                <a:gd name="T63" fmla="*/ 10 h 28"/>
                <a:gd name="T64" fmla="*/ 16 w 28"/>
                <a:gd name="T65" fmla="*/ 8 h 28"/>
                <a:gd name="T66" fmla="*/ 10 w 28"/>
                <a:gd name="T6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8" h="28">
                  <a:moveTo>
                    <a:pt x="14" y="28"/>
                  </a:moveTo>
                  <a:lnTo>
                    <a:pt x="14" y="28"/>
                  </a:lnTo>
                  <a:lnTo>
                    <a:pt x="8" y="26"/>
                  </a:lnTo>
                  <a:lnTo>
                    <a:pt x="4" y="24"/>
                  </a:lnTo>
                  <a:lnTo>
                    <a:pt x="0" y="18"/>
                  </a:lnTo>
                  <a:lnTo>
                    <a:pt x="0" y="14"/>
                  </a:lnTo>
                  <a:lnTo>
                    <a:pt x="0" y="14"/>
                  </a:lnTo>
                  <a:lnTo>
                    <a:pt x="0" y="8"/>
                  </a:lnTo>
                  <a:lnTo>
                    <a:pt x="4" y="4"/>
                  </a:lnTo>
                  <a:lnTo>
                    <a:pt x="8" y="0"/>
                  </a:lnTo>
                  <a:lnTo>
                    <a:pt x="14" y="0"/>
                  </a:lnTo>
                  <a:lnTo>
                    <a:pt x="14" y="0"/>
                  </a:lnTo>
                  <a:lnTo>
                    <a:pt x="18" y="0"/>
                  </a:lnTo>
                  <a:lnTo>
                    <a:pt x="24" y="4"/>
                  </a:lnTo>
                  <a:lnTo>
                    <a:pt x="26" y="8"/>
                  </a:lnTo>
                  <a:lnTo>
                    <a:pt x="28" y="14"/>
                  </a:lnTo>
                  <a:lnTo>
                    <a:pt x="28" y="14"/>
                  </a:lnTo>
                  <a:lnTo>
                    <a:pt x="26" y="18"/>
                  </a:lnTo>
                  <a:lnTo>
                    <a:pt x="24" y="24"/>
                  </a:lnTo>
                  <a:lnTo>
                    <a:pt x="18" y="26"/>
                  </a:lnTo>
                  <a:lnTo>
                    <a:pt x="14" y="28"/>
                  </a:lnTo>
                  <a:lnTo>
                    <a:pt x="14" y="28"/>
                  </a:lnTo>
                  <a:close/>
                  <a:moveTo>
                    <a:pt x="14" y="0"/>
                  </a:moveTo>
                  <a:lnTo>
                    <a:pt x="14" y="0"/>
                  </a:lnTo>
                  <a:lnTo>
                    <a:pt x="8" y="2"/>
                  </a:lnTo>
                  <a:lnTo>
                    <a:pt x="4" y="4"/>
                  </a:lnTo>
                  <a:lnTo>
                    <a:pt x="2" y="8"/>
                  </a:lnTo>
                  <a:lnTo>
                    <a:pt x="0" y="14"/>
                  </a:lnTo>
                  <a:lnTo>
                    <a:pt x="0" y="14"/>
                  </a:lnTo>
                  <a:lnTo>
                    <a:pt x="2" y="18"/>
                  </a:lnTo>
                  <a:lnTo>
                    <a:pt x="4" y="22"/>
                  </a:lnTo>
                  <a:lnTo>
                    <a:pt x="8" y="24"/>
                  </a:lnTo>
                  <a:lnTo>
                    <a:pt x="14" y="26"/>
                  </a:lnTo>
                  <a:lnTo>
                    <a:pt x="14" y="26"/>
                  </a:lnTo>
                  <a:lnTo>
                    <a:pt x="18" y="24"/>
                  </a:lnTo>
                  <a:lnTo>
                    <a:pt x="22" y="22"/>
                  </a:lnTo>
                  <a:lnTo>
                    <a:pt x="24" y="18"/>
                  </a:lnTo>
                  <a:lnTo>
                    <a:pt x="26" y="14"/>
                  </a:lnTo>
                  <a:lnTo>
                    <a:pt x="26" y="14"/>
                  </a:lnTo>
                  <a:lnTo>
                    <a:pt x="24" y="8"/>
                  </a:lnTo>
                  <a:lnTo>
                    <a:pt x="22" y="4"/>
                  </a:lnTo>
                  <a:lnTo>
                    <a:pt x="18" y="2"/>
                  </a:lnTo>
                  <a:lnTo>
                    <a:pt x="14" y="0"/>
                  </a:lnTo>
                  <a:lnTo>
                    <a:pt x="14" y="0"/>
                  </a:lnTo>
                  <a:close/>
                  <a:moveTo>
                    <a:pt x="16" y="22"/>
                  </a:moveTo>
                  <a:lnTo>
                    <a:pt x="14" y="14"/>
                  </a:lnTo>
                  <a:lnTo>
                    <a:pt x="10" y="14"/>
                  </a:lnTo>
                  <a:lnTo>
                    <a:pt x="10" y="22"/>
                  </a:lnTo>
                  <a:lnTo>
                    <a:pt x="8" y="22"/>
                  </a:lnTo>
                  <a:lnTo>
                    <a:pt x="8" y="4"/>
                  </a:lnTo>
                  <a:lnTo>
                    <a:pt x="14" y="4"/>
                  </a:lnTo>
                  <a:lnTo>
                    <a:pt x="14" y="4"/>
                  </a:lnTo>
                  <a:lnTo>
                    <a:pt x="18" y="6"/>
                  </a:lnTo>
                  <a:lnTo>
                    <a:pt x="18" y="10"/>
                  </a:lnTo>
                  <a:lnTo>
                    <a:pt x="18" y="10"/>
                  </a:lnTo>
                  <a:lnTo>
                    <a:pt x="18" y="12"/>
                  </a:lnTo>
                  <a:lnTo>
                    <a:pt x="16" y="14"/>
                  </a:lnTo>
                  <a:lnTo>
                    <a:pt x="18" y="22"/>
                  </a:lnTo>
                  <a:lnTo>
                    <a:pt x="16" y="22"/>
                  </a:lnTo>
                  <a:close/>
                  <a:moveTo>
                    <a:pt x="10" y="12"/>
                  </a:moveTo>
                  <a:lnTo>
                    <a:pt x="14" y="12"/>
                  </a:lnTo>
                  <a:lnTo>
                    <a:pt x="14" y="12"/>
                  </a:lnTo>
                  <a:lnTo>
                    <a:pt x="16" y="12"/>
                  </a:lnTo>
                  <a:lnTo>
                    <a:pt x="16" y="10"/>
                  </a:lnTo>
                  <a:lnTo>
                    <a:pt x="16" y="10"/>
                  </a:lnTo>
                  <a:lnTo>
                    <a:pt x="16" y="8"/>
                  </a:lnTo>
                  <a:lnTo>
                    <a:pt x="12" y="6"/>
                  </a:lnTo>
                  <a:lnTo>
                    <a:pt x="10" y="6"/>
                  </a:lnTo>
                  <a:lnTo>
                    <a:pt x="1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212E35"/>
                </a:solidFill>
              </a:endParaRPr>
            </a:p>
          </p:txBody>
        </p:sp>
      </p:grpSp>
    </p:spTree>
    <p:extLst>
      <p:ext uri="{BB962C8B-B14F-4D97-AF65-F5344CB8AC3E}">
        <p14:creationId xmlns:p14="http://schemas.microsoft.com/office/powerpoint/2010/main" val="3016751371"/>
      </p:ext>
    </p:extLst>
  </p:cSld>
  <p:clrMapOvr>
    <a:masterClrMapping/>
  </p:clrMapOvr>
</p:sld>
</file>

<file path=ppt/theme/theme1.xml><?xml version="1.0" encoding="utf-8"?>
<a:theme xmlns:a="http://schemas.openxmlformats.org/drawingml/2006/main" name="Micro Focus Theme v5">
  <a:themeElements>
    <a:clrScheme name="mf theme colors v4">
      <a:dk1>
        <a:srgbClr val="000000"/>
      </a:dk1>
      <a:lt1>
        <a:srgbClr val="FFFFFF"/>
      </a:lt1>
      <a:dk2>
        <a:srgbClr val="ECEEEF"/>
      </a:dk2>
      <a:lt2>
        <a:srgbClr val="212E35"/>
      </a:lt2>
      <a:accent1>
        <a:srgbClr val="0079EF"/>
      </a:accent1>
      <a:accent2>
        <a:srgbClr val="231CA5"/>
      </a:accent2>
      <a:accent3>
        <a:srgbClr val="7424AD"/>
      </a:accent3>
      <a:accent4>
        <a:srgbClr val="C6179D"/>
      </a:accent4>
      <a:accent5>
        <a:srgbClr val="29CEFE"/>
      </a:accent5>
      <a:accent6>
        <a:srgbClr val="2FD6C3"/>
      </a:accent6>
      <a:hlink>
        <a:srgbClr val="284CFF"/>
      </a:hlink>
      <a:folHlink>
        <a:srgbClr val="284CF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ormAutofit/>
      </a:bodyPr>
      <a:lstStyle>
        <a:defPPr marL="0" indent="0">
          <a:spcAft>
            <a:spcPts val="1800"/>
          </a:spcAft>
          <a:buNone/>
          <a:defRPr sz="2400" dirty="0"/>
        </a:defPPr>
      </a:lstStyle>
    </a:txDef>
  </a:objectDefaults>
  <a:extraClrSchemeLst/>
  <a:custClrLst>
    <a:custClr name="MF Status Crimson">
      <a:srgbClr val="E5004C"/>
    </a:custClr>
    <a:custClr name="MF Status Apricot">
      <a:srgbClr val="F48B34"/>
    </a:custClr>
    <a:custClr name="MF Status Yellow">
      <a:srgbClr val="FCDB1F"/>
    </a:custClr>
    <a:custClr name="MF Status Green">
      <a:srgbClr val="1AAC60"/>
    </a:custClr>
  </a:custClrLst>
  <a:extLst>
    <a:ext uri="{05A4C25C-085E-4340-85A3-A5531E510DB2}">
      <thm15:themeFamily xmlns:thm15="http://schemas.microsoft.com/office/thememl/2012/main" name="Presentation_2017" id="{EE410749-BDB7-BA44-9034-418D44443F47}" vid="{9639C47D-4534-FE4D-9883-F5A494F791BC}"/>
    </a:ext>
  </a:extLst>
</a:theme>
</file>

<file path=ppt/theme/theme2.xml><?xml version="1.0" encoding="utf-8"?>
<a:theme xmlns:a="http://schemas.openxmlformats.org/drawingml/2006/main" name="49_HPE_Standard_Arial_16x9_v2">
  <a:themeElements>
    <a:clrScheme name="HPE">
      <a:dk1>
        <a:sysClr val="windowText" lastClr="000000"/>
      </a:dk1>
      <a:lt1>
        <a:sysClr val="window" lastClr="FFFFFF"/>
      </a:lt1>
      <a:dk2>
        <a:srgbClr val="425563"/>
      </a:dk2>
      <a:lt2>
        <a:srgbClr val="C6C9CA"/>
      </a:lt2>
      <a:accent1>
        <a:srgbClr val="425563"/>
      </a:accent1>
      <a:accent2>
        <a:srgbClr val="2AD2C9"/>
      </a:accent2>
      <a:accent3>
        <a:srgbClr val="FF8D6D"/>
      </a:accent3>
      <a:accent4>
        <a:srgbClr val="5B4767"/>
      </a:accent4>
      <a:accent5>
        <a:srgbClr val="617D78"/>
      </a:accent5>
      <a:accent6>
        <a:srgbClr val="C6C9CA"/>
      </a:accent6>
      <a:hlink>
        <a:srgbClr val="617D78"/>
      </a:hlink>
      <a:folHlink>
        <a:srgbClr val="8787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9050">
          <a:solidFill>
            <a:schemeClr val="accent1"/>
          </a:solidFill>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custClrLst>
    <a:custClr name="0|179|136">
      <a:srgbClr val="00B388"/>
    </a:custClr>
    <a:custClr name="135|123|117">
      <a:srgbClr val="877B75"/>
    </a:custClr>
    <a:custClr name="135|135|135">
      <a:srgbClr val="878787"/>
    </a:custClr>
  </a:custClrLst>
  <a:extLst>
    <a:ext uri="{05A4C25C-085E-4340-85A3-A5531E510DB2}">
      <thm15:themeFamily xmlns:thm15="http://schemas.microsoft.com/office/thememl/2012/main" name="Presentation3" id="{82F489F1-2415-4792-834F-354C5A0F232E}" vid="{992AD6F9-C7EC-40D2-8268-DD2526781137}"/>
    </a:ext>
  </a:extLst>
</a:theme>
</file>

<file path=ppt/theme/theme3.xml><?xml version="1.0" encoding="utf-8"?>
<a:theme xmlns:a="http://schemas.openxmlformats.org/drawingml/2006/main" name="HPE_Standard_Arial_16x9_v2">
  <a:themeElements>
    <a:clrScheme name="HPE">
      <a:dk1>
        <a:sysClr val="windowText" lastClr="000000"/>
      </a:dk1>
      <a:lt1>
        <a:sysClr val="window" lastClr="FFFFFF"/>
      </a:lt1>
      <a:dk2>
        <a:srgbClr val="425563"/>
      </a:dk2>
      <a:lt2>
        <a:srgbClr val="C6C9CA"/>
      </a:lt2>
      <a:accent1>
        <a:srgbClr val="425563"/>
      </a:accent1>
      <a:accent2>
        <a:srgbClr val="2AD2C9"/>
      </a:accent2>
      <a:accent3>
        <a:srgbClr val="FF8D6D"/>
      </a:accent3>
      <a:accent4>
        <a:srgbClr val="5B4767"/>
      </a:accent4>
      <a:accent5>
        <a:srgbClr val="617D78"/>
      </a:accent5>
      <a:accent6>
        <a:srgbClr val="C6C9CA"/>
      </a:accent6>
      <a:hlink>
        <a:srgbClr val="617D78"/>
      </a:hlink>
      <a:folHlink>
        <a:srgbClr val="8787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1"/>
        </a:solidFill>
        <a:ln w="19050">
          <a:solidFill>
            <a:schemeClr val="accent1"/>
          </a:solidFill>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custClrLst>
    <a:custClr name="0|179|136">
      <a:srgbClr val="00B388"/>
    </a:custClr>
    <a:custClr name="135|123|117">
      <a:srgbClr val="877B75"/>
    </a:custClr>
    <a:custClr name="135|135|135">
      <a:srgbClr val="878787"/>
    </a:custClr>
  </a:custClrLst>
  <a:extLst>
    <a:ext uri="{05A4C25C-085E-4340-85A3-A5531E510DB2}">
      <thm15:themeFamily xmlns:thm15="http://schemas.microsoft.com/office/thememl/2012/main" name="HPE_Standard_Arial_16x9.potx" id="{21F84462-1C9F-438F-A772-0EBAD7B3BCD8}" vid="{077F0EBE-C80C-4B61-8BF1-0309CF31637A}"/>
    </a:ext>
  </a:extLst>
</a:theme>
</file>

<file path=ppt/theme/theme4.xml><?xml version="1.0" encoding="utf-8"?>
<a:theme xmlns:a="http://schemas.openxmlformats.org/drawingml/2006/main" name="1_HPE_Standard_Arial_16x9_v5">
  <a:themeElements>
    <a:clrScheme name="HPE">
      <a:dk1>
        <a:sysClr val="windowText" lastClr="000000"/>
      </a:dk1>
      <a:lt1>
        <a:sysClr val="window" lastClr="FFFFFF"/>
      </a:lt1>
      <a:dk2>
        <a:srgbClr val="808285"/>
      </a:dk2>
      <a:lt2>
        <a:srgbClr val="C6C9CA"/>
      </a:lt2>
      <a:accent1>
        <a:srgbClr val="2AD2C9"/>
      </a:accent1>
      <a:accent2>
        <a:srgbClr val="614767"/>
      </a:accent2>
      <a:accent3>
        <a:srgbClr val="FF8D6D"/>
      </a:accent3>
      <a:accent4>
        <a:srgbClr val="5F7A76"/>
      </a:accent4>
      <a:accent5>
        <a:srgbClr val="C6C9CA"/>
      </a:accent5>
      <a:accent6>
        <a:srgbClr val="808285"/>
      </a:accent6>
      <a:hlink>
        <a:srgbClr val="01A982"/>
      </a:hlink>
      <a:folHlink>
        <a:srgbClr val="01A98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ltGray">
        <a:solidFill>
          <a:schemeClr val="accent6"/>
        </a:solidFill>
        <a:ln w="19050">
          <a:solidFill>
            <a:schemeClr val="accent6"/>
          </a:solidFill>
        </a:ln>
      </a:spPr>
      <a:bodyPr rtlCol="0" anchor="ctr"/>
      <a:lstStyle>
        <a:defPPr algn="ctr">
          <a:lnSpc>
            <a:spcPct val="90000"/>
          </a:lnSpc>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90000"/>
          </a:lnSpc>
          <a:defRPr/>
        </a:defPPr>
      </a:lstStyle>
    </a:txDef>
  </a:objectDefaults>
  <a:extraClrSchemeLst/>
  <a:custClrLst>
    <a:custClr name="1|169|130">
      <a:srgbClr val="01A982"/>
    </a:custClr>
    <a:custClr name="128|116|110">
      <a:srgbClr val="80746E"/>
    </a:custClr>
    <a:custClr name="66|85|99">
      <a:srgbClr val="425563"/>
    </a:custClr>
  </a:custClrLst>
  <a:extLst>
    <a:ext uri="{05A4C25C-085E-4340-85A3-A5531E510DB2}">
      <thm15:themeFamily xmlns:thm15="http://schemas.microsoft.com/office/thememl/2012/main" name="Presentation1" id="{B81DBEDB-AD3B-4962-A49E-3FA9094B79C0}" vid="{5AE3EB94-63BD-4C33-BEBF-5FD53B0B594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MF Status Crimson">
      <a:srgbClr val="E5004C"/>
    </a:custClr>
    <a:custClr name="MF Status Apricot">
      <a:srgbClr val="F48B34"/>
    </a:custClr>
    <a:custClr name="MF Status Yellow">
      <a:srgbClr val="FCDB1F"/>
    </a:custClr>
    <a:custClr name="MF Status Green">
      <a:srgbClr val="1AAC60"/>
    </a:custClr>
  </a:custClr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03BCB38-008C-E349-A4FC-E674450CD1CA}">
  <we:reference id="wa104381063" version="1.0.0.0" store="en-US" storeType="OMEX"/>
  <we:alternateReferences>
    <we:reference id="wa104381063" version="1.0.0.0" store="wa104381063"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Presentation_2017</Template>
  <TotalTime>86319</TotalTime>
  <Words>3343</Words>
  <Application>Microsoft Office PowerPoint</Application>
  <PresentationFormat>Widescreen</PresentationFormat>
  <Paragraphs>413</Paragraphs>
  <Slides>25</Slides>
  <Notes>25</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25</vt:i4>
      </vt:variant>
    </vt:vector>
  </HeadingPairs>
  <TitlesOfParts>
    <vt:vector size="33" baseType="lpstr">
      <vt:lpstr>Arial</vt:lpstr>
      <vt:lpstr>Calibri</vt:lpstr>
      <vt:lpstr>HP Simplified</vt:lpstr>
      <vt:lpstr>Wingdings</vt:lpstr>
      <vt:lpstr>Micro Focus Theme v5</vt:lpstr>
      <vt:lpstr>49_HPE_Standard_Arial_16x9_v2</vt:lpstr>
      <vt:lpstr>HPE_Standard_Arial_16x9_v2</vt:lpstr>
      <vt:lpstr>1_HPE_Standard_Arial_16x9_v5</vt:lpstr>
      <vt:lpstr>Structured Data Manager Essentials Overview </vt:lpstr>
      <vt:lpstr>Agenda </vt:lpstr>
      <vt:lpstr>Trends  </vt:lpstr>
      <vt:lpstr>The data landscape has radically changed</vt:lpstr>
      <vt:lpstr>Structured Data – a recurring problem</vt:lpstr>
      <vt:lpstr>Customer Challenges </vt:lpstr>
      <vt:lpstr>Inactive structured data – out of control</vt:lpstr>
      <vt:lpstr>Manage growing problem of inactive structured data </vt:lpstr>
      <vt:lpstr>Roles and Drivers</vt:lpstr>
      <vt:lpstr>Solution Capabilities</vt:lpstr>
      <vt:lpstr>Structured Data Manager: how it works</vt:lpstr>
      <vt:lpstr>Structured Data Manager</vt:lpstr>
      <vt:lpstr>Retire outdated applications</vt:lpstr>
      <vt:lpstr>Apply Information Lifecycle Policies</vt:lpstr>
      <vt:lpstr>Expedite backup performance</vt:lpstr>
      <vt:lpstr>Value to Change</vt:lpstr>
      <vt:lpstr>Structured Data Manager</vt:lpstr>
      <vt:lpstr>Structured Data Manager: customer benefits</vt:lpstr>
      <vt:lpstr>Customer Success</vt:lpstr>
      <vt:lpstr>Essilor</vt:lpstr>
      <vt:lpstr>Competitive Overview</vt:lpstr>
      <vt:lpstr>Competitive Overview</vt:lpstr>
      <vt:lpstr>Summary</vt:lpstr>
      <vt:lpstr>Structured Data Manager </vt:lpstr>
      <vt:lpstr>Thank you</vt:lpstr>
    </vt:vector>
  </TitlesOfParts>
  <Company>Novell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 Focus Presentation Template</dc:title>
  <dc:creator>Karlin Stokes</dc:creator>
  <cp:lastModifiedBy>Rajan Ranmal</cp:lastModifiedBy>
  <cp:revision>607</cp:revision>
  <dcterms:created xsi:type="dcterms:W3CDTF">2017-10-11T15:55:15Z</dcterms:created>
  <dcterms:modified xsi:type="dcterms:W3CDTF">2019-01-30T14:21:52Z</dcterms:modified>
</cp:coreProperties>
</file>